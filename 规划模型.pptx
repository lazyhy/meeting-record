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10.svg" ContentType="image/svg+xml"/>
  <Override PartName="/ppt/media/image24.svg" ContentType="image/svg+xml"/>
  <Override PartName="/ppt/media/image25.svg" ContentType="image/svg+xml"/>
  <Override PartName="/ppt/media/image26.svg" ContentType="image/svg+xml"/>
  <Override PartName="/ppt/media/image28.svg" ContentType="image/svg+xml"/>
  <Override PartName="/ppt/media/image38.svg" ContentType="image/svg+xml"/>
  <Override PartName="/ppt/media/image40.svg" ContentType="image/svg+xml"/>
  <Override PartName="/ppt/media/image42.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sldIdLst>
    <p:sldId id="257" r:id="rId4"/>
    <p:sldId id="258" r:id="rId6"/>
    <p:sldId id="259" r:id="rId7"/>
    <p:sldId id="260" r:id="rId8"/>
    <p:sldId id="261" r:id="rId9"/>
    <p:sldId id="284" r:id="rId10"/>
    <p:sldId id="262" r:id="rId11"/>
    <p:sldId id="285" r:id="rId12"/>
    <p:sldId id="283" r:id="rId13"/>
    <p:sldId id="286" r:id="rId14"/>
    <p:sldId id="263" r:id="rId15"/>
    <p:sldId id="264" r:id="rId16"/>
    <p:sldId id="267" r:id="rId17"/>
    <p:sldId id="268" r:id="rId18"/>
    <p:sldId id="269" r:id="rId19"/>
    <p:sldId id="270" r:id="rId20"/>
    <p:sldId id="271" r:id="rId21"/>
    <p:sldId id="272" r:id="rId22"/>
    <p:sldId id="273" r:id="rId23"/>
    <p:sldId id="274" r:id="rId24"/>
    <p:sldId id="275" r:id="rId25"/>
    <p:sldId id="300" r:id="rId26"/>
    <p:sldId id="301" r:id="rId27"/>
    <p:sldId id="302" r:id="rId28"/>
    <p:sldId id="303" r:id="rId29"/>
    <p:sldId id="304" r:id="rId30"/>
    <p:sldId id="305" r:id="rId31"/>
    <p:sldId id="328" r:id="rId32"/>
    <p:sldId id="327" r:id="rId33"/>
    <p:sldId id="329" r:id="rId34"/>
    <p:sldId id="330" r:id="rId35"/>
    <p:sldId id="331" r:id="rId36"/>
    <p:sldId id="332" r:id="rId37"/>
    <p:sldId id="306" r:id="rId38"/>
    <p:sldId id="307" r:id="rId39"/>
    <p:sldId id="308" r:id="rId40"/>
    <p:sldId id="309" r:id="rId41"/>
    <p:sldId id="333" r:id="rId42"/>
    <p:sldId id="334" r:id="rId43"/>
    <p:sldId id="335" r:id="rId44"/>
    <p:sldId id="336" r:id="rId45"/>
    <p:sldId id="338" r:id="rId46"/>
    <p:sldId id="310" r:id="rId47"/>
    <p:sldId id="311" r:id="rId48"/>
    <p:sldId id="312" r:id="rId49"/>
    <p:sldId id="313" r:id="rId50"/>
    <p:sldId id="350" r:id="rId51"/>
    <p:sldId id="351" r:id="rId52"/>
    <p:sldId id="352" r:id="rId53"/>
    <p:sldId id="353" r:id="rId54"/>
    <p:sldId id="354" r:id="rId55"/>
    <p:sldId id="355" r:id="rId56"/>
    <p:sldId id="356" r:id="rId57"/>
    <p:sldId id="357" r:id="rId58"/>
    <p:sldId id="358" r:id="rId59"/>
    <p:sldId id="318" r:id="rId60"/>
    <p:sldId id="319" r:id="rId61"/>
    <p:sldId id="326" r:id="rId6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 id="1" name="WPS" initials="W"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6" Type="http://schemas.openxmlformats.org/officeDocument/2006/relationships/commentAuthors" Target="commentAuthors.xml"/><Relationship Id="rId65" Type="http://schemas.openxmlformats.org/officeDocument/2006/relationships/tableStyles" Target="tableStyles.xml"/><Relationship Id="rId64" Type="http://schemas.openxmlformats.org/officeDocument/2006/relationships/viewProps" Target="viewProps.xml"/><Relationship Id="rId63" Type="http://schemas.openxmlformats.org/officeDocument/2006/relationships/presProps" Target="presProps.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69.xml"/><Relationship Id="rId8" Type="http://schemas.openxmlformats.org/officeDocument/2006/relationships/image" Target="../media/image1.png"/><Relationship Id="rId7" Type="http://schemas.openxmlformats.org/officeDocument/2006/relationships/tags" Target="../tags/tag68.xml"/><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74.xml"/><Relationship Id="rId5" Type="http://schemas.openxmlformats.org/officeDocument/2006/relationships/tags" Target="../tags/tag73.xml"/><Relationship Id="rId4" Type="http://schemas.openxmlformats.org/officeDocument/2006/relationships/tags" Target="../tags/tag72.xml"/><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80.xml"/><Relationship Id="rId8" Type="http://schemas.openxmlformats.org/officeDocument/2006/relationships/tags" Target="../tags/tag79.xml"/><Relationship Id="rId7" Type="http://schemas.openxmlformats.org/officeDocument/2006/relationships/tags" Target="../tags/tag78.xml"/><Relationship Id="rId6" Type="http://schemas.openxmlformats.org/officeDocument/2006/relationships/tags" Target="../tags/tag77.xml"/><Relationship Id="rId5" Type="http://schemas.openxmlformats.org/officeDocument/2006/relationships/image" Target="../media/image3.png"/><Relationship Id="rId4" Type="http://schemas.openxmlformats.org/officeDocument/2006/relationships/tags" Target="../tags/tag76.xml"/><Relationship Id="rId3" Type="http://schemas.openxmlformats.org/officeDocument/2006/relationships/image" Target="../media/image2.png"/><Relationship Id="rId2" Type="http://schemas.openxmlformats.org/officeDocument/2006/relationships/tags" Target="../tags/tag75.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86.xml"/><Relationship Id="rId8" Type="http://schemas.openxmlformats.org/officeDocument/2006/relationships/tags" Target="../tags/tag85.xml"/><Relationship Id="rId7" Type="http://schemas.openxmlformats.org/officeDocument/2006/relationships/tags" Target="../tags/tag84.xml"/><Relationship Id="rId6" Type="http://schemas.openxmlformats.org/officeDocument/2006/relationships/tags" Target="../tags/tag83.xml"/><Relationship Id="rId5" Type="http://schemas.openxmlformats.org/officeDocument/2006/relationships/image" Target="../media/image4.png"/><Relationship Id="rId4" Type="http://schemas.openxmlformats.org/officeDocument/2006/relationships/tags" Target="../tags/tag82.xml"/><Relationship Id="rId3" Type="http://schemas.openxmlformats.org/officeDocument/2006/relationships/image" Target="../media/image1.png"/><Relationship Id="rId2" Type="http://schemas.openxmlformats.org/officeDocument/2006/relationships/tags" Target="../tags/tag81.xml"/><Relationship Id="rId11" Type="http://schemas.openxmlformats.org/officeDocument/2006/relationships/tags" Target="../tags/tag88.xml"/><Relationship Id="rId10" Type="http://schemas.openxmlformats.org/officeDocument/2006/relationships/tags" Target="../tags/tag87.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7" Type="http://schemas.openxmlformats.org/officeDocument/2006/relationships/tags" Target="../tags/tag94.xml"/><Relationship Id="rId6" Type="http://schemas.openxmlformats.org/officeDocument/2006/relationships/tags" Target="../tags/tag93.xml"/><Relationship Id="rId5" Type="http://schemas.openxmlformats.org/officeDocument/2006/relationships/tags" Target="../tags/tag92.xml"/><Relationship Id="rId4" Type="http://schemas.openxmlformats.org/officeDocument/2006/relationships/tags" Target="../tags/tag91.xml"/><Relationship Id="rId3" Type="http://schemas.openxmlformats.org/officeDocument/2006/relationships/tags" Target="../tags/tag90.xml"/><Relationship Id="rId2" Type="http://schemas.openxmlformats.org/officeDocument/2006/relationships/tags" Target="../tags/tag89.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7" Type="http://schemas.openxmlformats.org/officeDocument/2006/relationships/tags" Target="../tags/tag100.xml"/><Relationship Id="rId6" Type="http://schemas.openxmlformats.org/officeDocument/2006/relationships/tags" Target="../tags/tag99.xml"/><Relationship Id="rId5" Type="http://schemas.openxmlformats.org/officeDocument/2006/relationships/tags" Target="../tags/tag98.xml"/><Relationship Id="rId4" Type="http://schemas.openxmlformats.org/officeDocument/2006/relationships/tags" Target="../tags/tag97.xml"/><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104.xml"/><Relationship Id="rId4" Type="http://schemas.openxmlformats.org/officeDocument/2006/relationships/tags" Target="../tags/tag103.xml"/><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111.xml"/><Relationship Id="rId4" Type="http://schemas.openxmlformats.org/officeDocument/2006/relationships/tags" Target="../tags/tag110.xml"/><Relationship Id="rId3" Type="http://schemas.openxmlformats.org/officeDocument/2006/relationships/tags" Target="../tags/tag109.xml"/><Relationship Id="rId2" Type="http://schemas.openxmlformats.org/officeDocument/2006/relationships/tags" Target="../tags/tag108.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6" Type="http://schemas.openxmlformats.org/officeDocument/2006/relationships/tags" Target="../tags/tag116.xml"/><Relationship Id="rId5" Type="http://schemas.openxmlformats.org/officeDocument/2006/relationships/tags" Target="../tags/tag115.xml"/><Relationship Id="rId4" Type="http://schemas.openxmlformats.org/officeDocument/2006/relationships/tags" Target="../tags/tag114.xml"/><Relationship Id="rId3" Type="http://schemas.openxmlformats.org/officeDocument/2006/relationships/tags" Target="../tags/tag113.xml"/><Relationship Id="rId2" Type="http://schemas.openxmlformats.org/officeDocument/2006/relationships/tags" Target="../tags/tag112.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123.xml"/><Relationship Id="rId8" Type="http://schemas.openxmlformats.org/officeDocument/2006/relationships/image" Target="../media/image1.png"/><Relationship Id="rId7" Type="http://schemas.openxmlformats.org/officeDocument/2006/relationships/tags" Target="../tags/tag122.xml"/><Relationship Id="rId6" Type="http://schemas.openxmlformats.org/officeDocument/2006/relationships/tags" Target="../tags/tag121.xml"/><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9" name="标题"/>
          <p:cNvSpPr txBox="1">
            <a:spLocks noGrp="1"/>
          </p:cNvSpPr>
          <p:nvPr>
            <p:ph type="title" idx="3" hasCustomPrompt="1"/>
            <p:custDataLst>
              <p:tags r:id="rId2"/>
            </p:custDataLst>
          </p:nvPr>
        </p:nvSpPr>
        <p:spPr>
          <a:xfrm>
            <a:off x="1331595" y="2362197"/>
            <a:ext cx="5224780" cy="1746885"/>
          </a:xfrm>
          <a:prstGeom prst="rect">
            <a:avLst/>
          </a:prstGeom>
          <a:noFill/>
        </p:spPr>
        <p:txBody>
          <a:bodyPr wrap="square" lIns="91440" tIns="45720" rIns="91440" bIns="45720" rtlCol="0" anchor="b" anchorCtr="0">
            <a:noAutofit/>
          </a:bodyPr>
          <a:lstStyle>
            <a:lvl1pPr marL="0" marR="0" lvl="0" algn="l" defTabSz="914400" rtl="0" eaLnBrk="1" fontAlgn="auto" latinLnBrk="0" hangingPunct="1">
              <a:lnSpc>
                <a:spcPct val="100000"/>
              </a:lnSpc>
              <a:buClrTx/>
              <a:buSzTx/>
              <a:buFontTx/>
              <a:buNone/>
              <a:defRPr kumimoji="0" lang="zh-CN" altLang="en-US" sz="5600" b="0" i="0" u="none" strike="noStrike" kern="1200" cap="none" spc="0" normalizeH="0" baseline="0" noProof="1" dirty="0">
                <a:solidFill>
                  <a:schemeClr val="tx1">
                    <a:lumMod val="85000"/>
                    <a:lumOff val="15000"/>
                  </a:schemeClr>
                </a:solidFill>
                <a:latin typeface="+mj-ea"/>
                <a:ea typeface="+mj-ea"/>
                <a:cs typeface="MiSans Normal" panose="00000500000000000000" charset="-122"/>
                <a:sym typeface="+mn-ea"/>
              </a:defRPr>
            </a:lvl1pPr>
          </a:lstStyle>
          <a:p>
            <a:pPr lvl="0" algn="l">
              <a:buClrTx/>
              <a:buSzTx/>
              <a:buFontTx/>
            </a:pPr>
            <a:r>
              <a:rPr dirty="0">
                <a:sym typeface="+mn-ea"/>
              </a:rPr>
              <a:t>单击此处编辑标题</a:t>
            </a:r>
            <a:endParaRPr dirty="0">
              <a:sym typeface="+mn-ea"/>
            </a:endParaRPr>
          </a:p>
        </p:txBody>
      </p:sp>
      <p:sp>
        <p:nvSpPr>
          <p:cNvPr id="7" name="署名"/>
          <p:cNvSpPr txBox="1">
            <a:spLocks noGrp="1"/>
          </p:cNvSpPr>
          <p:nvPr>
            <p:ph type="body" idx="1" hasCustomPrompt="1"/>
            <p:custDataLst>
              <p:tags r:id="rId3"/>
            </p:custDataLst>
          </p:nvPr>
        </p:nvSpPr>
        <p:spPr>
          <a:xfrm>
            <a:off x="1351915" y="4405630"/>
            <a:ext cx="1607820" cy="397510"/>
          </a:xfrm>
          <a:prstGeom prst="roundRect">
            <a:avLst>
              <a:gd name="adj" fmla="val 50000"/>
            </a:avLst>
          </a:prstGeom>
          <a:gradFill>
            <a:gsLst>
              <a:gs pos="0">
                <a:schemeClr val="accent1"/>
              </a:gs>
              <a:gs pos="100000">
                <a:schemeClr val="accent6"/>
              </a:gs>
            </a:gsLst>
            <a:lin ang="7200000" scaled="0"/>
          </a:gradFill>
        </p:spPr>
        <p:txBody>
          <a:bodyPr wrap="square" lIns="0" tIns="0" rIns="0" bIns="0" rtlCol="0" anchor="ctr">
            <a:normAutofit/>
          </a:bodyPr>
          <a:lstStyle>
            <a:lvl1pPr marL="0" marR="0" algn="ctr" defTabSz="914400" rtl="0" eaLnBrk="1" fontAlgn="auto" latinLnBrk="0" hangingPunct="1">
              <a:lnSpc>
                <a:spcPct val="100000"/>
              </a:lnSpc>
              <a:buClrTx/>
              <a:buSzTx/>
              <a:buFontTx/>
              <a:buNone/>
              <a:defRPr kumimoji="0" lang="zh-CN" altLang="en-US" sz="1200" b="0" i="0" u="none" strike="noStrike" kern="1200" cap="none" spc="0" normalizeH="0" baseline="0" noProof="1" dirty="0">
                <a:solidFill>
                  <a:srgbClr val="FFFFFF"/>
                </a:solidFill>
                <a:latin typeface="+mj-ea"/>
                <a:ea typeface="+mj-ea"/>
                <a:cs typeface="MiSans Normal" panose="00000500000000000000" charset="-122"/>
                <a:sym typeface="+mn-ea"/>
              </a:defRPr>
            </a:lvl1pPr>
          </a:lstStyle>
          <a:p>
            <a:pPr lvl="0" algn="ctr"/>
            <a:r>
              <a:rPr dirty="0">
                <a:sym typeface="+mn-ea"/>
              </a:rPr>
              <a:t>单击此处编辑文本</a:t>
            </a:r>
            <a:endParaRPr dirty="0">
              <a:sym typeface="+mn-ea"/>
            </a:endParaRPr>
          </a:p>
        </p:txBody>
      </p:sp>
      <p:sp>
        <p:nvSpPr>
          <p:cNvPr id="2" name="日期占位符 1"/>
          <p:cNvSpPr>
            <a:spLocks noGrp="1"/>
          </p:cNvSpPr>
          <p:nvPr>
            <p:ph type="dt" sz="half" idx="10"/>
            <p:custDataLst>
              <p:tags r:id="rId4"/>
            </p:custDataLst>
          </p:nvPr>
        </p:nvSpPr>
        <p:spPr/>
        <p:txBody>
          <a:bodyPr/>
          <a:lstStyle/>
          <a:p>
            <a:fld id="{F2BFA029-C053-4E0C-B3AA-A1F38F6E5E1B}" type="datetimeFigureOut">
              <a:rPr lang="zh-CN" altLang="en-US" smtClean="0"/>
            </a:fld>
            <a:endParaRPr lang="zh-CN" altLang="en-US"/>
          </a:p>
        </p:txBody>
      </p:sp>
      <p:sp>
        <p:nvSpPr>
          <p:cNvPr id="3" name="页脚占位符 2"/>
          <p:cNvSpPr>
            <a:spLocks noGrp="1"/>
          </p:cNvSpPr>
          <p:nvPr>
            <p:ph type="ftr" sz="quarter" idx="11"/>
            <p:custDataLst>
              <p:tags r:id="rId5"/>
            </p:custDataLst>
          </p:nvPr>
        </p:nvSpPr>
        <p:spPr/>
        <p:txBody>
          <a:bodyPr/>
          <a:lstStyle/>
          <a:p>
            <a:endParaRPr lang="zh-CN" altLang="en-US"/>
          </a:p>
        </p:txBody>
      </p:sp>
      <p:sp>
        <p:nvSpPr>
          <p:cNvPr id="8" name="灯片编号占位符 7"/>
          <p:cNvSpPr>
            <a:spLocks noGrp="1"/>
          </p:cNvSpPr>
          <p:nvPr>
            <p:ph type="sldNum" sz="quarter" idx="12"/>
            <p:custDataLst>
              <p:tags r:id="rId6"/>
            </p:custDataLst>
          </p:nvPr>
        </p:nvSpPr>
        <p:spPr/>
        <p:txBody>
          <a:bodyPr/>
          <a:lstStyle/>
          <a:p>
            <a:fld id="{91ED5A92-ABDF-4489-9CD6-12725639C47D}" type="slidenum">
              <a:rPr lang="zh-CN" altLang="en-US" smtClean="0"/>
            </a:fld>
            <a:endParaRPr lang="zh-CN" altLang="en-US"/>
          </a:p>
        </p:txBody>
      </p:sp>
      <p:pic>
        <p:nvPicPr>
          <p:cNvPr id="4" name="图片 3" descr="图片包含 游戏机&#10;&#10;描述已自动生成"/>
          <p:cNvPicPr>
            <a:picLocks noChangeAspect="1"/>
          </p:cNvPicPr>
          <p:nvPr userDrawn="1">
            <p:custDataLst>
              <p:tags r:id="rId7"/>
            </p:custDataLst>
          </p:nvPr>
        </p:nvPicPr>
        <p:blipFill>
          <a:blip r:embed="rId8"/>
          <a:stretch>
            <a:fillRect/>
          </a:stretch>
        </p:blipFill>
        <p:spPr>
          <a:xfrm>
            <a:off x="5587365" y="67945"/>
            <a:ext cx="6604635" cy="6721475"/>
          </a:xfrm>
          <a:prstGeom prst="rect">
            <a:avLst/>
          </a:prstGeom>
        </p:spPr>
      </p:pic>
      <p:sp>
        <p:nvSpPr>
          <p:cNvPr id="11" name="椭圆 10"/>
          <p:cNvSpPr/>
          <p:nvPr userDrawn="1">
            <p:custDataLst>
              <p:tags r:id="rId9"/>
            </p:custDataLst>
          </p:nvPr>
        </p:nvSpPr>
        <p:spPr>
          <a:xfrm>
            <a:off x="4668520" y="26035"/>
            <a:ext cx="5713095" cy="5713095"/>
          </a:xfrm>
          <a:prstGeom prst="ellipse">
            <a:avLst/>
          </a:prstGeom>
          <a:gradFill>
            <a:gsLst>
              <a:gs pos="100000">
                <a:schemeClr val="accent4">
                  <a:alpha val="20000"/>
                </a:schemeClr>
              </a:gs>
              <a:gs pos="68000">
                <a:schemeClr val="accent4">
                  <a:alpha val="0"/>
                </a:schemeClr>
              </a:gs>
            </a:gsLst>
            <a:lin ang="135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8" name="正文"/>
          <p:cNvSpPr>
            <a:spLocks noGrp="1"/>
          </p:cNvSpPr>
          <p:nvPr>
            <p:ph idx="2"/>
            <p:custDataLst>
              <p:tags r:id="rId2"/>
            </p:custDataLst>
          </p:nvPr>
        </p:nvSpPr>
        <p:spPr>
          <a:xfrm>
            <a:off x="695960" y="1245235"/>
            <a:ext cx="10800080" cy="4931410"/>
          </a:xfrm>
          <a:prstGeom prst="rect">
            <a:avLst/>
          </a:prstGeom>
        </p:spPr>
        <p:txBody>
          <a:bodyPr vert="horz" lIns="91440" tIns="45720" rIns="91440" bIns="45720" rtlCol="0">
            <a:normAutofit/>
          </a:bodyPr>
          <a:lstStyle>
            <a:lvl1pPr marL="228600" marR="0" lvl="0" indent="-228600" algn="l" defTabSz="914400" rtl="0" eaLnBrk="1" fontAlgn="auto" latinLnBrk="0" hangingPunct="1">
              <a:lnSpc>
                <a:spcPct val="130000"/>
              </a:lnSpc>
              <a:spcBef>
                <a:spcPts val="1200"/>
              </a:spcBef>
              <a:spcAft>
                <a:spcPts val="0"/>
              </a:spcAft>
              <a:buClr>
                <a:schemeClr val="accent1"/>
              </a:buClr>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85000"/>
                    <a:lumOff val="15000"/>
                  </a:schemeClr>
                </a:solidFill>
                <a:uFillTx/>
                <a:latin typeface="+mn-ea"/>
                <a:ea typeface="+mn-ea"/>
                <a:cs typeface="MiSans Normal" panose="00000500000000000000" charset="-122"/>
              </a:defRPr>
            </a:lvl1pPr>
            <a:lvl2pPr marL="685800" marR="0" lvl="1" indent="-228600" algn="l" defTabSz="914400" rtl="0" eaLnBrk="1" fontAlgn="auto" latinLnBrk="0" hangingPunct="1">
              <a:lnSpc>
                <a:spcPct val="120000"/>
              </a:lnSpc>
              <a:spcBef>
                <a:spcPts val="1200"/>
              </a:spcBef>
              <a:spcAft>
                <a:spcPts val="0"/>
              </a:spcAft>
              <a:buClr>
                <a:srgbClr val="000000"/>
              </a:buClr>
              <a:buSzTx/>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MiSans Normal" panose="00000500000000000000" charset="-122"/>
                <a:ea typeface="微软雅黑" panose="020B0503020204020204" charset="-122"/>
                <a:cs typeface="MiSans Normal" panose="00000500000000000000" charset="-122"/>
              </a:defRPr>
            </a:lvl2pPr>
            <a:lvl3pPr marL="1143000" marR="0" lvl="2" indent="-228600" algn="l" defTabSz="914400" rtl="0" eaLnBrk="1" fontAlgn="auto" latinLnBrk="0" hangingPunct="1">
              <a:lnSpc>
                <a:spcPct val="120000"/>
              </a:lnSpc>
              <a:spcBef>
                <a:spcPts val="1200"/>
              </a:spcBef>
              <a:spcAft>
                <a:spcPts val="0"/>
              </a:spcAft>
              <a:buClr>
                <a:srgbClr val="000000"/>
              </a:buClr>
              <a:buSzTx/>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MiSans Normal" panose="00000500000000000000" charset="-122"/>
                <a:ea typeface="微软雅黑" panose="020B0503020204020204" charset="-122"/>
                <a:cs typeface="MiSans Normal" panose="00000500000000000000" charset="-122"/>
              </a:defRPr>
            </a:lvl3pPr>
            <a:lvl4pPr marL="1600200" marR="0" lvl="3" indent="-228600" algn="l" defTabSz="914400" rtl="0" eaLnBrk="1" fontAlgn="auto" latinLnBrk="0" hangingPunct="1">
              <a:lnSpc>
                <a:spcPct val="120000"/>
              </a:lnSpc>
              <a:spcBef>
                <a:spcPts val="1200"/>
              </a:spcBef>
              <a:spcAft>
                <a:spcPts val="0"/>
              </a:spcAft>
              <a:buClr>
                <a:srgbClr val="000000"/>
              </a:buClr>
              <a:buSzTx/>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MiSans Normal" panose="00000500000000000000" charset="-122"/>
                <a:ea typeface="微软雅黑" panose="020B0503020204020204" charset="-122"/>
                <a:cs typeface="MiSans Normal" panose="00000500000000000000" charset="-122"/>
              </a:defRPr>
            </a:lvl4pPr>
            <a:lvl5pPr marL="2057400" marR="0" lvl="4" indent="-228600" algn="l" defTabSz="914400" rtl="0" eaLnBrk="1" fontAlgn="auto" latinLnBrk="0" hangingPunct="1">
              <a:lnSpc>
                <a:spcPct val="120000"/>
              </a:lnSpc>
              <a:spcBef>
                <a:spcPts val="1200"/>
              </a:spcBef>
              <a:spcAft>
                <a:spcPts val="0"/>
              </a:spcAft>
              <a:buClr>
                <a:srgbClr val="000000"/>
              </a:buClr>
              <a:buSzTx/>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MiSans Normal" panose="00000500000000000000" charset="-122"/>
                <a:ea typeface="微软雅黑" panose="020B0503020204020204" charset="-122"/>
                <a:cs typeface="MiSans Normal" panose="00000500000000000000" charset="-122"/>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2" name="标题 1"/>
          <p:cNvSpPr>
            <a:spLocks noGrp="1"/>
          </p:cNvSpPr>
          <p:nvPr>
            <p:ph type="title"/>
            <p:custDataLst>
              <p:tags r:id="rId3"/>
            </p:custDataLst>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custDataLst>
              <p:tags r:id="rId4"/>
            </p:custDataLst>
          </p:nvPr>
        </p:nvSpPr>
        <p:spPr/>
        <p:txBody>
          <a:bodyPr/>
          <a:lstStyle/>
          <a:p>
            <a:fld id="{F2BFA029-C053-4E0C-B3AA-A1F38F6E5E1B}" type="datetimeFigureOut">
              <a:rPr lang="zh-CN" altLang="en-US" smtClean="0"/>
            </a:fld>
            <a:endParaRPr lang="zh-CN" altLang="en-US"/>
          </a:p>
        </p:txBody>
      </p:sp>
      <p:sp>
        <p:nvSpPr>
          <p:cNvPr id="9" name="页脚占位符 8"/>
          <p:cNvSpPr>
            <a:spLocks noGrp="1"/>
          </p:cNvSpPr>
          <p:nvPr>
            <p:ph type="ftr" sz="quarter" idx="11"/>
            <p:custDataLst>
              <p:tags r:id="rId5"/>
            </p:custDataLst>
          </p:nvPr>
        </p:nvSpPr>
        <p:spPr/>
        <p:txBody>
          <a:bodyPr/>
          <a:lstStyle/>
          <a:p>
            <a:endParaRPr lang="zh-CN" altLang="en-US"/>
          </a:p>
        </p:txBody>
      </p:sp>
      <p:sp>
        <p:nvSpPr>
          <p:cNvPr id="10" name="灯片编号占位符 9"/>
          <p:cNvSpPr>
            <a:spLocks noGrp="1"/>
          </p:cNvSpPr>
          <p:nvPr>
            <p:ph type="sldNum" sz="quarter" idx="12"/>
            <p:custDataLst>
              <p:tags r:id="rId6"/>
            </p:custDataLst>
          </p:nvPr>
        </p:nvSpPr>
        <p:spPr/>
        <p:txBody>
          <a:bodyPr/>
          <a:lstStyle/>
          <a:p>
            <a:fld id="{91ED5A92-ABDF-4489-9CD6-12725639C47D}"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pic>
        <p:nvPicPr>
          <p:cNvPr id="44" name="图片 43"/>
          <p:cNvPicPr>
            <a:picLocks noChangeAspect="1"/>
          </p:cNvPicPr>
          <p:nvPr userDrawn="1">
            <p:custDataLst>
              <p:tags r:id="rId2"/>
            </p:custDataLst>
          </p:nvPr>
        </p:nvPicPr>
        <p:blipFill>
          <a:blip r:embed="rId3"/>
          <a:stretch>
            <a:fillRect/>
          </a:stretch>
        </p:blipFill>
        <p:spPr>
          <a:xfrm>
            <a:off x="742951" y="421888"/>
            <a:ext cx="716839" cy="825888"/>
          </a:xfrm>
          <a:prstGeom prst="rect">
            <a:avLst/>
          </a:prstGeom>
        </p:spPr>
      </p:pic>
      <p:pic>
        <p:nvPicPr>
          <p:cNvPr id="45" name="图片 44" descr="图片包含 徽标&#10;&#10;描述已自动生成"/>
          <p:cNvPicPr>
            <a:picLocks noChangeAspect="1"/>
          </p:cNvPicPr>
          <p:nvPr userDrawn="1">
            <p:custDataLst>
              <p:tags r:id="rId4"/>
            </p:custDataLst>
          </p:nvPr>
        </p:nvPicPr>
        <p:blipFill>
          <a:blip r:embed="rId5"/>
          <a:stretch>
            <a:fillRect/>
          </a:stretch>
        </p:blipFill>
        <p:spPr>
          <a:xfrm>
            <a:off x="632027" y="227092"/>
            <a:ext cx="1655525" cy="1679961"/>
          </a:xfrm>
          <a:prstGeom prst="rect">
            <a:avLst/>
          </a:prstGeom>
        </p:spPr>
      </p:pic>
      <p:sp>
        <p:nvSpPr>
          <p:cNvPr id="7" name="标题"/>
          <p:cNvSpPr txBox="1">
            <a:spLocks noGrp="1"/>
          </p:cNvSpPr>
          <p:nvPr>
            <p:ph type="title" idx="2" hasCustomPrompt="1"/>
            <p:custDataLst>
              <p:tags r:id="rId6"/>
            </p:custDataLst>
          </p:nvPr>
        </p:nvSpPr>
        <p:spPr>
          <a:xfrm>
            <a:off x="1530985" y="610235"/>
            <a:ext cx="2432685" cy="646430"/>
          </a:xfrm>
          <a:prstGeom prst="rect">
            <a:avLst/>
          </a:prstGeom>
          <a:noFill/>
        </p:spPr>
        <p:txBody>
          <a:bodyPr wrap="square" lIns="0" tIns="0" rIns="0" bIns="0" rtlCol="0" anchor="ctr">
            <a:normAutofit/>
          </a:bodyPr>
          <a:lstStyle>
            <a:lvl1pPr marL="0" marR="0" algn="l" defTabSz="914400" rtl="0" eaLnBrk="1" fontAlgn="auto" latinLnBrk="0" hangingPunct="1">
              <a:lnSpc>
                <a:spcPct val="100000"/>
              </a:lnSpc>
              <a:buClrTx/>
              <a:buSzTx/>
              <a:buFontTx/>
              <a:buNone/>
              <a:defRPr kumimoji="0" lang="en-US" altLang="zh-CN" sz="3600" b="0" i="0" u="none" strike="noStrike" kern="1200" cap="none" spc="0" normalizeH="0" baseline="0" noProof="1" dirty="0">
                <a:solidFill>
                  <a:schemeClr val="tx1">
                    <a:lumMod val="85000"/>
                    <a:lumOff val="15000"/>
                  </a:schemeClr>
                </a:solidFill>
                <a:latin typeface="+mj-ea"/>
                <a:ea typeface="+mj-ea"/>
                <a:cs typeface="MiSans Normal" panose="00000500000000000000" charset="-122"/>
                <a:sym typeface="+mn-ea"/>
              </a:defRPr>
            </a:lvl1pPr>
          </a:lstStyle>
          <a:p>
            <a:pPr lvl="0"/>
            <a:r>
              <a:rPr>
                <a:sym typeface="+mn-ea"/>
              </a:rPr>
              <a:t>编辑标题</a:t>
            </a:r>
            <a:endParaRPr>
              <a:sym typeface="+mn-ea"/>
            </a:endParaRPr>
          </a:p>
        </p:txBody>
      </p:sp>
      <p:sp>
        <p:nvSpPr>
          <p:cNvPr id="2" name="日期占位符 1"/>
          <p:cNvSpPr>
            <a:spLocks noGrp="1"/>
          </p:cNvSpPr>
          <p:nvPr>
            <p:ph type="dt" sz="half" idx="10"/>
            <p:custDataLst>
              <p:tags r:id="rId7"/>
            </p:custDataLst>
          </p:nvPr>
        </p:nvSpPr>
        <p:spPr/>
        <p:txBody>
          <a:bodyPr/>
          <a:lstStyle/>
          <a:p>
            <a:fld id="{F2BFA029-C053-4E0C-B3AA-A1F38F6E5E1B}" type="datetimeFigureOut">
              <a:rPr lang="zh-CN" altLang="en-US" smtClean="0"/>
            </a:fld>
            <a:endParaRPr lang="zh-CN" altLang="en-US"/>
          </a:p>
        </p:txBody>
      </p:sp>
      <p:sp>
        <p:nvSpPr>
          <p:cNvPr id="6" name="页脚占位符 5"/>
          <p:cNvSpPr>
            <a:spLocks noGrp="1"/>
          </p:cNvSpPr>
          <p:nvPr>
            <p:ph type="ftr" sz="quarter" idx="11"/>
            <p:custDataLst>
              <p:tags r:id="rId8"/>
            </p:custDataLst>
          </p:nvPr>
        </p:nvSpPr>
        <p:spPr/>
        <p:txBody>
          <a:bodyPr/>
          <a:lstStyle/>
          <a:p>
            <a:endParaRPr lang="zh-CN" altLang="en-US"/>
          </a:p>
        </p:txBody>
      </p:sp>
      <p:sp>
        <p:nvSpPr>
          <p:cNvPr id="8" name="灯片编号占位符 7"/>
          <p:cNvSpPr>
            <a:spLocks noGrp="1"/>
          </p:cNvSpPr>
          <p:nvPr>
            <p:ph type="sldNum" sz="quarter" idx="12"/>
            <p:custDataLst>
              <p:tags r:id="rId9"/>
            </p:custDataLst>
          </p:nvPr>
        </p:nvSpPr>
        <p:spPr/>
        <p:txBody>
          <a:bodyPr/>
          <a:lstStyle/>
          <a:p>
            <a:fld id="{91ED5A92-ABDF-4489-9CD6-12725639C47D}"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pic>
        <p:nvPicPr>
          <p:cNvPr id="9" name="图片 8" descr="图片包含 游戏机&#10;&#10;描述已自动生成"/>
          <p:cNvPicPr>
            <a:picLocks noChangeAspect="1"/>
          </p:cNvPicPr>
          <p:nvPr>
            <p:custDataLst>
              <p:tags r:id="rId2"/>
            </p:custDataLst>
          </p:nvPr>
        </p:nvPicPr>
        <p:blipFill>
          <a:blip r:embed="rId3"/>
          <a:stretch>
            <a:fillRect/>
          </a:stretch>
        </p:blipFill>
        <p:spPr>
          <a:xfrm rot="5400000">
            <a:off x="5868242" y="880942"/>
            <a:ext cx="5185154" cy="5276374"/>
          </a:xfrm>
          <a:prstGeom prst="rect">
            <a:avLst/>
          </a:prstGeom>
        </p:spPr>
      </p:pic>
      <p:pic>
        <p:nvPicPr>
          <p:cNvPr id="13" name="图片 12" descr="图片包含 徽标&#10;&#10;描述已自动生成"/>
          <p:cNvPicPr>
            <a:picLocks noChangeAspect="1"/>
          </p:cNvPicPr>
          <p:nvPr>
            <p:custDataLst>
              <p:tags r:id="rId4"/>
            </p:custDataLst>
          </p:nvPr>
        </p:nvPicPr>
        <p:blipFill>
          <a:blip r:embed="rId5"/>
          <a:stretch>
            <a:fillRect/>
          </a:stretch>
        </p:blipFill>
        <p:spPr>
          <a:xfrm>
            <a:off x="3457576" y="-281180"/>
            <a:ext cx="5524500" cy="5608587"/>
          </a:xfrm>
          <a:prstGeom prst="rect">
            <a:avLst/>
          </a:prstGeom>
        </p:spPr>
      </p:pic>
      <p:pic>
        <p:nvPicPr>
          <p:cNvPr id="14" name="图片 13" descr="图片包含 徽标&#10;&#10;描述已自动生成"/>
          <p:cNvPicPr>
            <a:picLocks noChangeAspect="1"/>
          </p:cNvPicPr>
          <p:nvPr>
            <p:custDataLst>
              <p:tags r:id="rId6"/>
            </p:custDataLst>
          </p:nvPr>
        </p:nvPicPr>
        <p:blipFill>
          <a:blip r:embed="rId5"/>
          <a:stretch>
            <a:fillRect/>
          </a:stretch>
        </p:blipFill>
        <p:spPr>
          <a:xfrm rot="17014633" flipH="1">
            <a:off x="2182688" y="1158830"/>
            <a:ext cx="2978942" cy="3024284"/>
          </a:xfrm>
          <a:prstGeom prst="rect">
            <a:avLst/>
          </a:prstGeom>
        </p:spPr>
      </p:pic>
      <p:sp>
        <p:nvSpPr>
          <p:cNvPr id="8" name="节编号"/>
          <p:cNvSpPr txBox="1">
            <a:spLocks noGrp="1"/>
          </p:cNvSpPr>
          <p:nvPr>
            <p:ph type="body" idx="2" hasCustomPrompt="1"/>
            <p:custDataLst>
              <p:tags r:id="rId7"/>
            </p:custDataLst>
          </p:nvPr>
        </p:nvSpPr>
        <p:spPr>
          <a:xfrm>
            <a:off x="1167130" y="3667125"/>
            <a:ext cx="5793740" cy="993775"/>
          </a:xfrm>
          <a:prstGeom prst="rect">
            <a:avLst/>
          </a:prstGeom>
          <a:noFill/>
        </p:spPr>
        <p:txBody>
          <a:bodyPr wrap="square" lIns="0" tIns="0" rIns="0" bIns="0" rtlCol="0" anchor="b" anchorCtr="0">
            <a:normAutofit/>
          </a:bodyPr>
          <a:lstStyle>
            <a:lvl1pPr marL="0" marR="0" lvl="0" algn="l" defTabSz="914400" rtl="0" eaLnBrk="1" fontAlgn="auto" latinLnBrk="0" hangingPunct="1">
              <a:lnSpc>
                <a:spcPct val="100000"/>
              </a:lnSpc>
              <a:buClrTx/>
              <a:buSzTx/>
              <a:buFontTx/>
              <a:buNone/>
              <a:defRPr kumimoji="0" lang="en-US" altLang="zh-CN" sz="4000" b="0" i="0" u="none" strike="noStrike" kern="1200" cap="none" spc="0" normalizeH="0" baseline="0" noProof="1" dirty="0">
                <a:gradFill>
                  <a:gsLst>
                    <a:gs pos="54100">
                      <a:schemeClr val="accent3"/>
                    </a:gs>
                    <a:gs pos="0">
                      <a:schemeClr val="accent1"/>
                    </a:gs>
                    <a:gs pos="100000">
                      <a:schemeClr val="accent6"/>
                    </a:gs>
                  </a:gsLst>
                  <a:lin ang="0" scaled="1"/>
                </a:gradFill>
                <a:latin typeface="+mj-ea"/>
                <a:ea typeface="+mj-ea"/>
                <a:cs typeface="MiSans Normal" panose="00000500000000000000" charset="-122"/>
                <a:sym typeface="+mn-ea"/>
              </a:defRPr>
            </a:lvl1pPr>
          </a:lstStyle>
          <a:p>
            <a:pPr lvl="0" algn="l">
              <a:buClrTx/>
              <a:buSzTx/>
              <a:buFontTx/>
            </a:pPr>
            <a:r>
              <a:rPr dirty="0" err="1">
                <a:sym typeface="+mn-ea"/>
              </a:rPr>
              <a:t>编辑节编号</a:t>
            </a:r>
            <a:endParaRPr dirty="0">
              <a:sym typeface="+mn-ea"/>
            </a:endParaRPr>
          </a:p>
        </p:txBody>
      </p:sp>
      <p:sp>
        <p:nvSpPr>
          <p:cNvPr id="7" name="标题"/>
          <p:cNvSpPr txBox="1">
            <a:spLocks noGrp="1"/>
          </p:cNvSpPr>
          <p:nvPr>
            <p:ph type="title" idx="1" hasCustomPrompt="1"/>
            <p:custDataLst>
              <p:tags r:id="rId8"/>
            </p:custDataLst>
          </p:nvPr>
        </p:nvSpPr>
        <p:spPr>
          <a:xfrm>
            <a:off x="1167130" y="4742180"/>
            <a:ext cx="5793740" cy="1207770"/>
          </a:xfrm>
          <a:prstGeom prst="rect">
            <a:avLst/>
          </a:prstGeom>
          <a:noFill/>
        </p:spPr>
        <p:txBody>
          <a:bodyPr wrap="square" lIns="0" tIns="0" rIns="0" bIns="0" rtlCol="0" anchor="t" anchorCtr="0">
            <a:normAutofit/>
          </a:bodyPr>
          <a:lstStyle>
            <a:lvl1pPr marL="0" marR="0" lvl="0" algn="l" defTabSz="914400" rtl="0" eaLnBrk="1" fontAlgn="auto" latinLnBrk="0" hangingPunct="1">
              <a:lnSpc>
                <a:spcPct val="100000"/>
              </a:lnSpc>
              <a:buClrTx/>
              <a:buSzTx/>
              <a:buFontTx/>
              <a:buNone/>
              <a:defRPr kumimoji="0" lang="en-US" altLang="zh-CN" sz="4800" b="0" i="0" u="none" strike="noStrike" kern="1200" cap="none" spc="0" normalizeH="0" baseline="0" noProof="1" dirty="0">
                <a:gradFill>
                  <a:gsLst>
                    <a:gs pos="54100">
                      <a:schemeClr val="accent3"/>
                    </a:gs>
                    <a:gs pos="0">
                      <a:schemeClr val="accent1"/>
                    </a:gs>
                    <a:gs pos="100000">
                      <a:schemeClr val="accent6"/>
                    </a:gs>
                  </a:gsLst>
                  <a:lin ang="0" scaled="1"/>
                </a:gradFill>
                <a:latin typeface="+mj-ea"/>
                <a:ea typeface="+mj-ea"/>
                <a:cs typeface="MiSans Normal" panose="00000500000000000000" charset="-122"/>
                <a:sym typeface="+mn-ea"/>
              </a:defRPr>
            </a:lvl1pPr>
          </a:lstStyle>
          <a:p>
            <a:pPr lvl="0" algn="l">
              <a:buClrTx/>
              <a:buSzTx/>
              <a:buFontTx/>
            </a:pPr>
            <a:r>
              <a:rPr dirty="0" err="1">
                <a:sym typeface="+mn-ea"/>
              </a:rPr>
              <a:t>单击此处编辑标题</a:t>
            </a:r>
            <a:endParaRPr dirty="0">
              <a:sym typeface="+mn-ea"/>
            </a:endParaRPr>
          </a:p>
        </p:txBody>
      </p:sp>
      <p:sp>
        <p:nvSpPr>
          <p:cNvPr id="2" name="日期占位符 1"/>
          <p:cNvSpPr>
            <a:spLocks noGrp="1"/>
          </p:cNvSpPr>
          <p:nvPr>
            <p:ph type="dt" sz="half" idx="10"/>
            <p:custDataLst>
              <p:tags r:id="rId9"/>
            </p:custDataLst>
          </p:nvPr>
        </p:nvSpPr>
        <p:spPr/>
        <p:txBody>
          <a:bodyPr/>
          <a:lstStyle/>
          <a:p>
            <a:fld id="{F2BFA029-C053-4E0C-B3AA-A1F38F6E5E1B}" type="datetimeFigureOut">
              <a:rPr lang="zh-CN" altLang="en-US" smtClean="0"/>
            </a:fld>
            <a:endParaRPr lang="zh-CN" altLang="en-US"/>
          </a:p>
        </p:txBody>
      </p:sp>
      <p:sp>
        <p:nvSpPr>
          <p:cNvPr id="3" name="页脚占位符 2"/>
          <p:cNvSpPr>
            <a:spLocks noGrp="1"/>
          </p:cNvSpPr>
          <p:nvPr>
            <p:ph type="ftr" sz="quarter" idx="11"/>
            <p:custDataLst>
              <p:tags r:id="rId10"/>
            </p:custDataLst>
          </p:nvPr>
        </p:nvSpPr>
        <p:spPr/>
        <p:txBody>
          <a:bodyPr/>
          <a:lstStyle/>
          <a:p>
            <a:endParaRPr lang="zh-CN" altLang="en-US"/>
          </a:p>
        </p:txBody>
      </p:sp>
      <p:sp>
        <p:nvSpPr>
          <p:cNvPr id="10" name="灯片编号占位符 9"/>
          <p:cNvSpPr>
            <a:spLocks noGrp="1"/>
          </p:cNvSpPr>
          <p:nvPr>
            <p:ph type="sldNum" sz="quarter" idx="12"/>
            <p:custDataLst>
              <p:tags r:id="rId11"/>
            </p:custDataLst>
          </p:nvPr>
        </p:nvSpPr>
        <p:spPr/>
        <p:txBody>
          <a:bodyPr/>
          <a:lstStyle/>
          <a:p>
            <a:fld id="{91ED5A92-ABDF-4489-9CD6-12725639C47D}"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showMasterSp="0" userDrawn="1">
  <p:cSld name="标题和两栏">
    <p:spTree>
      <p:nvGrpSpPr>
        <p:cNvPr id="1" name=""/>
        <p:cNvGrpSpPr/>
        <p:nvPr/>
      </p:nvGrpSpPr>
      <p:grpSpPr>
        <a:xfrm>
          <a:off x="0" y="0"/>
          <a:ext cx="0" cy="0"/>
          <a:chOff x="0" y="0"/>
          <a:chExt cx="0" cy="0"/>
        </a:xfrm>
      </p:grpSpPr>
      <p:sp>
        <p:nvSpPr>
          <p:cNvPr id="10" name="正文"/>
          <p:cNvSpPr txBox="1">
            <a:spLocks noGrp="1"/>
          </p:cNvSpPr>
          <p:nvPr>
            <p:ph idx="3"/>
            <p:custDataLst>
              <p:tags r:id="rId2"/>
            </p:custDataLst>
          </p:nvPr>
        </p:nvSpPr>
        <p:spPr>
          <a:xfrm>
            <a:off x="6400800" y="1245870"/>
            <a:ext cx="5095240" cy="4930775"/>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iSans Normal" panose="00000500000000000000"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iSans Normal" panose="00000500000000000000" charset="-122"/>
                <a:ea typeface="微软雅黑" panose="020B0503020204020204" charset="-122"/>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iSans Normal" panose="00000500000000000000" charset="-122"/>
                <a:ea typeface="微软雅黑" panose="020B0503020204020204" charset="-122"/>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iSans Normal" panose="00000500000000000000" charset="-122"/>
                <a:ea typeface="微软雅黑" panose="020B0503020204020204" charset="-122"/>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iSans Normal" panose="00000500000000000000" charset="-122"/>
                <a:ea typeface="微软雅黑" panose="020B0503020204020204" charset="-122"/>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单击此处编辑母版文本样式</a:t>
            </a:r>
            <a:endParaRPr dirty="0">
              <a:sym typeface="+mn-ea"/>
            </a:endParaRPr>
          </a:p>
          <a:p>
            <a:pPr lvl="1"/>
            <a:r>
              <a:rPr dirty="0" err="1">
                <a:sym typeface="+mn-ea"/>
              </a:rPr>
              <a:t>第二级</a:t>
            </a:r>
            <a:endParaRPr dirty="0">
              <a:sym typeface="+mn-ea"/>
            </a:endParaRPr>
          </a:p>
          <a:p>
            <a:pPr lvl="2"/>
            <a:r>
              <a:rPr dirty="0" err="1">
                <a:sym typeface="+mn-ea"/>
              </a:rPr>
              <a:t>第三级</a:t>
            </a:r>
            <a:endParaRPr dirty="0">
              <a:sym typeface="+mn-ea"/>
            </a:endParaRPr>
          </a:p>
          <a:p>
            <a:pPr lvl="3"/>
            <a:r>
              <a:rPr dirty="0" err="1">
                <a:sym typeface="+mn-ea"/>
              </a:rPr>
              <a:t>第四级</a:t>
            </a:r>
            <a:endParaRPr dirty="0">
              <a:sym typeface="+mn-ea"/>
            </a:endParaRPr>
          </a:p>
          <a:p>
            <a:pPr lvl="4"/>
            <a:r>
              <a:rPr dirty="0" err="1">
                <a:sym typeface="+mn-ea"/>
              </a:rPr>
              <a:t>第五级</a:t>
            </a:r>
            <a:endParaRPr dirty="0">
              <a:sym typeface="+mn-ea"/>
            </a:endParaRPr>
          </a:p>
        </p:txBody>
      </p:sp>
      <p:sp>
        <p:nvSpPr>
          <p:cNvPr id="9" name="正文"/>
          <p:cNvSpPr txBox="1">
            <a:spLocks noGrp="1"/>
          </p:cNvSpPr>
          <p:nvPr>
            <p:ph idx="2"/>
            <p:custDataLst>
              <p:tags r:id="rId3"/>
            </p:custDataLst>
          </p:nvPr>
        </p:nvSpPr>
        <p:spPr>
          <a:xfrm>
            <a:off x="695960" y="1245870"/>
            <a:ext cx="5088890" cy="4930775"/>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iSans Normal" panose="00000500000000000000"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iSans Normal" panose="00000500000000000000" charset="-122"/>
                <a:ea typeface="微软雅黑" panose="020B0503020204020204" charset="-122"/>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iSans Normal" panose="00000500000000000000" charset="-122"/>
                <a:ea typeface="微软雅黑" panose="020B0503020204020204" charset="-122"/>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iSans Normal" panose="00000500000000000000" charset="-122"/>
                <a:ea typeface="微软雅黑" panose="020B0503020204020204" charset="-122"/>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单击此处编辑母版文本样式</a:t>
            </a:r>
            <a:endParaRPr dirty="0">
              <a:sym typeface="+mn-ea"/>
            </a:endParaRPr>
          </a:p>
          <a:p>
            <a:pPr lvl="1"/>
            <a:r>
              <a:rPr dirty="0" err="1">
                <a:sym typeface="+mn-ea"/>
              </a:rPr>
              <a:t>第二级</a:t>
            </a:r>
            <a:endParaRPr dirty="0">
              <a:sym typeface="+mn-ea"/>
            </a:endParaRPr>
          </a:p>
          <a:p>
            <a:pPr lvl="2"/>
            <a:r>
              <a:rPr dirty="0" err="1">
                <a:sym typeface="+mn-ea"/>
              </a:rPr>
              <a:t>第三级</a:t>
            </a:r>
            <a:endParaRPr dirty="0">
              <a:sym typeface="+mn-ea"/>
            </a:endParaRPr>
          </a:p>
          <a:p>
            <a:pPr lvl="3"/>
            <a:r>
              <a:rPr dirty="0" err="1">
                <a:sym typeface="+mn-ea"/>
              </a:rPr>
              <a:t>第四级</a:t>
            </a:r>
            <a:endParaRPr dirty="0">
              <a:sym typeface="+mn-ea"/>
            </a:endParaRPr>
          </a:p>
          <a:p>
            <a:pPr lvl="4"/>
            <a:r>
              <a:rPr dirty="0" err="1">
                <a:sym typeface="+mn-ea"/>
              </a:rPr>
              <a:t>第五级</a:t>
            </a:r>
            <a:endParaRPr dirty="0">
              <a:sym typeface="+mn-ea"/>
            </a:endParaRPr>
          </a:p>
        </p:txBody>
      </p:sp>
      <p:sp>
        <p:nvSpPr>
          <p:cNvPr id="2" name="日期占位符 1"/>
          <p:cNvSpPr>
            <a:spLocks noGrp="1"/>
          </p:cNvSpPr>
          <p:nvPr>
            <p:ph type="dt" sz="half" idx="10"/>
            <p:custDataLst>
              <p:tags r:id="rId4"/>
            </p:custDataLst>
          </p:nvPr>
        </p:nvSpPr>
        <p:spPr/>
        <p:txBody>
          <a:bodyPr/>
          <a:lstStyle/>
          <a:p>
            <a:fld id="{F2BFA029-C053-4E0C-B3AA-A1F38F6E5E1B}" type="datetimeFigureOut">
              <a:rPr lang="zh-CN" altLang="en-US" smtClean="0"/>
            </a:fld>
            <a:endParaRPr lang="zh-CN" altLang="en-US"/>
          </a:p>
        </p:txBody>
      </p:sp>
      <p:sp>
        <p:nvSpPr>
          <p:cNvPr id="3" name="页脚占位符 2"/>
          <p:cNvSpPr>
            <a:spLocks noGrp="1"/>
          </p:cNvSpPr>
          <p:nvPr>
            <p:ph type="ftr" sz="quarter" idx="11"/>
            <p:custDataLst>
              <p:tags r:id="rId5"/>
            </p:custDataLst>
          </p:nvPr>
        </p:nvSpPr>
        <p:spPr/>
        <p:txBody>
          <a:bodyPr/>
          <a:lstStyle/>
          <a:p>
            <a:endParaRPr lang="zh-CN" altLang="en-US"/>
          </a:p>
        </p:txBody>
      </p:sp>
      <p:sp>
        <p:nvSpPr>
          <p:cNvPr id="4" name="灯片编号占位符 3"/>
          <p:cNvSpPr>
            <a:spLocks noGrp="1"/>
          </p:cNvSpPr>
          <p:nvPr>
            <p:ph type="sldNum" sz="quarter" idx="12"/>
            <p:custDataLst>
              <p:tags r:id="rId6"/>
            </p:custDataLst>
          </p:nvPr>
        </p:nvSpPr>
        <p:spPr/>
        <p:txBody>
          <a:bodyPr/>
          <a:lstStyle/>
          <a:p>
            <a:fld id="{91ED5A92-ABDF-4489-9CD6-12725639C47D}" type="slidenum">
              <a:rPr lang="zh-CN" altLang="en-US" smtClean="0"/>
            </a:fld>
            <a:endParaRPr lang="zh-CN" altLang="en-US"/>
          </a:p>
        </p:txBody>
      </p:sp>
      <p:sp>
        <p:nvSpPr>
          <p:cNvPr id="11" name="标题 10"/>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showMasterSp="0" userDrawn="1">
  <p:cSld name="标题和比较">
    <p:spTree>
      <p:nvGrpSpPr>
        <p:cNvPr id="1" name=""/>
        <p:cNvGrpSpPr/>
        <p:nvPr/>
      </p:nvGrpSpPr>
      <p:grpSpPr>
        <a:xfrm>
          <a:off x="0" y="0"/>
          <a:ext cx="0" cy="0"/>
          <a:chOff x="0" y="0"/>
          <a:chExt cx="0" cy="0"/>
        </a:xfrm>
      </p:grpSpPr>
      <p:sp>
        <p:nvSpPr>
          <p:cNvPr id="16" name="正文"/>
          <p:cNvSpPr txBox="1">
            <a:spLocks noGrp="1"/>
          </p:cNvSpPr>
          <p:nvPr>
            <p:ph idx="7"/>
            <p:custDataLst>
              <p:tags r:id="rId2"/>
            </p:custDataLst>
          </p:nvPr>
        </p:nvSpPr>
        <p:spPr>
          <a:xfrm>
            <a:off x="6235065" y="1720850"/>
            <a:ext cx="5260975" cy="4455795"/>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iSans Normal" panose="00000500000000000000"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iSans Normal" panose="00000500000000000000" charset="-122"/>
                <a:ea typeface="微软雅黑" panose="020B0503020204020204" charset="-122"/>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iSans Normal" panose="00000500000000000000" charset="-122"/>
                <a:ea typeface="微软雅黑" panose="020B0503020204020204" charset="-122"/>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iSans Normal" panose="00000500000000000000" charset="-122"/>
                <a:ea typeface="微软雅黑" panose="020B0503020204020204" charset="-122"/>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iSans Normal" panose="00000500000000000000" charset="-122"/>
                <a:ea typeface="微软雅黑" panose="020B0503020204020204" charset="-122"/>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14" name="正文"/>
          <p:cNvSpPr txBox="1">
            <a:spLocks noGrp="1"/>
          </p:cNvSpPr>
          <p:nvPr>
            <p:ph idx="5"/>
            <p:custDataLst>
              <p:tags r:id="rId3"/>
            </p:custDataLst>
          </p:nvPr>
        </p:nvSpPr>
        <p:spPr>
          <a:xfrm>
            <a:off x="695325" y="1720850"/>
            <a:ext cx="5255260" cy="4455795"/>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iSans Normal" panose="00000500000000000000"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iSans Normal" panose="00000500000000000000" charset="-122"/>
                <a:ea typeface="微软雅黑" panose="020B0503020204020204" charset="-122"/>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iSans Normal" panose="00000500000000000000" charset="-122"/>
                <a:ea typeface="微软雅黑" panose="020B0503020204020204" charset="-122"/>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iSans Normal" panose="00000500000000000000" charset="-122"/>
                <a:ea typeface="微软雅黑" panose="020B0503020204020204" charset="-122"/>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iSans Normal" panose="00000500000000000000" charset="-122"/>
                <a:ea typeface="微软雅黑" panose="020B0503020204020204" charset="-122"/>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6" name="日期占位符 5"/>
          <p:cNvSpPr>
            <a:spLocks noGrp="1"/>
          </p:cNvSpPr>
          <p:nvPr>
            <p:ph type="dt" sz="half" idx="10"/>
            <p:custDataLst>
              <p:tags r:id="rId4"/>
            </p:custDataLst>
          </p:nvPr>
        </p:nvSpPr>
        <p:spPr/>
        <p:txBody>
          <a:bodyPr/>
          <a:lstStyle/>
          <a:p>
            <a:fld id="{F2BFA029-C053-4E0C-B3AA-A1F38F6E5E1B}"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a:p>
        </p:txBody>
      </p:sp>
      <p:sp>
        <p:nvSpPr>
          <p:cNvPr id="18" name="灯片编号占位符 17"/>
          <p:cNvSpPr>
            <a:spLocks noGrp="1"/>
          </p:cNvSpPr>
          <p:nvPr>
            <p:ph type="sldNum" sz="quarter" idx="12"/>
            <p:custDataLst>
              <p:tags r:id="rId6"/>
            </p:custDataLst>
          </p:nvPr>
        </p:nvSpPr>
        <p:spPr/>
        <p:txBody>
          <a:bodyPr/>
          <a:lstStyle/>
          <a:p>
            <a:fld id="{91ED5A92-ABDF-4489-9CD6-12725639C47D}" type="slidenum">
              <a:rPr lang="zh-CN" altLang="en-US" smtClean="0"/>
            </a:fld>
            <a:endParaRPr lang="zh-CN" altLang="en-US"/>
          </a:p>
        </p:txBody>
      </p:sp>
      <p:sp>
        <p:nvSpPr>
          <p:cNvPr id="19" name="标题 1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showMasterSp="0" userDrawn="1">
  <p:cSld name="仅标题">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F2BFA029-C053-4E0C-B3AA-A1F38F6E5E1B}" type="datetimeFigureOut">
              <a:rPr lang="zh-CN" altLang="en-US" smtClean="0"/>
            </a:fld>
            <a:endParaRPr lang="zh-CN" altLang="en-US"/>
          </a:p>
        </p:txBody>
      </p:sp>
      <p:sp>
        <p:nvSpPr>
          <p:cNvPr id="7" name="页脚占位符 6"/>
          <p:cNvSpPr>
            <a:spLocks noGrp="1"/>
          </p:cNvSpPr>
          <p:nvPr>
            <p:ph type="ftr" sz="quarter" idx="11"/>
            <p:custDataLst>
              <p:tags r:id="rId3"/>
            </p:custDataLst>
          </p:nvPr>
        </p:nvSpPr>
        <p:spPr/>
        <p:txBody>
          <a:bodyPr/>
          <a:lstStyle/>
          <a:p>
            <a:endParaRPr lang="zh-CN" altLang="en-US"/>
          </a:p>
        </p:txBody>
      </p:sp>
      <p:sp>
        <p:nvSpPr>
          <p:cNvPr id="8" name="灯片编号占位符 7"/>
          <p:cNvSpPr>
            <a:spLocks noGrp="1"/>
          </p:cNvSpPr>
          <p:nvPr>
            <p:ph type="sldNum" sz="quarter" idx="12"/>
            <p:custDataLst>
              <p:tags r:id="rId4"/>
            </p:custDataLst>
          </p:nvPr>
        </p:nvSpPr>
        <p:spPr/>
        <p:txBody>
          <a:bodyPr/>
          <a:lstStyle/>
          <a:p>
            <a:fld id="{91ED5A92-ABDF-4489-9CD6-12725639C47D}" type="slidenum">
              <a:rPr lang="zh-CN" altLang="en-US" smtClean="0"/>
            </a:fld>
            <a:endParaRPr lang="zh-CN" altLang="en-US"/>
          </a:p>
        </p:txBody>
      </p:sp>
      <p:sp>
        <p:nvSpPr>
          <p:cNvPr id="9" name="标题 8"/>
          <p:cNvSpPr>
            <a:spLocks noGrp="1"/>
          </p:cNvSpPr>
          <p:nvPr>
            <p:ph type="title"/>
            <p:custDataLst>
              <p:tags r:id="rId5"/>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5" name="日期占位符 4"/>
          <p:cNvSpPr>
            <a:spLocks noGrp="1"/>
          </p:cNvSpPr>
          <p:nvPr>
            <p:ph type="dt" sz="half" idx="10"/>
            <p:custDataLst>
              <p:tags r:id="rId2"/>
            </p:custDataLst>
          </p:nvPr>
        </p:nvSpPr>
        <p:spPr/>
        <p:txBody>
          <a:bodyPr/>
          <a:lstStyle/>
          <a:p>
            <a:fld id="{F2BFA029-C053-4E0C-B3AA-A1F38F6E5E1B}" type="datetimeFigureOut">
              <a:rPr lang="zh-CN" altLang="en-US" smtClean="0"/>
            </a:fld>
            <a:endParaRPr lang="zh-CN" altLang="en-US"/>
          </a:p>
        </p:txBody>
      </p:sp>
      <p:sp>
        <p:nvSpPr>
          <p:cNvPr id="6" name="页脚占位符 5"/>
          <p:cNvSpPr>
            <a:spLocks noGrp="1"/>
          </p:cNvSpPr>
          <p:nvPr>
            <p:ph type="ftr" sz="quarter" idx="11"/>
            <p:custDataLst>
              <p:tags r:id="rId3"/>
            </p:custDataLst>
          </p:nvPr>
        </p:nvSpPr>
        <p:spPr/>
        <p:txBody>
          <a:bodyPr/>
          <a:lstStyle/>
          <a:p>
            <a:endParaRPr lang="zh-CN" altLang="en-US"/>
          </a:p>
        </p:txBody>
      </p:sp>
      <p:sp>
        <p:nvSpPr>
          <p:cNvPr id="7" name="灯片编号占位符 6"/>
          <p:cNvSpPr>
            <a:spLocks noGrp="1"/>
          </p:cNvSpPr>
          <p:nvPr>
            <p:ph type="sldNum" sz="quarter" idx="12"/>
            <p:custDataLst>
              <p:tags r:id="rId4"/>
            </p:custDataLst>
          </p:nvPr>
        </p:nvSpPr>
        <p:spPr/>
        <p:txBody>
          <a:bodyPr/>
          <a:lstStyle/>
          <a:p>
            <a:fld id="{91ED5A92-ABDF-4489-9CD6-12725639C47D}"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showMasterSp="0">
  <p:cSld name="仅内容">
    <p:spTree>
      <p:nvGrpSpPr>
        <p:cNvPr id="1" name=""/>
        <p:cNvGrpSpPr/>
        <p:nvPr/>
      </p:nvGrpSpPr>
      <p:grpSpPr>
        <a:xfrm>
          <a:off x="0" y="0"/>
          <a:ext cx="0" cy="0"/>
          <a:chOff x="0" y="0"/>
          <a:chExt cx="0" cy="0"/>
        </a:xfrm>
      </p:grpSpPr>
      <p:sp>
        <p:nvSpPr>
          <p:cNvPr id="7" name="正文"/>
          <p:cNvSpPr txBox="1">
            <a:spLocks noGrp="1"/>
          </p:cNvSpPr>
          <p:nvPr>
            <p:ph idx="1"/>
            <p:custDataLst>
              <p:tags r:id="rId2"/>
            </p:custDataLst>
          </p:nvPr>
        </p:nvSpPr>
        <p:spPr>
          <a:xfrm>
            <a:off x="695960" y="360045"/>
            <a:ext cx="10801985" cy="581787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iSans Normal" panose="00000500000000000000"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2" name="日期占位符 1"/>
          <p:cNvSpPr>
            <a:spLocks noGrp="1"/>
          </p:cNvSpPr>
          <p:nvPr>
            <p:ph type="dt" sz="half" idx="10"/>
            <p:custDataLst>
              <p:tags r:id="rId3"/>
            </p:custDataLst>
          </p:nvPr>
        </p:nvSpPr>
        <p:spPr/>
        <p:txBody>
          <a:bodyPr/>
          <a:lstStyle/>
          <a:p>
            <a:fld id="{F2BFA029-C053-4E0C-B3AA-A1F38F6E5E1B}" type="datetimeFigureOut">
              <a:rPr lang="zh-CN" altLang="en-US" smtClean="0"/>
            </a:fld>
            <a:endParaRPr lang="zh-CN" altLang="en-US"/>
          </a:p>
        </p:txBody>
      </p:sp>
      <p:sp>
        <p:nvSpPr>
          <p:cNvPr id="3" name="页脚占位符 2"/>
          <p:cNvSpPr>
            <a:spLocks noGrp="1"/>
          </p:cNvSpPr>
          <p:nvPr>
            <p:ph type="ftr" sz="quarter" idx="11"/>
            <p:custDataLst>
              <p:tags r:id="rId4"/>
            </p:custDataLst>
          </p:nvPr>
        </p:nvSpPr>
        <p:spPr/>
        <p:txBody>
          <a:bodyPr/>
          <a:lstStyle/>
          <a:p>
            <a:endParaRPr lang="zh-CN" altLang="en-US"/>
          </a:p>
        </p:txBody>
      </p:sp>
      <p:sp>
        <p:nvSpPr>
          <p:cNvPr id="8" name="灯片编号占位符 7"/>
          <p:cNvSpPr>
            <a:spLocks noGrp="1"/>
          </p:cNvSpPr>
          <p:nvPr>
            <p:ph type="sldNum" sz="quarter" idx="12"/>
            <p:custDataLst>
              <p:tags r:id="rId5"/>
            </p:custDataLst>
          </p:nvPr>
        </p:nvSpPr>
        <p:spPr/>
        <p:txBody>
          <a:bodyPr/>
          <a:lstStyle/>
          <a:p>
            <a:fld id="{91ED5A92-ABDF-4489-9CD6-12725639C47D}"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showMasterSp="0" userDrawn="1">
  <p:cSld name="标题和副标题">
    <p:spTree>
      <p:nvGrpSpPr>
        <p:cNvPr id="1" name=""/>
        <p:cNvGrpSpPr/>
        <p:nvPr/>
      </p:nvGrpSpPr>
      <p:grpSpPr>
        <a:xfrm>
          <a:off x="0" y="0"/>
          <a:ext cx="0" cy="0"/>
          <a:chOff x="0" y="0"/>
          <a:chExt cx="0" cy="0"/>
        </a:xfrm>
      </p:grpSpPr>
      <p:sp>
        <p:nvSpPr>
          <p:cNvPr id="6" name="副标题"/>
          <p:cNvSpPr txBox="1">
            <a:spLocks noGrp="1"/>
          </p:cNvSpPr>
          <p:nvPr>
            <p:ph type="body" idx="1" hasCustomPrompt="1"/>
            <p:custDataLst>
              <p:tags r:id="rId2"/>
            </p:custDataLst>
          </p:nvPr>
        </p:nvSpPr>
        <p:spPr>
          <a:xfrm>
            <a:off x="695960" y="1301750"/>
            <a:ext cx="10799088" cy="405553"/>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0" i="0" u="none" strike="noStrike" kern="1200" cap="none" spc="300" normalizeH="0" baseline="0" noProof="1" dirty="0">
                <a:solidFill>
                  <a:schemeClr val="tx1">
                    <a:lumMod val="75000"/>
                    <a:lumOff val="25000"/>
                  </a:schemeClr>
                </a:solidFill>
                <a:latin typeface="+mj-ea"/>
                <a:ea typeface="+mj-ea"/>
                <a:cs typeface="MiSans Normal" panose="00000500000000000000" charset="-122"/>
              </a:defRPr>
            </a:lvl1pPr>
          </a:lstStyle>
          <a:p>
            <a:pPr lvl="0" algn="l"/>
            <a:r>
              <a:rPr>
                <a:sym typeface="+mn-ea"/>
              </a:rPr>
              <a:t>单击此处编辑母版副标题样式</a:t>
            </a:r>
            <a:endParaRPr>
              <a:sym typeface="+mn-ea"/>
            </a:endParaRPr>
          </a:p>
        </p:txBody>
      </p:sp>
      <p:sp>
        <p:nvSpPr>
          <p:cNvPr id="2" name="日期占位符 1"/>
          <p:cNvSpPr>
            <a:spLocks noGrp="1"/>
          </p:cNvSpPr>
          <p:nvPr>
            <p:ph type="dt" sz="half" idx="10"/>
            <p:custDataLst>
              <p:tags r:id="rId3"/>
            </p:custDataLst>
          </p:nvPr>
        </p:nvSpPr>
        <p:spPr/>
        <p:txBody>
          <a:bodyPr/>
          <a:lstStyle/>
          <a:p>
            <a:fld id="{F2BFA029-C053-4E0C-B3AA-A1F38F6E5E1B}" type="datetimeFigureOut">
              <a:rPr lang="zh-CN" altLang="en-US" smtClean="0"/>
            </a:fld>
            <a:endParaRPr lang="zh-CN" altLang="en-US"/>
          </a:p>
        </p:txBody>
      </p:sp>
      <p:sp>
        <p:nvSpPr>
          <p:cNvPr id="8" name="页脚占位符 7"/>
          <p:cNvSpPr>
            <a:spLocks noGrp="1"/>
          </p:cNvSpPr>
          <p:nvPr>
            <p:ph type="ftr" sz="quarter" idx="11"/>
            <p:custDataLst>
              <p:tags r:id="rId4"/>
            </p:custDataLst>
          </p:nvPr>
        </p:nvSpPr>
        <p:spPr/>
        <p:txBody>
          <a:bodyPr/>
          <a:lstStyle/>
          <a:p>
            <a:endParaRPr lang="zh-CN" altLang="en-US"/>
          </a:p>
        </p:txBody>
      </p:sp>
      <p:sp>
        <p:nvSpPr>
          <p:cNvPr id="9" name="灯片编号占位符 8"/>
          <p:cNvSpPr>
            <a:spLocks noGrp="1"/>
          </p:cNvSpPr>
          <p:nvPr>
            <p:ph type="sldNum" sz="quarter" idx="12"/>
            <p:custDataLst>
              <p:tags r:id="rId5"/>
            </p:custDataLst>
          </p:nvPr>
        </p:nvSpPr>
        <p:spPr/>
        <p:txBody>
          <a:bodyPr/>
          <a:lstStyle/>
          <a:p>
            <a:fld id="{91ED5A92-ABDF-4489-9CD6-12725639C47D}" type="slidenum">
              <a:rPr lang="zh-CN" altLang="en-US" smtClean="0"/>
            </a:fld>
            <a:endParaRPr lang="zh-CN" altLang="en-US"/>
          </a:p>
        </p:txBody>
      </p:sp>
      <p:sp>
        <p:nvSpPr>
          <p:cNvPr id="10" name="标题 9"/>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showMasterSp="0">
  <p:cSld name="末尾幻灯片">
    <p:spTree>
      <p:nvGrpSpPr>
        <p:cNvPr id="1" name=""/>
        <p:cNvGrpSpPr/>
        <p:nvPr/>
      </p:nvGrpSpPr>
      <p:grpSpPr>
        <a:xfrm>
          <a:off x="0" y="0"/>
          <a:ext cx="0" cy="0"/>
          <a:chOff x="0" y="0"/>
          <a:chExt cx="0" cy="0"/>
        </a:xfrm>
      </p:grpSpPr>
      <p:sp>
        <p:nvSpPr>
          <p:cNvPr id="8" name="署名"/>
          <p:cNvSpPr txBox="1">
            <a:spLocks noGrp="1"/>
          </p:cNvSpPr>
          <p:nvPr>
            <p:ph type="body" idx="2" hasCustomPrompt="1"/>
            <p:custDataLst>
              <p:tags r:id="rId2"/>
            </p:custDataLst>
          </p:nvPr>
        </p:nvSpPr>
        <p:spPr>
          <a:xfrm>
            <a:off x="1351915" y="4349115"/>
            <a:ext cx="1607820" cy="397510"/>
          </a:xfrm>
          <a:prstGeom prst="roundRect">
            <a:avLst>
              <a:gd name="adj" fmla="val 50000"/>
            </a:avLst>
          </a:prstGeom>
          <a:gradFill>
            <a:gsLst>
              <a:gs pos="0">
                <a:schemeClr val="accent1"/>
              </a:gs>
              <a:gs pos="100000">
                <a:schemeClr val="accent6"/>
              </a:gs>
            </a:gsLst>
            <a:lin ang="7200000" scaled="0"/>
          </a:gradFill>
        </p:spPr>
        <p:txBody>
          <a:bodyPr wrap="square" lIns="0" tIns="0" rIns="0" bIns="0" rtlCol="0" anchor="ctr">
            <a:normAutofit/>
          </a:bodyPr>
          <a:lstStyle>
            <a:lvl1pPr marL="0" marR="0" algn="ctr" defTabSz="914400" rtl="0" eaLnBrk="1" fontAlgn="auto" latinLnBrk="0" hangingPunct="1">
              <a:lnSpc>
                <a:spcPct val="100000"/>
              </a:lnSpc>
              <a:buClrTx/>
              <a:buSzTx/>
              <a:buFontTx/>
              <a:buNone/>
              <a:defRPr kumimoji="0" lang="zh-CN" altLang="en-US" sz="1200" b="0" i="0" u="none" strike="noStrike" kern="1200" cap="none" spc="0" normalizeH="0" baseline="0" noProof="1" dirty="0">
                <a:solidFill>
                  <a:schemeClr val="lt1">
                    <a:lumMod val="100000"/>
                  </a:schemeClr>
                </a:solidFill>
                <a:latin typeface="+mj-lt"/>
                <a:ea typeface="+mj-lt"/>
                <a:cs typeface="MiSans Normal" panose="00000500000000000000" charset="-122"/>
                <a:sym typeface="+mn-ea"/>
              </a:defRPr>
            </a:lvl1pPr>
          </a:lstStyle>
          <a:p>
            <a:pPr lvl="0" algn="ctr"/>
            <a:r>
              <a:rPr dirty="0">
                <a:sym typeface="+mn-ea"/>
              </a:rPr>
              <a:t>单击此处编辑文本</a:t>
            </a:r>
            <a:endParaRPr dirty="0">
              <a:sym typeface="+mn-ea"/>
            </a:endParaRPr>
          </a:p>
        </p:txBody>
      </p:sp>
      <p:sp>
        <p:nvSpPr>
          <p:cNvPr id="7" name="标题"/>
          <p:cNvSpPr txBox="1">
            <a:spLocks noGrp="1"/>
          </p:cNvSpPr>
          <p:nvPr>
            <p:ph type="title" idx="1" hasCustomPrompt="1"/>
            <p:custDataLst>
              <p:tags r:id="rId3"/>
            </p:custDataLst>
          </p:nvPr>
        </p:nvSpPr>
        <p:spPr>
          <a:xfrm>
            <a:off x="1331595" y="2075815"/>
            <a:ext cx="4764405" cy="1977390"/>
          </a:xfrm>
          <a:prstGeom prst="rect">
            <a:avLst/>
          </a:prstGeom>
          <a:noFill/>
        </p:spPr>
        <p:txBody>
          <a:bodyPr wrap="square" lIns="91440" tIns="45720" rIns="91440" bIns="45720" rtlCol="0" anchor="ctr" anchorCtr="0">
            <a:normAutofit/>
          </a:bodyPr>
          <a:lstStyle>
            <a:lvl1pPr marL="0" marR="0" lvl="0" algn="l" defTabSz="914400" rtl="0" eaLnBrk="1" fontAlgn="auto" latinLnBrk="0" hangingPunct="1">
              <a:lnSpc>
                <a:spcPct val="100000"/>
              </a:lnSpc>
              <a:buClrTx/>
              <a:buSzTx/>
              <a:buFontTx/>
              <a:buNone/>
              <a:defRPr kumimoji="0" lang="en-US" altLang="zh-CN" sz="6600" b="0" i="0" u="none" strike="noStrike" kern="1200" cap="none" spc="0" normalizeH="0" baseline="0" noProof="1" dirty="0">
                <a:solidFill>
                  <a:schemeClr val="tx1">
                    <a:lumMod val="85000"/>
                    <a:lumOff val="15000"/>
                  </a:schemeClr>
                </a:solidFill>
                <a:latin typeface="+mj-ea"/>
                <a:ea typeface="+mj-ea"/>
                <a:cs typeface="MiSans Normal" panose="00000500000000000000" charset="-122"/>
                <a:sym typeface="+mn-ea"/>
              </a:defRPr>
            </a:lvl1pPr>
          </a:lstStyle>
          <a:p>
            <a:pPr lvl="0" algn="l">
              <a:buClrTx/>
              <a:buSzTx/>
              <a:buFontTx/>
            </a:pPr>
            <a:r>
              <a:rPr dirty="0" err="1">
                <a:sym typeface="+mn-ea"/>
              </a:rPr>
              <a:t>编辑标题</a:t>
            </a:r>
            <a:endParaRPr dirty="0">
              <a:sym typeface="+mn-ea"/>
            </a:endParaRPr>
          </a:p>
        </p:txBody>
      </p:sp>
      <p:sp>
        <p:nvSpPr>
          <p:cNvPr id="2" name="日期占位符 1"/>
          <p:cNvSpPr>
            <a:spLocks noGrp="1"/>
          </p:cNvSpPr>
          <p:nvPr>
            <p:ph type="dt" sz="half" idx="10"/>
            <p:custDataLst>
              <p:tags r:id="rId4"/>
            </p:custDataLst>
          </p:nvPr>
        </p:nvSpPr>
        <p:spPr/>
        <p:txBody>
          <a:bodyPr/>
          <a:lstStyle/>
          <a:p>
            <a:fld id="{F2BFA029-C053-4E0C-B3AA-A1F38F6E5E1B}" type="datetimeFigureOut">
              <a:rPr lang="zh-CN" altLang="en-US" smtClean="0"/>
            </a:fld>
            <a:endParaRPr lang="zh-CN" altLang="en-US"/>
          </a:p>
        </p:txBody>
      </p:sp>
      <p:sp>
        <p:nvSpPr>
          <p:cNvPr id="3" name="页脚占位符 2"/>
          <p:cNvSpPr>
            <a:spLocks noGrp="1"/>
          </p:cNvSpPr>
          <p:nvPr>
            <p:ph type="ftr" sz="quarter" idx="11"/>
            <p:custDataLst>
              <p:tags r:id="rId5"/>
            </p:custDataLst>
          </p:nvPr>
        </p:nvSpPr>
        <p:spPr/>
        <p:txBody>
          <a:bodyPr/>
          <a:lstStyle/>
          <a:p>
            <a:endParaRPr lang="zh-CN" altLang="en-US"/>
          </a:p>
        </p:txBody>
      </p:sp>
      <p:sp>
        <p:nvSpPr>
          <p:cNvPr id="11" name="灯片编号占位符 10"/>
          <p:cNvSpPr>
            <a:spLocks noGrp="1"/>
          </p:cNvSpPr>
          <p:nvPr>
            <p:ph type="sldNum" sz="quarter" idx="12"/>
            <p:custDataLst>
              <p:tags r:id="rId6"/>
            </p:custDataLst>
          </p:nvPr>
        </p:nvSpPr>
        <p:spPr/>
        <p:txBody>
          <a:bodyPr/>
          <a:lstStyle/>
          <a:p>
            <a:fld id="{91ED5A92-ABDF-4489-9CD6-12725639C47D}" type="slidenum">
              <a:rPr lang="zh-CN" altLang="en-US" smtClean="0"/>
            </a:fld>
            <a:endParaRPr lang="zh-CN" altLang="en-US"/>
          </a:p>
        </p:txBody>
      </p:sp>
      <p:pic>
        <p:nvPicPr>
          <p:cNvPr id="4" name="图片 3" descr="图片包含 游戏机&#10;&#10;描述已自动生成"/>
          <p:cNvPicPr>
            <a:picLocks noChangeAspect="1"/>
          </p:cNvPicPr>
          <p:nvPr userDrawn="1">
            <p:custDataLst>
              <p:tags r:id="rId7"/>
            </p:custDataLst>
          </p:nvPr>
        </p:nvPicPr>
        <p:blipFill>
          <a:blip r:embed="rId8"/>
          <a:stretch>
            <a:fillRect/>
          </a:stretch>
        </p:blipFill>
        <p:spPr>
          <a:xfrm>
            <a:off x="5587365" y="67945"/>
            <a:ext cx="6604635" cy="6721475"/>
          </a:xfrm>
          <a:prstGeom prst="rect">
            <a:avLst/>
          </a:prstGeom>
        </p:spPr>
      </p:pic>
      <p:sp>
        <p:nvSpPr>
          <p:cNvPr id="5" name="椭圆 4"/>
          <p:cNvSpPr/>
          <p:nvPr userDrawn="1">
            <p:custDataLst>
              <p:tags r:id="rId9"/>
            </p:custDataLst>
          </p:nvPr>
        </p:nvSpPr>
        <p:spPr>
          <a:xfrm>
            <a:off x="4668520" y="26035"/>
            <a:ext cx="5713095" cy="5713095"/>
          </a:xfrm>
          <a:prstGeom prst="ellipse">
            <a:avLst/>
          </a:prstGeom>
          <a:gradFill>
            <a:gsLst>
              <a:gs pos="100000">
                <a:schemeClr val="accent4">
                  <a:alpha val="20000"/>
                </a:schemeClr>
              </a:gs>
              <a:gs pos="68000">
                <a:schemeClr val="accent4">
                  <a:alpha val="0"/>
                </a:schemeClr>
              </a:gs>
            </a:gsLst>
            <a:lin ang="135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8" Type="http://schemas.openxmlformats.org/officeDocument/2006/relationships/theme" Target="../theme/theme2.xml"/><Relationship Id="rId17" Type="http://schemas.openxmlformats.org/officeDocument/2006/relationships/tags" Target="../tags/tag129.xml"/><Relationship Id="rId16" Type="http://schemas.openxmlformats.org/officeDocument/2006/relationships/tags" Target="../tags/tag128.xml"/><Relationship Id="rId15" Type="http://schemas.openxmlformats.org/officeDocument/2006/relationships/tags" Target="../tags/tag127.xml"/><Relationship Id="rId14" Type="http://schemas.openxmlformats.org/officeDocument/2006/relationships/tags" Target="../tags/tag126.xml"/><Relationship Id="rId13" Type="http://schemas.openxmlformats.org/officeDocument/2006/relationships/tags" Target="../tags/tag125.xml"/><Relationship Id="rId12" Type="http://schemas.openxmlformats.org/officeDocument/2006/relationships/tags" Target="../tags/tag124.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0" name="日期占位符 9"/>
          <p:cNvSpPr>
            <a:spLocks noGrp="1"/>
          </p:cNvSpPr>
          <p:nvPr>
            <p:ph type="dt" sz="half" idx="10"/>
            <p:custDataLst>
              <p:tags r:id="rId12"/>
            </p:custDataLst>
          </p:nvPr>
        </p:nvSpPr>
        <p:spPr>
          <a:xfrm>
            <a:off x="695960" y="6356350"/>
            <a:ext cx="2743200" cy="365125"/>
          </a:xfrm>
        </p:spPr>
        <p:txBody>
          <a:bodyPr lIns="0" tIns="0" rIns="0" bIns="0" anchor="ctr" anchorCtr="0"/>
          <a:lstStyle>
            <a:lvl1pPr>
              <a:defRPr>
                <a:cs typeface="MiSans Normal" panose="00000500000000000000" charset="-122"/>
              </a:defRPr>
            </a:lvl1pPr>
          </a:lstStyle>
          <a:p>
            <a:fld id="{F2BFA029-C053-4E0C-B3AA-A1F38F6E5E1B}" type="datetimeFigureOut">
              <a:rPr lang="zh-CN" altLang="en-US" smtClean="0"/>
            </a:fld>
            <a:endParaRPr lang="zh-CN" altLang="en-US"/>
          </a:p>
        </p:txBody>
      </p:sp>
      <p:sp>
        <p:nvSpPr>
          <p:cNvPr id="11" name="页脚占位符 10"/>
          <p:cNvSpPr>
            <a:spLocks noGrp="1"/>
          </p:cNvSpPr>
          <p:nvPr>
            <p:ph type="ftr" sz="quarter" idx="11"/>
            <p:custDataLst>
              <p:tags r:id="rId13"/>
            </p:custDataLst>
          </p:nvPr>
        </p:nvSpPr>
        <p:spPr>
          <a:xfrm>
            <a:off x="4038600" y="6356350"/>
            <a:ext cx="4114800" cy="365125"/>
          </a:xfrm>
        </p:spPr>
        <p:txBody>
          <a:bodyPr lIns="0" tIns="0" rIns="0" bIns="0" anchor="ctr" anchorCtr="0"/>
          <a:lstStyle>
            <a:lvl1pPr algn="ctr">
              <a:defRPr>
                <a:cs typeface="MiSans Normal" panose="00000500000000000000" charset="-122"/>
              </a:defRPr>
            </a:lvl1pPr>
          </a:lstStyle>
          <a:p>
            <a:endParaRPr lang="zh-CN" altLang="en-US"/>
          </a:p>
        </p:txBody>
      </p:sp>
      <p:sp>
        <p:nvSpPr>
          <p:cNvPr id="12" name="灯片编号占位符 11"/>
          <p:cNvSpPr>
            <a:spLocks noGrp="1"/>
          </p:cNvSpPr>
          <p:nvPr>
            <p:ph type="sldNum" sz="quarter" idx="12"/>
            <p:custDataLst>
              <p:tags r:id="rId14"/>
            </p:custDataLst>
          </p:nvPr>
        </p:nvSpPr>
        <p:spPr>
          <a:xfrm>
            <a:off x="8753983" y="6356350"/>
            <a:ext cx="2743200" cy="365125"/>
          </a:xfrm>
        </p:spPr>
        <p:txBody>
          <a:bodyPr lIns="0" tIns="0" rIns="0" bIns="0" anchor="ctr" anchorCtr="0"/>
          <a:lstStyle>
            <a:lvl1pPr algn="r">
              <a:defRPr>
                <a:cs typeface="MiSans Normal" panose="00000500000000000000" charset="-122"/>
              </a:defRPr>
            </a:lvl1pPr>
          </a:lstStyle>
          <a:p>
            <a:fld id="{91ED5A92-ABDF-4489-9CD6-12725639C47D}" type="slidenum">
              <a:rPr lang="zh-CN" altLang="en-US" smtClean="0"/>
            </a:fld>
            <a:endParaRPr lang="zh-CN" altLang="en-US"/>
          </a:p>
        </p:txBody>
      </p:sp>
      <p:sp>
        <p:nvSpPr>
          <p:cNvPr id="3" name="文本占位符 2"/>
          <p:cNvSpPr>
            <a:spLocks noGrp="1"/>
          </p:cNvSpPr>
          <p:nvPr>
            <p:ph type="body" idx="21"/>
            <p:custDataLst>
              <p:tags r:id="rId15"/>
            </p:custDataLst>
          </p:nvPr>
        </p:nvSpPr>
        <p:spPr>
          <a:xfrm>
            <a:off x="695960" y="1301749"/>
            <a:ext cx="10800000" cy="4873625"/>
          </a:xfrm>
          <a:prstGeom prst="rect">
            <a:avLst/>
          </a:prstGeom>
        </p:spPr>
        <p:txBody>
          <a:bodyPr vert="horz" lIns="0" tIns="0" rIns="0" bIns="0" rtlCol="0">
            <a:normAutofit/>
          </a:bodyPr>
          <a:lstStyle/>
          <a:p>
            <a:pPr marL="228600" marR="0" lvl="0" indent="-228600" algn="l" defTabSz="914400" rtl="0" eaLnBrk="1" fontAlgn="auto" latinLnBrk="0" hangingPunct="1">
              <a:lnSpc>
                <a:spcPct val="130000"/>
              </a:lnSpc>
              <a:spcBef>
                <a:spcPts val="1200"/>
              </a:spcBef>
              <a:spcAft>
                <a:spcPts val="0"/>
              </a:spcAft>
              <a:buClr>
                <a:schemeClr val="accent1"/>
              </a:buClr>
              <a:buSzTx/>
              <a:buFont typeface="Arial" panose="020B0604020202020204" pitchFamily="34" charset="0"/>
              <a:buChar char="●"/>
            </a:pPr>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标题占位符 3"/>
          <p:cNvSpPr>
            <a:spLocks noGrp="1"/>
          </p:cNvSpPr>
          <p:nvPr>
            <p:ph type="title"/>
            <p:custDataLst>
              <p:tags r:id="rId16"/>
            </p:custDataLst>
          </p:nvPr>
        </p:nvSpPr>
        <p:spPr>
          <a:xfrm>
            <a:off x="695960" y="360000"/>
            <a:ext cx="10800000" cy="720000"/>
          </a:xfrm>
          <a:prstGeom prst="rect">
            <a:avLst/>
          </a:prstGeom>
        </p:spPr>
        <p:txBody>
          <a:bodyPr vert="horz" lIns="0" tIns="0" rIns="0" bIns="0" rtlCol="0" anchor="b" anchorCtr="0">
            <a:normAutofit/>
          </a:bodyPr>
          <a:lstStyle/>
          <a:p>
            <a:r>
              <a:rPr lang="zh-CN" altLang="en-US" dirty="0"/>
              <a:t>单击此处编辑母版标题样式</a:t>
            </a:r>
            <a:endParaRPr lang="zh-CN" altLang="en-US" dirty="0"/>
          </a:p>
        </p:txBody>
      </p:sp>
      <p:sp>
        <p:nvSpPr>
          <p:cNvPr id="2" name="KSO_TEMPLATE" hidden="1"/>
          <p:cNvSpPr/>
          <p:nvPr userDrawn="1">
            <p:custDataLst>
              <p:tags r:id="rId1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marL="0" indent="0" algn="l" defTabSz="914400" rtl="0" eaLnBrk="1" fontAlgn="auto" latinLnBrk="0" hangingPunct="1">
        <a:lnSpc>
          <a:spcPct val="100000"/>
        </a:lnSpc>
        <a:spcBef>
          <a:spcPct val="0"/>
        </a:spcBef>
        <a:buNone/>
        <a:defRPr kumimoji="0" lang="zh-CN" altLang="en-US" sz="3200" b="1" i="0" u="none" strike="noStrike" kern="1200" cap="none" spc="0" normalizeH="0" baseline="0" smtClean="0">
          <a:ln>
            <a:noFill/>
            <a:prstDash val="sysDot"/>
          </a:ln>
          <a:solidFill>
            <a:schemeClr val="tx1">
              <a:lumMod val="85000"/>
              <a:lumOff val="15000"/>
            </a:schemeClr>
          </a:solidFill>
          <a:uFillTx/>
          <a:latin typeface="+中文标题" charset="0"/>
          <a:ea typeface="+mj-ea"/>
          <a:cs typeface="MiSans Normal" panose="00000500000000000000"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85000"/>
              <a:lumOff val="15000"/>
            </a:schemeClr>
          </a:solidFill>
          <a:uFillTx/>
          <a:latin typeface="+mn-ea"/>
          <a:ea typeface="+mn-ea"/>
          <a:cs typeface="MiSans Normal" panose="00000500000000000000" charset="-122"/>
          <a:sym typeface="+mn-ea"/>
        </a:defRPr>
      </a:lvl1pPr>
      <a:lvl2pPr marL="685800" marR="0" indent="-228600" algn="l" defTabSz="914400" rtl="0" eaLnBrk="1" fontAlgn="auto" latinLnBrk="0" hangingPunct="1">
        <a:lnSpc>
          <a:spcPct val="120000"/>
        </a:lnSpc>
        <a:spcBef>
          <a:spcPts val="1200"/>
        </a:spcBef>
        <a:spcAft>
          <a:spcPts val="0"/>
        </a:spcAft>
        <a:buClr>
          <a:srgbClr val="000000"/>
        </a:buClr>
        <a:buFont typeface="Arial" panose="020B0604020202020204" pitchFamily="34" charset="0"/>
        <a:buChar char="•"/>
        <a:defRPr kumimoji="0" lang="zh-CN" altLang="en-US" sz="1600" b="0" i="0" u="none" strike="noStrike" kern="1200" cap="none" spc="150" normalizeH="0" baseline="0" dirty="0">
          <a:solidFill>
            <a:schemeClr val="tx1">
              <a:lumMod val="65000"/>
              <a:lumOff val="35000"/>
            </a:schemeClr>
          </a:solidFill>
          <a:uFillTx/>
          <a:latin typeface="MiSans Normal" panose="00000500000000000000" charset="-122"/>
          <a:ea typeface="微软雅黑" panose="020B0503020204020204" charset="-122"/>
          <a:cs typeface="MiSans Normal" panose="00000500000000000000" charset="-122"/>
        </a:defRPr>
      </a:lvl2pPr>
      <a:lvl3pPr marL="1143000" marR="0" indent="-228600" algn="l" defTabSz="914400" rtl="0" eaLnBrk="1" fontAlgn="auto" latinLnBrk="0" hangingPunct="1">
        <a:lnSpc>
          <a:spcPct val="120000"/>
        </a:lnSpc>
        <a:spcBef>
          <a:spcPts val="1200"/>
        </a:spcBef>
        <a:spcAft>
          <a:spcPts val="0"/>
        </a:spcAft>
        <a:buClr>
          <a:srgbClr val="000000"/>
        </a:buClr>
        <a:buFont typeface="Arial" panose="020B0604020202020204" pitchFamily="34" charset="0"/>
        <a:buChar char="•"/>
        <a:defRPr kumimoji="0" lang="zh-CN" altLang="en-US" sz="1600" b="0" i="0" u="none" strike="noStrike" kern="1200" cap="none" spc="150" normalizeH="0" baseline="0" dirty="0">
          <a:solidFill>
            <a:schemeClr val="tx1">
              <a:lumMod val="65000"/>
              <a:lumOff val="35000"/>
            </a:schemeClr>
          </a:solidFill>
          <a:uFillTx/>
          <a:latin typeface="MiSans Normal" panose="00000500000000000000" charset="-122"/>
          <a:ea typeface="微软雅黑" panose="020B0503020204020204" charset="-122"/>
          <a:cs typeface="MiSans Normal" panose="00000500000000000000" charset="-122"/>
        </a:defRPr>
      </a:lvl3pPr>
      <a:lvl4pPr marL="1600200" marR="0" indent="-228600" algn="l" defTabSz="914400" rtl="0" eaLnBrk="1" fontAlgn="auto" latinLnBrk="0" hangingPunct="1">
        <a:lnSpc>
          <a:spcPct val="120000"/>
        </a:lnSpc>
        <a:spcBef>
          <a:spcPts val="1200"/>
        </a:spcBef>
        <a:spcAft>
          <a:spcPts val="0"/>
        </a:spcAft>
        <a:buClr>
          <a:srgbClr val="000000"/>
        </a:buClr>
        <a:buFont typeface="Arial" panose="020B0604020202020204" pitchFamily="34" charset="0"/>
        <a:buChar char="•"/>
        <a:defRPr kumimoji="0" lang="zh-CN" altLang="en-US" sz="1600" b="0" i="0" u="none" strike="noStrike" kern="1200" cap="none" spc="150" normalizeH="0" baseline="0" dirty="0">
          <a:solidFill>
            <a:schemeClr val="tx1">
              <a:lumMod val="65000"/>
              <a:lumOff val="35000"/>
            </a:schemeClr>
          </a:solidFill>
          <a:uFillTx/>
          <a:latin typeface="MiSans Normal" panose="00000500000000000000" charset="-122"/>
          <a:ea typeface="微软雅黑" panose="020B0503020204020204" charset="-122"/>
          <a:cs typeface="MiSans Normal" panose="00000500000000000000" charset="-122"/>
        </a:defRPr>
      </a:lvl4pPr>
      <a:lvl5pPr marL="2057400" marR="0" indent="-228600" algn="l" defTabSz="914400" rtl="0" eaLnBrk="1" fontAlgn="auto" latinLnBrk="0" hangingPunct="1">
        <a:lnSpc>
          <a:spcPct val="120000"/>
        </a:lnSpc>
        <a:spcBef>
          <a:spcPts val="1200"/>
        </a:spcBef>
        <a:spcAft>
          <a:spcPts val="0"/>
        </a:spcAft>
        <a:buClr>
          <a:srgbClr val="000000"/>
        </a:buClr>
        <a:buFont typeface="Arial" panose="020B0604020202020204" pitchFamily="34" charset="0"/>
        <a:buChar char="•"/>
        <a:defRPr kumimoji="0" lang="zh-CN" altLang="en-US" sz="1600" b="0" i="0" u="none" strike="noStrike" kern="1200" cap="none" spc="150" normalizeH="0" baseline="0" dirty="0">
          <a:solidFill>
            <a:schemeClr val="tx1">
              <a:lumMod val="65000"/>
              <a:lumOff val="35000"/>
            </a:schemeClr>
          </a:solidFill>
          <a:uFillTx/>
          <a:latin typeface="MiSans Normal" panose="00000500000000000000" charset="-122"/>
          <a:ea typeface="微软雅黑" panose="020B0503020204020204" charset="-122"/>
          <a:cs typeface="MiSans Normal" panose="000005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2.xml"/><Relationship Id="rId3" Type="http://schemas.openxmlformats.org/officeDocument/2006/relationships/tags" Target="../tags/tag132.xml"/><Relationship Id="rId2" Type="http://schemas.openxmlformats.org/officeDocument/2006/relationships/tags" Target="../tags/tag131.xml"/><Relationship Id="rId1" Type="http://schemas.openxmlformats.org/officeDocument/2006/relationships/tags" Target="../tags/tag130.xml"/></Relationships>
</file>

<file path=ppt/slides/_rels/slide2.xml.rels><?xml version="1.0" encoding="UTF-8" standalone="yes"?>
<Relationships xmlns="http://schemas.openxmlformats.org/package/2006/relationships"><Relationship Id="rId9" Type="http://schemas.openxmlformats.org/officeDocument/2006/relationships/tags" Target="../tags/tag141.xml"/><Relationship Id="rId8" Type="http://schemas.openxmlformats.org/officeDocument/2006/relationships/tags" Target="../tags/tag140.xml"/><Relationship Id="rId7" Type="http://schemas.openxmlformats.org/officeDocument/2006/relationships/tags" Target="../tags/tag139.xml"/><Relationship Id="rId6" Type="http://schemas.openxmlformats.org/officeDocument/2006/relationships/tags" Target="../tags/tag138.xml"/><Relationship Id="rId5" Type="http://schemas.openxmlformats.org/officeDocument/2006/relationships/tags" Target="../tags/tag137.xml"/><Relationship Id="rId4" Type="http://schemas.openxmlformats.org/officeDocument/2006/relationships/tags" Target="../tags/tag136.xml"/><Relationship Id="rId3" Type="http://schemas.openxmlformats.org/officeDocument/2006/relationships/tags" Target="../tags/tag135.xml"/><Relationship Id="rId2" Type="http://schemas.openxmlformats.org/officeDocument/2006/relationships/tags" Target="../tags/tag134.xml"/><Relationship Id="rId12" Type="http://schemas.openxmlformats.org/officeDocument/2006/relationships/notesSlide" Target="../notesSlides/notesSlide2.xml"/><Relationship Id="rId11" Type="http://schemas.openxmlformats.org/officeDocument/2006/relationships/slideLayout" Target="../slideLayouts/slideLayout14.xml"/><Relationship Id="rId10" Type="http://schemas.openxmlformats.org/officeDocument/2006/relationships/tags" Target="../tags/tag142.xml"/><Relationship Id="rId1" Type="http://schemas.openxmlformats.org/officeDocument/2006/relationships/tags" Target="../tags/tag133.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tags" Target="../tags/tag145.xml"/><Relationship Id="rId2" Type="http://schemas.openxmlformats.org/officeDocument/2006/relationships/tags" Target="../tags/tag144.xml"/><Relationship Id="rId1" Type="http://schemas.openxmlformats.org/officeDocument/2006/relationships/tags" Target="../tags/tag143.xml"/></Relationships>
</file>

<file path=ppt/slides/_rels/slide4.xml.rels><?xml version="1.0" encoding="UTF-8" standalone="yes"?>
<Relationships xmlns="http://schemas.openxmlformats.org/package/2006/relationships"><Relationship Id="rId9" Type="http://schemas.openxmlformats.org/officeDocument/2006/relationships/tags" Target="../tags/tag154.xml"/><Relationship Id="rId8" Type="http://schemas.openxmlformats.org/officeDocument/2006/relationships/tags" Target="../tags/tag153.xml"/><Relationship Id="rId7" Type="http://schemas.openxmlformats.org/officeDocument/2006/relationships/tags" Target="../tags/tag152.xml"/><Relationship Id="rId6" Type="http://schemas.openxmlformats.org/officeDocument/2006/relationships/tags" Target="../tags/tag151.xml"/><Relationship Id="rId5" Type="http://schemas.openxmlformats.org/officeDocument/2006/relationships/tags" Target="../tags/tag150.xml"/><Relationship Id="rId4" Type="http://schemas.openxmlformats.org/officeDocument/2006/relationships/tags" Target="../tags/tag149.xml"/><Relationship Id="rId3" Type="http://schemas.openxmlformats.org/officeDocument/2006/relationships/tags" Target="../tags/tag148.xml"/><Relationship Id="rId28" Type="http://schemas.openxmlformats.org/officeDocument/2006/relationships/notesSlide" Target="../notesSlides/notesSlide3.xml"/><Relationship Id="rId27" Type="http://schemas.openxmlformats.org/officeDocument/2006/relationships/slideLayout" Target="../slideLayouts/slideLayout18.xml"/><Relationship Id="rId26" Type="http://schemas.openxmlformats.org/officeDocument/2006/relationships/tags" Target="../tags/tag165.xml"/><Relationship Id="rId25" Type="http://schemas.openxmlformats.org/officeDocument/2006/relationships/image" Target="../media/image10.svg"/><Relationship Id="rId24" Type="http://schemas.openxmlformats.org/officeDocument/2006/relationships/image" Target="../media/image9.png"/><Relationship Id="rId23" Type="http://schemas.openxmlformats.org/officeDocument/2006/relationships/tags" Target="../tags/tag164.xml"/><Relationship Id="rId22" Type="http://schemas.openxmlformats.org/officeDocument/2006/relationships/image" Target="../media/image8.svg"/><Relationship Id="rId21" Type="http://schemas.openxmlformats.org/officeDocument/2006/relationships/image" Target="../media/image7.png"/><Relationship Id="rId20" Type="http://schemas.openxmlformats.org/officeDocument/2006/relationships/tags" Target="../tags/tag163.xml"/><Relationship Id="rId2" Type="http://schemas.openxmlformats.org/officeDocument/2006/relationships/tags" Target="../tags/tag147.xml"/><Relationship Id="rId19" Type="http://schemas.openxmlformats.org/officeDocument/2006/relationships/image" Target="../media/image6.svg"/><Relationship Id="rId18" Type="http://schemas.openxmlformats.org/officeDocument/2006/relationships/image" Target="../media/image5.png"/><Relationship Id="rId17" Type="http://schemas.openxmlformats.org/officeDocument/2006/relationships/tags" Target="../tags/tag162.xml"/><Relationship Id="rId16" Type="http://schemas.openxmlformats.org/officeDocument/2006/relationships/tags" Target="../tags/tag161.xml"/><Relationship Id="rId15" Type="http://schemas.openxmlformats.org/officeDocument/2006/relationships/tags" Target="../tags/tag160.xml"/><Relationship Id="rId14" Type="http://schemas.openxmlformats.org/officeDocument/2006/relationships/tags" Target="../tags/tag159.xml"/><Relationship Id="rId13" Type="http://schemas.openxmlformats.org/officeDocument/2006/relationships/tags" Target="../tags/tag158.xml"/><Relationship Id="rId12" Type="http://schemas.openxmlformats.org/officeDocument/2006/relationships/tags" Target="../tags/tag157.xml"/><Relationship Id="rId11" Type="http://schemas.openxmlformats.org/officeDocument/2006/relationships/tags" Target="../tags/tag156.xml"/><Relationship Id="rId10" Type="http://schemas.openxmlformats.org/officeDocument/2006/relationships/tags" Target="../tags/tag155.xml"/><Relationship Id="rId1" Type="http://schemas.openxmlformats.org/officeDocument/2006/relationships/tags" Target="../tags/tag146.xml"/></Relationships>
</file>

<file path=ppt/slides/_rels/slide5.xml.rels><?xml version="1.0" encoding="UTF-8" standalone="yes"?>
<Relationships xmlns="http://schemas.openxmlformats.org/package/2006/relationships"><Relationship Id="rId9" Type="http://schemas.openxmlformats.org/officeDocument/2006/relationships/tags" Target="../tags/tag174.xml"/><Relationship Id="rId8" Type="http://schemas.openxmlformats.org/officeDocument/2006/relationships/tags" Target="../tags/tag173.xml"/><Relationship Id="rId7" Type="http://schemas.openxmlformats.org/officeDocument/2006/relationships/tags" Target="../tags/tag172.xml"/><Relationship Id="rId6" Type="http://schemas.openxmlformats.org/officeDocument/2006/relationships/tags" Target="../tags/tag171.xml"/><Relationship Id="rId5" Type="http://schemas.openxmlformats.org/officeDocument/2006/relationships/tags" Target="../tags/tag170.xml"/><Relationship Id="rId4" Type="http://schemas.openxmlformats.org/officeDocument/2006/relationships/tags" Target="../tags/tag169.xml"/><Relationship Id="rId3" Type="http://schemas.openxmlformats.org/officeDocument/2006/relationships/tags" Target="../tags/tag168.xml"/><Relationship Id="rId2" Type="http://schemas.openxmlformats.org/officeDocument/2006/relationships/tags" Target="../tags/tag167.xml"/><Relationship Id="rId18" Type="http://schemas.openxmlformats.org/officeDocument/2006/relationships/notesSlide" Target="../notesSlides/notesSlide4.xml"/><Relationship Id="rId17" Type="http://schemas.openxmlformats.org/officeDocument/2006/relationships/vmlDrawing" Target="../drawings/vmlDrawing1.vml"/><Relationship Id="rId16" Type="http://schemas.openxmlformats.org/officeDocument/2006/relationships/slideLayout" Target="../slideLayouts/slideLayout18.xml"/><Relationship Id="rId15" Type="http://schemas.openxmlformats.org/officeDocument/2006/relationships/tags" Target="../tags/tag176.xml"/><Relationship Id="rId14" Type="http://schemas.openxmlformats.org/officeDocument/2006/relationships/image" Target="../media/image12.wmf"/><Relationship Id="rId13" Type="http://schemas.openxmlformats.org/officeDocument/2006/relationships/oleObject" Target="../embeddings/oleObject2.bin"/><Relationship Id="rId12" Type="http://schemas.openxmlformats.org/officeDocument/2006/relationships/image" Target="../media/image11.wmf"/><Relationship Id="rId11" Type="http://schemas.openxmlformats.org/officeDocument/2006/relationships/oleObject" Target="../embeddings/oleObject1.bin"/><Relationship Id="rId10" Type="http://schemas.openxmlformats.org/officeDocument/2006/relationships/tags" Target="../tags/tag175.xml"/><Relationship Id="rId1" Type="http://schemas.openxmlformats.org/officeDocument/2006/relationships/tags" Target="../tags/tag166.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tags" Target="../tags/tag179.xml"/><Relationship Id="rId2" Type="http://schemas.openxmlformats.org/officeDocument/2006/relationships/tags" Target="../tags/tag178.xml"/><Relationship Id="rId1" Type="http://schemas.openxmlformats.org/officeDocument/2006/relationships/tags" Target="../tags/tag177.xml"/></Relationships>
</file>

<file path=ppt/slides/_rels/slide7.xml.rels><?xml version="1.0" encoding="UTF-8" standalone="yes"?>
<Relationships xmlns="http://schemas.openxmlformats.org/package/2006/relationships"><Relationship Id="rId9" Type="http://schemas.openxmlformats.org/officeDocument/2006/relationships/tags" Target="../tags/tag188.xml"/><Relationship Id="rId8" Type="http://schemas.openxmlformats.org/officeDocument/2006/relationships/tags" Target="../tags/tag187.xml"/><Relationship Id="rId7" Type="http://schemas.openxmlformats.org/officeDocument/2006/relationships/tags" Target="../tags/tag186.xml"/><Relationship Id="rId6" Type="http://schemas.openxmlformats.org/officeDocument/2006/relationships/tags" Target="../tags/tag185.xml"/><Relationship Id="rId5" Type="http://schemas.openxmlformats.org/officeDocument/2006/relationships/tags" Target="../tags/tag184.xml"/><Relationship Id="rId4" Type="http://schemas.openxmlformats.org/officeDocument/2006/relationships/tags" Target="../tags/tag183.xml"/><Relationship Id="rId3" Type="http://schemas.openxmlformats.org/officeDocument/2006/relationships/tags" Target="../tags/tag182.xml"/><Relationship Id="rId2" Type="http://schemas.openxmlformats.org/officeDocument/2006/relationships/tags" Target="../tags/tag181.xml"/><Relationship Id="rId19" Type="http://schemas.openxmlformats.org/officeDocument/2006/relationships/notesSlide" Target="../notesSlides/notesSlide5.xml"/><Relationship Id="rId18" Type="http://schemas.openxmlformats.org/officeDocument/2006/relationships/slideLayout" Target="../slideLayouts/slideLayout18.xml"/><Relationship Id="rId17" Type="http://schemas.openxmlformats.org/officeDocument/2006/relationships/tags" Target="../tags/tag196.xml"/><Relationship Id="rId16" Type="http://schemas.openxmlformats.org/officeDocument/2006/relationships/tags" Target="../tags/tag195.xml"/><Relationship Id="rId15" Type="http://schemas.openxmlformats.org/officeDocument/2006/relationships/tags" Target="../tags/tag194.xml"/><Relationship Id="rId14" Type="http://schemas.openxmlformats.org/officeDocument/2006/relationships/tags" Target="../tags/tag193.xml"/><Relationship Id="rId13" Type="http://schemas.openxmlformats.org/officeDocument/2006/relationships/tags" Target="../tags/tag192.xml"/><Relationship Id="rId12" Type="http://schemas.openxmlformats.org/officeDocument/2006/relationships/tags" Target="../tags/tag191.xml"/><Relationship Id="rId11" Type="http://schemas.openxmlformats.org/officeDocument/2006/relationships/tags" Target="../tags/tag190.xml"/><Relationship Id="rId10" Type="http://schemas.openxmlformats.org/officeDocument/2006/relationships/tags" Target="../tags/tag189.xml"/><Relationship Id="rId1" Type="http://schemas.openxmlformats.org/officeDocument/2006/relationships/tags" Target="../tags/tag180.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198.xml"/><Relationship Id="rId1" Type="http://schemas.openxmlformats.org/officeDocument/2006/relationships/tags" Target="../tags/tag197.xml"/></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vmlDrawing" Target="../drawings/vmlDrawing2.vml"/><Relationship Id="rId6" Type="http://schemas.openxmlformats.org/officeDocument/2006/relationships/slideLayout" Target="../slideLayouts/slideLayout18.xml"/><Relationship Id="rId5" Type="http://schemas.openxmlformats.org/officeDocument/2006/relationships/tags" Target="../tags/tag200.xml"/><Relationship Id="rId4" Type="http://schemas.openxmlformats.org/officeDocument/2006/relationships/image" Target="../media/image14.wmf"/><Relationship Id="rId3" Type="http://schemas.openxmlformats.org/officeDocument/2006/relationships/oleObject" Target="../embeddings/oleObject3.bin"/><Relationship Id="rId2" Type="http://schemas.openxmlformats.org/officeDocument/2006/relationships/image" Target="../media/image13.png"/><Relationship Id="rId1" Type="http://schemas.openxmlformats.org/officeDocument/2006/relationships/tags" Target="../tags/tag199.xml"/></Relationships>
</file>

<file path=ppt/slides/_rels/slide10.xml.rels><?xml version="1.0" encoding="UTF-8" standalone="yes"?>
<Relationships xmlns="http://schemas.openxmlformats.org/package/2006/relationships"><Relationship Id="rId8" Type="http://schemas.openxmlformats.org/officeDocument/2006/relationships/vmlDrawing" Target="../drawings/vmlDrawing3.vml"/><Relationship Id="rId7" Type="http://schemas.openxmlformats.org/officeDocument/2006/relationships/slideLayout" Target="../slideLayouts/slideLayout18.xml"/><Relationship Id="rId6" Type="http://schemas.openxmlformats.org/officeDocument/2006/relationships/tags" Target="../tags/tag202.xml"/><Relationship Id="rId5" Type="http://schemas.openxmlformats.org/officeDocument/2006/relationships/image" Target="../media/image16.wmf"/><Relationship Id="rId4" Type="http://schemas.openxmlformats.org/officeDocument/2006/relationships/oleObject" Target="../embeddings/oleObject5.bin"/><Relationship Id="rId3" Type="http://schemas.openxmlformats.org/officeDocument/2006/relationships/image" Target="../media/image15.wmf"/><Relationship Id="rId2" Type="http://schemas.openxmlformats.org/officeDocument/2006/relationships/oleObject" Target="../embeddings/oleObject4.bin"/><Relationship Id="rId1" Type="http://schemas.openxmlformats.org/officeDocument/2006/relationships/tags" Target="../tags/tag201.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tags" Target="../tags/tag205.xml"/><Relationship Id="rId2" Type="http://schemas.openxmlformats.org/officeDocument/2006/relationships/tags" Target="../tags/tag204.xml"/><Relationship Id="rId1" Type="http://schemas.openxmlformats.org/officeDocument/2006/relationships/tags" Target="../tags/tag203.xml"/></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tags" Target="../tags/tag207.xml"/><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tags" Target="../tags/tag206.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tags" Target="../tags/tag210.xml"/><Relationship Id="rId2" Type="http://schemas.openxmlformats.org/officeDocument/2006/relationships/tags" Target="../tags/tag209.xml"/><Relationship Id="rId1" Type="http://schemas.openxmlformats.org/officeDocument/2006/relationships/tags" Target="../tags/tag208.xml"/></Relationships>
</file>

<file path=ppt/slides/_rels/slide14.xml.rels><?xml version="1.0" encoding="UTF-8" standalone="yes"?>
<Relationships xmlns="http://schemas.openxmlformats.org/package/2006/relationships"><Relationship Id="rId9" Type="http://schemas.openxmlformats.org/officeDocument/2006/relationships/tags" Target="../tags/tag217.xml"/><Relationship Id="rId8" Type="http://schemas.openxmlformats.org/officeDocument/2006/relationships/tags" Target="../tags/tag216.xml"/><Relationship Id="rId7" Type="http://schemas.openxmlformats.org/officeDocument/2006/relationships/image" Target="../media/image20.jpeg"/><Relationship Id="rId6" Type="http://schemas.openxmlformats.org/officeDocument/2006/relationships/tags" Target="../tags/tag215.xml"/><Relationship Id="rId5" Type="http://schemas.openxmlformats.org/officeDocument/2006/relationships/tags" Target="../tags/tag214.xml"/><Relationship Id="rId4" Type="http://schemas.openxmlformats.org/officeDocument/2006/relationships/image" Target="../media/image19.jpeg"/><Relationship Id="rId3" Type="http://schemas.openxmlformats.org/officeDocument/2006/relationships/tags" Target="../tags/tag213.xml"/><Relationship Id="rId22" Type="http://schemas.openxmlformats.org/officeDocument/2006/relationships/notesSlide" Target="../notesSlides/notesSlide7.xml"/><Relationship Id="rId21" Type="http://schemas.openxmlformats.org/officeDocument/2006/relationships/slideLayout" Target="../slideLayouts/slideLayout18.xml"/><Relationship Id="rId20" Type="http://schemas.openxmlformats.org/officeDocument/2006/relationships/tags" Target="../tags/tag227.xml"/><Relationship Id="rId2" Type="http://schemas.openxmlformats.org/officeDocument/2006/relationships/tags" Target="../tags/tag212.xml"/><Relationship Id="rId19" Type="http://schemas.openxmlformats.org/officeDocument/2006/relationships/tags" Target="../tags/tag226.xml"/><Relationship Id="rId18" Type="http://schemas.openxmlformats.org/officeDocument/2006/relationships/tags" Target="../tags/tag225.xml"/><Relationship Id="rId17" Type="http://schemas.openxmlformats.org/officeDocument/2006/relationships/tags" Target="../tags/tag224.xml"/><Relationship Id="rId16" Type="http://schemas.openxmlformats.org/officeDocument/2006/relationships/image" Target="../media/image21.jpeg"/><Relationship Id="rId15" Type="http://schemas.openxmlformats.org/officeDocument/2006/relationships/tags" Target="../tags/tag223.xml"/><Relationship Id="rId14" Type="http://schemas.openxmlformats.org/officeDocument/2006/relationships/tags" Target="../tags/tag222.xml"/><Relationship Id="rId13" Type="http://schemas.openxmlformats.org/officeDocument/2006/relationships/tags" Target="../tags/tag221.xml"/><Relationship Id="rId12" Type="http://schemas.openxmlformats.org/officeDocument/2006/relationships/tags" Target="../tags/tag220.xml"/><Relationship Id="rId11" Type="http://schemas.openxmlformats.org/officeDocument/2006/relationships/tags" Target="../tags/tag219.xml"/><Relationship Id="rId10" Type="http://schemas.openxmlformats.org/officeDocument/2006/relationships/tags" Target="../tags/tag218.xml"/><Relationship Id="rId1" Type="http://schemas.openxmlformats.org/officeDocument/2006/relationships/tags" Target="../tags/tag211.xml"/></Relationships>
</file>

<file path=ppt/slides/_rels/slide15.xml.rels><?xml version="1.0" encoding="UTF-8" standalone="yes"?>
<Relationships xmlns="http://schemas.openxmlformats.org/package/2006/relationships"><Relationship Id="rId9" Type="http://schemas.openxmlformats.org/officeDocument/2006/relationships/tags" Target="../tags/tag236.xml"/><Relationship Id="rId8" Type="http://schemas.openxmlformats.org/officeDocument/2006/relationships/tags" Target="../tags/tag235.xml"/><Relationship Id="rId7" Type="http://schemas.openxmlformats.org/officeDocument/2006/relationships/tags" Target="../tags/tag234.xml"/><Relationship Id="rId6" Type="http://schemas.openxmlformats.org/officeDocument/2006/relationships/tags" Target="../tags/tag233.xml"/><Relationship Id="rId5" Type="http://schemas.openxmlformats.org/officeDocument/2006/relationships/tags" Target="../tags/tag232.xml"/><Relationship Id="rId4" Type="http://schemas.openxmlformats.org/officeDocument/2006/relationships/tags" Target="../tags/tag231.xml"/><Relationship Id="rId3" Type="http://schemas.openxmlformats.org/officeDocument/2006/relationships/tags" Target="../tags/tag230.xml"/><Relationship Id="rId2" Type="http://schemas.openxmlformats.org/officeDocument/2006/relationships/tags" Target="../tags/tag229.xml"/><Relationship Id="rId12" Type="http://schemas.openxmlformats.org/officeDocument/2006/relationships/slideLayout" Target="../slideLayouts/slideLayout18.xml"/><Relationship Id="rId11" Type="http://schemas.openxmlformats.org/officeDocument/2006/relationships/tags" Target="../tags/tag238.xml"/><Relationship Id="rId10" Type="http://schemas.openxmlformats.org/officeDocument/2006/relationships/tags" Target="../tags/tag237.xml"/><Relationship Id="rId1" Type="http://schemas.openxmlformats.org/officeDocument/2006/relationships/tags" Target="../tags/tag228.xml"/></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tags" Target="../tags/tag246.xml"/><Relationship Id="rId7" Type="http://schemas.openxmlformats.org/officeDocument/2006/relationships/tags" Target="../tags/tag245.xml"/><Relationship Id="rId6" Type="http://schemas.openxmlformats.org/officeDocument/2006/relationships/tags" Target="../tags/tag244.xml"/><Relationship Id="rId5" Type="http://schemas.openxmlformats.org/officeDocument/2006/relationships/tags" Target="../tags/tag243.xml"/><Relationship Id="rId4" Type="http://schemas.openxmlformats.org/officeDocument/2006/relationships/tags" Target="../tags/tag242.xml"/><Relationship Id="rId3" Type="http://schemas.openxmlformats.org/officeDocument/2006/relationships/tags" Target="../tags/tag241.xml"/><Relationship Id="rId2" Type="http://schemas.openxmlformats.org/officeDocument/2006/relationships/tags" Target="../tags/tag240.xml"/><Relationship Id="rId10" Type="http://schemas.openxmlformats.org/officeDocument/2006/relationships/notesSlide" Target="../notesSlides/notesSlide8.xml"/><Relationship Id="rId1" Type="http://schemas.openxmlformats.org/officeDocument/2006/relationships/tags" Target="../tags/tag239.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tags" Target="../tags/tag249.xml"/><Relationship Id="rId2" Type="http://schemas.openxmlformats.org/officeDocument/2006/relationships/tags" Target="../tags/tag248.xml"/><Relationship Id="rId1" Type="http://schemas.openxmlformats.org/officeDocument/2006/relationships/tags" Target="../tags/tag247.xml"/></Relationships>
</file>

<file path=ppt/slides/_rels/slide18.xml.rels><?xml version="1.0" encoding="UTF-8" standalone="yes"?>
<Relationships xmlns="http://schemas.openxmlformats.org/package/2006/relationships"><Relationship Id="rId9" Type="http://schemas.openxmlformats.org/officeDocument/2006/relationships/tags" Target="../tags/tag257.xml"/><Relationship Id="rId8" Type="http://schemas.openxmlformats.org/officeDocument/2006/relationships/image" Target="../media/image22.png"/><Relationship Id="rId7" Type="http://schemas.openxmlformats.org/officeDocument/2006/relationships/tags" Target="../tags/tag256.xml"/><Relationship Id="rId6" Type="http://schemas.openxmlformats.org/officeDocument/2006/relationships/tags" Target="../tags/tag255.xml"/><Relationship Id="rId5" Type="http://schemas.openxmlformats.org/officeDocument/2006/relationships/tags" Target="../tags/tag254.xml"/><Relationship Id="rId4" Type="http://schemas.openxmlformats.org/officeDocument/2006/relationships/tags" Target="../tags/tag253.xml"/><Relationship Id="rId3" Type="http://schemas.openxmlformats.org/officeDocument/2006/relationships/tags" Target="../tags/tag252.xml"/><Relationship Id="rId2" Type="http://schemas.openxmlformats.org/officeDocument/2006/relationships/tags" Target="../tags/tag251.xml"/><Relationship Id="rId10" Type="http://schemas.openxmlformats.org/officeDocument/2006/relationships/slideLayout" Target="../slideLayouts/slideLayout18.xml"/><Relationship Id="rId1" Type="http://schemas.openxmlformats.org/officeDocument/2006/relationships/tags" Target="../tags/tag250.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tags" Target="../tags/tag259.xml"/><Relationship Id="rId2" Type="http://schemas.openxmlformats.org/officeDocument/2006/relationships/image" Target="../media/image23.png"/><Relationship Id="rId1" Type="http://schemas.openxmlformats.org/officeDocument/2006/relationships/tags" Target="../tags/tag258.xml"/></Relationships>
</file>

<file path=ppt/slides/_rels/slide20.xml.rels><?xml version="1.0" encoding="UTF-8" standalone="yes"?>
<Relationships xmlns="http://schemas.openxmlformats.org/package/2006/relationships"><Relationship Id="rId9" Type="http://schemas.openxmlformats.org/officeDocument/2006/relationships/tags" Target="../tags/tag268.xml"/><Relationship Id="rId8" Type="http://schemas.openxmlformats.org/officeDocument/2006/relationships/tags" Target="../tags/tag267.xml"/><Relationship Id="rId7" Type="http://schemas.openxmlformats.org/officeDocument/2006/relationships/tags" Target="../tags/tag266.xml"/><Relationship Id="rId6" Type="http://schemas.openxmlformats.org/officeDocument/2006/relationships/tags" Target="../tags/tag265.xml"/><Relationship Id="rId5" Type="http://schemas.openxmlformats.org/officeDocument/2006/relationships/tags" Target="../tags/tag264.xml"/><Relationship Id="rId4" Type="http://schemas.openxmlformats.org/officeDocument/2006/relationships/tags" Target="../tags/tag263.xml"/><Relationship Id="rId3" Type="http://schemas.openxmlformats.org/officeDocument/2006/relationships/tags" Target="../tags/tag262.xml"/><Relationship Id="rId2" Type="http://schemas.openxmlformats.org/officeDocument/2006/relationships/tags" Target="../tags/tag261.xml"/><Relationship Id="rId16" Type="http://schemas.openxmlformats.org/officeDocument/2006/relationships/notesSlide" Target="../notesSlides/notesSlide9.xml"/><Relationship Id="rId15" Type="http://schemas.openxmlformats.org/officeDocument/2006/relationships/slideLayout" Target="../slideLayouts/slideLayout18.xml"/><Relationship Id="rId14" Type="http://schemas.openxmlformats.org/officeDocument/2006/relationships/tags" Target="../tags/tag273.xml"/><Relationship Id="rId13" Type="http://schemas.openxmlformats.org/officeDocument/2006/relationships/tags" Target="../tags/tag272.xml"/><Relationship Id="rId12" Type="http://schemas.openxmlformats.org/officeDocument/2006/relationships/tags" Target="../tags/tag271.xml"/><Relationship Id="rId11" Type="http://schemas.openxmlformats.org/officeDocument/2006/relationships/tags" Target="../tags/tag270.xml"/><Relationship Id="rId10" Type="http://schemas.openxmlformats.org/officeDocument/2006/relationships/tags" Target="../tags/tag269.xml"/><Relationship Id="rId1" Type="http://schemas.openxmlformats.org/officeDocument/2006/relationships/tags" Target="../tags/tag260.xml"/></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22.xml"/><Relationship Id="rId3" Type="http://schemas.openxmlformats.org/officeDocument/2006/relationships/tags" Target="../tags/tag276.xml"/><Relationship Id="rId2" Type="http://schemas.openxmlformats.org/officeDocument/2006/relationships/tags" Target="../tags/tag275.xml"/><Relationship Id="rId1" Type="http://schemas.openxmlformats.org/officeDocument/2006/relationships/tags" Target="../tags/tag274.xml"/></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2.xml"/><Relationship Id="rId3" Type="http://schemas.openxmlformats.org/officeDocument/2006/relationships/tags" Target="../tags/tag279.xml"/><Relationship Id="rId2" Type="http://schemas.openxmlformats.org/officeDocument/2006/relationships/tags" Target="../tags/tag278.xml"/><Relationship Id="rId1" Type="http://schemas.openxmlformats.org/officeDocument/2006/relationships/tags" Target="../tags/tag277.xml"/></Relationships>
</file>

<file path=ppt/slides/_rels/slide23.xml.rels><?xml version="1.0" encoding="UTF-8" standalone="yes"?>
<Relationships xmlns="http://schemas.openxmlformats.org/package/2006/relationships"><Relationship Id="rId9" Type="http://schemas.openxmlformats.org/officeDocument/2006/relationships/tags" Target="../tags/tag288.xml"/><Relationship Id="rId8" Type="http://schemas.openxmlformats.org/officeDocument/2006/relationships/tags" Target="../tags/tag287.xml"/><Relationship Id="rId7" Type="http://schemas.openxmlformats.org/officeDocument/2006/relationships/tags" Target="../tags/tag286.xml"/><Relationship Id="rId6" Type="http://schemas.openxmlformats.org/officeDocument/2006/relationships/tags" Target="../tags/tag285.xml"/><Relationship Id="rId5" Type="http://schemas.openxmlformats.org/officeDocument/2006/relationships/tags" Target="../tags/tag284.xml"/><Relationship Id="rId4" Type="http://schemas.openxmlformats.org/officeDocument/2006/relationships/tags" Target="../tags/tag283.xml"/><Relationship Id="rId3" Type="http://schemas.openxmlformats.org/officeDocument/2006/relationships/tags" Target="../tags/tag282.xml"/><Relationship Id="rId2" Type="http://schemas.openxmlformats.org/officeDocument/2006/relationships/tags" Target="../tags/tag281.xml"/><Relationship Id="rId12" Type="http://schemas.openxmlformats.org/officeDocument/2006/relationships/notesSlide" Target="../notesSlides/notesSlide11.xml"/><Relationship Id="rId11" Type="http://schemas.openxmlformats.org/officeDocument/2006/relationships/slideLayout" Target="../slideLayouts/slideLayout14.xml"/><Relationship Id="rId10" Type="http://schemas.openxmlformats.org/officeDocument/2006/relationships/tags" Target="../tags/tag289.xml"/><Relationship Id="rId1" Type="http://schemas.openxmlformats.org/officeDocument/2006/relationships/tags" Target="../tags/tag280.xml"/></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tags" Target="../tags/tag292.xml"/><Relationship Id="rId2" Type="http://schemas.openxmlformats.org/officeDocument/2006/relationships/tags" Target="../tags/tag291.xml"/><Relationship Id="rId1" Type="http://schemas.openxmlformats.org/officeDocument/2006/relationships/tags" Target="../tags/tag290.xml"/></Relationships>
</file>

<file path=ppt/slides/_rels/slide25.xml.rels><?xml version="1.0" encoding="UTF-8" standalone="yes"?>
<Relationships xmlns="http://schemas.openxmlformats.org/package/2006/relationships"><Relationship Id="rId9" Type="http://schemas.openxmlformats.org/officeDocument/2006/relationships/tags" Target="../tags/tag301.xml"/><Relationship Id="rId8" Type="http://schemas.openxmlformats.org/officeDocument/2006/relationships/tags" Target="../tags/tag300.xml"/><Relationship Id="rId7" Type="http://schemas.openxmlformats.org/officeDocument/2006/relationships/tags" Target="../tags/tag299.xml"/><Relationship Id="rId6" Type="http://schemas.openxmlformats.org/officeDocument/2006/relationships/tags" Target="../tags/tag298.xml"/><Relationship Id="rId5" Type="http://schemas.openxmlformats.org/officeDocument/2006/relationships/tags" Target="../tags/tag297.xml"/><Relationship Id="rId4" Type="http://schemas.openxmlformats.org/officeDocument/2006/relationships/tags" Target="../tags/tag296.xml"/><Relationship Id="rId3" Type="http://schemas.openxmlformats.org/officeDocument/2006/relationships/tags" Target="../tags/tag295.xml"/><Relationship Id="rId2" Type="http://schemas.openxmlformats.org/officeDocument/2006/relationships/tags" Target="../tags/tag294.xml"/><Relationship Id="rId19" Type="http://schemas.openxmlformats.org/officeDocument/2006/relationships/notesSlide" Target="../notesSlides/notesSlide12.xml"/><Relationship Id="rId18" Type="http://schemas.openxmlformats.org/officeDocument/2006/relationships/slideLayout" Target="../slideLayouts/slideLayout18.xml"/><Relationship Id="rId17" Type="http://schemas.openxmlformats.org/officeDocument/2006/relationships/tags" Target="../tags/tag309.xml"/><Relationship Id="rId16" Type="http://schemas.openxmlformats.org/officeDocument/2006/relationships/tags" Target="../tags/tag308.xml"/><Relationship Id="rId15" Type="http://schemas.openxmlformats.org/officeDocument/2006/relationships/tags" Target="../tags/tag307.xml"/><Relationship Id="rId14" Type="http://schemas.openxmlformats.org/officeDocument/2006/relationships/tags" Target="../tags/tag306.xml"/><Relationship Id="rId13" Type="http://schemas.openxmlformats.org/officeDocument/2006/relationships/tags" Target="../tags/tag305.xml"/><Relationship Id="rId12" Type="http://schemas.openxmlformats.org/officeDocument/2006/relationships/tags" Target="../tags/tag304.xml"/><Relationship Id="rId11" Type="http://schemas.openxmlformats.org/officeDocument/2006/relationships/tags" Target="../tags/tag303.xml"/><Relationship Id="rId10" Type="http://schemas.openxmlformats.org/officeDocument/2006/relationships/tags" Target="../tags/tag302.xml"/><Relationship Id="rId1" Type="http://schemas.openxmlformats.org/officeDocument/2006/relationships/tags" Target="../tags/tag293.xml"/></Relationships>
</file>

<file path=ppt/slides/_rels/slide26.xml.rels><?xml version="1.0" encoding="UTF-8" standalone="yes"?>
<Relationships xmlns="http://schemas.openxmlformats.org/package/2006/relationships"><Relationship Id="rId9" Type="http://schemas.openxmlformats.org/officeDocument/2006/relationships/tags" Target="../tags/tag318.xml"/><Relationship Id="rId8" Type="http://schemas.openxmlformats.org/officeDocument/2006/relationships/tags" Target="../tags/tag317.xml"/><Relationship Id="rId7" Type="http://schemas.openxmlformats.org/officeDocument/2006/relationships/tags" Target="../tags/tag316.xml"/><Relationship Id="rId6" Type="http://schemas.openxmlformats.org/officeDocument/2006/relationships/tags" Target="../tags/tag315.xml"/><Relationship Id="rId5" Type="http://schemas.openxmlformats.org/officeDocument/2006/relationships/tags" Target="../tags/tag314.xml"/><Relationship Id="rId4" Type="http://schemas.openxmlformats.org/officeDocument/2006/relationships/tags" Target="../tags/tag313.xml"/><Relationship Id="rId35" Type="http://schemas.openxmlformats.org/officeDocument/2006/relationships/notesSlide" Target="../notesSlides/notesSlide13.xml"/><Relationship Id="rId34" Type="http://schemas.openxmlformats.org/officeDocument/2006/relationships/slideLayout" Target="../slideLayouts/slideLayout18.xml"/><Relationship Id="rId33" Type="http://schemas.openxmlformats.org/officeDocument/2006/relationships/tags" Target="../tags/tag334.xml"/><Relationship Id="rId32" Type="http://schemas.openxmlformats.org/officeDocument/2006/relationships/image" Target="../media/image28.svg"/><Relationship Id="rId31" Type="http://schemas.openxmlformats.org/officeDocument/2006/relationships/image" Target="../media/image27.png"/><Relationship Id="rId30" Type="http://schemas.openxmlformats.org/officeDocument/2006/relationships/tags" Target="../tags/tag333.xml"/><Relationship Id="rId3" Type="http://schemas.openxmlformats.org/officeDocument/2006/relationships/tags" Target="../tags/tag312.xml"/><Relationship Id="rId29" Type="http://schemas.openxmlformats.org/officeDocument/2006/relationships/tags" Target="../tags/tag332.xml"/><Relationship Id="rId28" Type="http://schemas.openxmlformats.org/officeDocument/2006/relationships/image" Target="../media/image26.svg"/><Relationship Id="rId27" Type="http://schemas.openxmlformats.org/officeDocument/2006/relationships/image" Target="../media/image9.png"/><Relationship Id="rId26" Type="http://schemas.openxmlformats.org/officeDocument/2006/relationships/tags" Target="../tags/tag331.xml"/><Relationship Id="rId25" Type="http://schemas.openxmlformats.org/officeDocument/2006/relationships/tags" Target="../tags/tag330.xml"/><Relationship Id="rId24" Type="http://schemas.openxmlformats.org/officeDocument/2006/relationships/image" Target="../media/image25.svg"/><Relationship Id="rId23" Type="http://schemas.openxmlformats.org/officeDocument/2006/relationships/image" Target="../media/image7.png"/><Relationship Id="rId22" Type="http://schemas.openxmlformats.org/officeDocument/2006/relationships/tags" Target="../tags/tag329.xml"/><Relationship Id="rId21" Type="http://schemas.openxmlformats.org/officeDocument/2006/relationships/tags" Target="../tags/tag328.xml"/><Relationship Id="rId20" Type="http://schemas.openxmlformats.org/officeDocument/2006/relationships/image" Target="../media/image24.svg"/><Relationship Id="rId2" Type="http://schemas.openxmlformats.org/officeDocument/2006/relationships/tags" Target="../tags/tag311.xml"/><Relationship Id="rId19" Type="http://schemas.openxmlformats.org/officeDocument/2006/relationships/image" Target="../media/image5.png"/><Relationship Id="rId18" Type="http://schemas.openxmlformats.org/officeDocument/2006/relationships/tags" Target="../tags/tag327.xml"/><Relationship Id="rId17" Type="http://schemas.openxmlformats.org/officeDocument/2006/relationships/tags" Target="../tags/tag326.xml"/><Relationship Id="rId16" Type="http://schemas.openxmlformats.org/officeDocument/2006/relationships/tags" Target="../tags/tag325.xml"/><Relationship Id="rId15" Type="http://schemas.openxmlformats.org/officeDocument/2006/relationships/tags" Target="../tags/tag324.xml"/><Relationship Id="rId14" Type="http://schemas.openxmlformats.org/officeDocument/2006/relationships/tags" Target="../tags/tag323.xml"/><Relationship Id="rId13" Type="http://schemas.openxmlformats.org/officeDocument/2006/relationships/tags" Target="../tags/tag322.xml"/><Relationship Id="rId12" Type="http://schemas.openxmlformats.org/officeDocument/2006/relationships/tags" Target="../tags/tag321.xml"/><Relationship Id="rId11" Type="http://schemas.openxmlformats.org/officeDocument/2006/relationships/tags" Target="../tags/tag320.xml"/><Relationship Id="rId10" Type="http://schemas.openxmlformats.org/officeDocument/2006/relationships/tags" Target="../tags/tag319.xml"/><Relationship Id="rId1" Type="http://schemas.openxmlformats.org/officeDocument/2006/relationships/tags" Target="../tags/tag310.xml"/></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8.xml"/><Relationship Id="rId3" Type="http://schemas.openxmlformats.org/officeDocument/2006/relationships/tags" Target="../tags/tag336.xml"/><Relationship Id="rId2" Type="http://schemas.openxmlformats.org/officeDocument/2006/relationships/image" Target="../media/image29.png"/><Relationship Id="rId1" Type="http://schemas.openxmlformats.org/officeDocument/2006/relationships/tags" Target="../tags/tag335.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337.xml"/><Relationship Id="rId1" Type="http://schemas.openxmlformats.org/officeDocument/2006/relationships/image" Target="../media/image30.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338.xml"/><Relationship Id="rId1" Type="http://schemas.openxmlformats.org/officeDocument/2006/relationships/image" Target="../media/image31.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339.xml"/><Relationship Id="rId1" Type="http://schemas.openxmlformats.org/officeDocument/2006/relationships/image" Target="../media/image32.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340.xml"/><Relationship Id="rId1" Type="http://schemas.openxmlformats.org/officeDocument/2006/relationships/image" Target="../media/image33.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341.xml"/><Relationship Id="rId1" Type="http://schemas.openxmlformats.org/officeDocument/2006/relationships/image" Target="../media/image34.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342.xml"/></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tags" Target="../tags/tag345.xml"/><Relationship Id="rId2" Type="http://schemas.openxmlformats.org/officeDocument/2006/relationships/tags" Target="../tags/tag344.xml"/><Relationship Id="rId1" Type="http://schemas.openxmlformats.org/officeDocument/2006/relationships/tags" Target="../tags/tag343.xml"/></Relationships>
</file>

<file path=ppt/slides/_rels/slide35.xml.rels><?xml version="1.0" encoding="UTF-8" standalone="yes"?>
<Relationships xmlns="http://schemas.openxmlformats.org/package/2006/relationships"><Relationship Id="rId9" Type="http://schemas.openxmlformats.org/officeDocument/2006/relationships/tags" Target="../tags/tag353.xml"/><Relationship Id="rId8" Type="http://schemas.openxmlformats.org/officeDocument/2006/relationships/tags" Target="../tags/tag352.xml"/><Relationship Id="rId7" Type="http://schemas.openxmlformats.org/officeDocument/2006/relationships/tags" Target="../tags/tag351.xml"/><Relationship Id="rId6" Type="http://schemas.openxmlformats.org/officeDocument/2006/relationships/tags" Target="../tags/tag350.xml"/><Relationship Id="rId5" Type="http://schemas.openxmlformats.org/officeDocument/2006/relationships/tags" Target="../tags/tag349.xml"/><Relationship Id="rId4" Type="http://schemas.openxmlformats.org/officeDocument/2006/relationships/tags" Target="../tags/tag348.xml"/><Relationship Id="rId3" Type="http://schemas.openxmlformats.org/officeDocument/2006/relationships/image" Target="../media/image35.jpeg"/><Relationship Id="rId2" Type="http://schemas.openxmlformats.org/officeDocument/2006/relationships/tags" Target="../tags/tag347.xml"/><Relationship Id="rId12" Type="http://schemas.openxmlformats.org/officeDocument/2006/relationships/notesSlide" Target="../notesSlides/notesSlide15.xml"/><Relationship Id="rId11" Type="http://schemas.openxmlformats.org/officeDocument/2006/relationships/slideLayout" Target="../slideLayouts/slideLayout18.xml"/><Relationship Id="rId10" Type="http://schemas.openxmlformats.org/officeDocument/2006/relationships/tags" Target="../tags/tag354.xml"/><Relationship Id="rId1" Type="http://schemas.openxmlformats.org/officeDocument/2006/relationships/tags" Target="../tags/tag346.xml"/></Relationships>
</file>

<file path=ppt/slides/_rels/slide36.xml.rels><?xml version="1.0" encoding="UTF-8" standalone="yes"?>
<Relationships xmlns="http://schemas.openxmlformats.org/package/2006/relationships"><Relationship Id="rId9" Type="http://schemas.openxmlformats.org/officeDocument/2006/relationships/tags" Target="../tags/tag362.xml"/><Relationship Id="rId8" Type="http://schemas.openxmlformats.org/officeDocument/2006/relationships/tags" Target="../tags/tag361.xml"/><Relationship Id="rId7" Type="http://schemas.openxmlformats.org/officeDocument/2006/relationships/tags" Target="../tags/tag360.xml"/><Relationship Id="rId6" Type="http://schemas.openxmlformats.org/officeDocument/2006/relationships/tags" Target="../tags/tag359.xml"/><Relationship Id="rId5" Type="http://schemas.openxmlformats.org/officeDocument/2006/relationships/tags" Target="../tags/tag358.xml"/><Relationship Id="rId4" Type="http://schemas.openxmlformats.org/officeDocument/2006/relationships/tags" Target="../tags/tag357.xml"/><Relationship Id="rId3" Type="http://schemas.openxmlformats.org/officeDocument/2006/relationships/tags" Target="../tags/tag356.xml"/><Relationship Id="rId2" Type="http://schemas.openxmlformats.org/officeDocument/2006/relationships/image" Target="../media/image36.jpeg"/><Relationship Id="rId16" Type="http://schemas.openxmlformats.org/officeDocument/2006/relationships/notesSlide" Target="../notesSlides/notesSlide16.xml"/><Relationship Id="rId15" Type="http://schemas.openxmlformats.org/officeDocument/2006/relationships/slideLayout" Target="../slideLayouts/slideLayout18.xml"/><Relationship Id="rId14" Type="http://schemas.openxmlformats.org/officeDocument/2006/relationships/tags" Target="../tags/tag367.xml"/><Relationship Id="rId13" Type="http://schemas.openxmlformats.org/officeDocument/2006/relationships/tags" Target="../tags/tag366.xml"/><Relationship Id="rId12" Type="http://schemas.openxmlformats.org/officeDocument/2006/relationships/tags" Target="../tags/tag365.xml"/><Relationship Id="rId11" Type="http://schemas.openxmlformats.org/officeDocument/2006/relationships/tags" Target="../tags/tag364.xml"/><Relationship Id="rId10" Type="http://schemas.openxmlformats.org/officeDocument/2006/relationships/tags" Target="../tags/tag363.xml"/><Relationship Id="rId1" Type="http://schemas.openxmlformats.org/officeDocument/2006/relationships/tags" Target="../tags/tag355.xml"/></Relationships>
</file>

<file path=ppt/slides/_rels/slide37.xml.rels><?xml version="1.0" encoding="UTF-8" standalone="yes"?>
<Relationships xmlns="http://schemas.openxmlformats.org/package/2006/relationships"><Relationship Id="rId9" Type="http://schemas.openxmlformats.org/officeDocument/2006/relationships/tags" Target="../tags/tag374.xml"/><Relationship Id="rId8" Type="http://schemas.openxmlformats.org/officeDocument/2006/relationships/tags" Target="../tags/tag373.xml"/><Relationship Id="rId7" Type="http://schemas.openxmlformats.org/officeDocument/2006/relationships/image" Target="../media/image38.svg"/><Relationship Id="rId6" Type="http://schemas.openxmlformats.org/officeDocument/2006/relationships/image" Target="../media/image37.png"/><Relationship Id="rId5" Type="http://schemas.openxmlformats.org/officeDocument/2006/relationships/tags" Target="../tags/tag372.xml"/><Relationship Id="rId4" Type="http://schemas.openxmlformats.org/officeDocument/2006/relationships/tags" Target="../tags/tag371.xml"/><Relationship Id="rId3" Type="http://schemas.openxmlformats.org/officeDocument/2006/relationships/tags" Target="../tags/tag370.xml"/><Relationship Id="rId26" Type="http://schemas.openxmlformats.org/officeDocument/2006/relationships/slideLayout" Target="../slideLayouts/slideLayout18.xml"/><Relationship Id="rId25" Type="http://schemas.openxmlformats.org/officeDocument/2006/relationships/tags" Target="../tags/tag386.xml"/><Relationship Id="rId24" Type="http://schemas.openxmlformats.org/officeDocument/2006/relationships/tags" Target="../tags/tag385.xml"/><Relationship Id="rId23" Type="http://schemas.openxmlformats.org/officeDocument/2006/relationships/image" Target="../media/image42.svg"/><Relationship Id="rId22" Type="http://schemas.openxmlformats.org/officeDocument/2006/relationships/image" Target="../media/image41.png"/><Relationship Id="rId21" Type="http://schemas.openxmlformats.org/officeDocument/2006/relationships/tags" Target="../tags/tag384.xml"/><Relationship Id="rId20" Type="http://schemas.openxmlformats.org/officeDocument/2006/relationships/image" Target="../media/image40.svg"/><Relationship Id="rId2" Type="http://schemas.openxmlformats.org/officeDocument/2006/relationships/tags" Target="../tags/tag369.xml"/><Relationship Id="rId19" Type="http://schemas.openxmlformats.org/officeDocument/2006/relationships/image" Target="../media/image39.png"/><Relationship Id="rId18" Type="http://schemas.openxmlformats.org/officeDocument/2006/relationships/tags" Target="../tags/tag383.xml"/><Relationship Id="rId17" Type="http://schemas.openxmlformats.org/officeDocument/2006/relationships/tags" Target="../tags/tag382.xml"/><Relationship Id="rId16" Type="http://schemas.openxmlformats.org/officeDocument/2006/relationships/tags" Target="../tags/tag381.xml"/><Relationship Id="rId15" Type="http://schemas.openxmlformats.org/officeDocument/2006/relationships/tags" Target="../tags/tag380.xml"/><Relationship Id="rId14" Type="http://schemas.openxmlformats.org/officeDocument/2006/relationships/tags" Target="../tags/tag379.xml"/><Relationship Id="rId13" Type="http://schemas.openxmlformats.org/officeDocument/2006/relationships/tags" Target="../tags/tag378.xml"/><Relationship Id="rId12" Type="http://schemas.openxmlformats.org/officeDocument/2006/relationships/tags" Target="../tags/tag377.xml"/><Relationship Id="rId11" Type="http://schemas.openxmlformats.org/officeDocument/2006/relationships/tags" Target="../tags/tag376.xml"/><Relationship Id="rId10" Type="http://schemas.openxmlformats.org/officeDocument/2006/relationships/tags" Target="../tags/tag375.xml"/><Relationship Id="rId1" Type="http://schemas.openxmlformats.org/officeDocument/2006/relationships/tags" Target="../tags/tag368.xml"/></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tags" Target="../tags/tag387.xml"/><Relationship Id="rId2" Type="http://schemas.openxmlformats.org/officeDocument/2006/relationships/image" Target="../media/image44.png"/><Relationship Id="rId1" Type="http://schemas.openxmlformats.org/officeDocument/2006/relationships/image" Target="../media/image43.png"/></Relationships>
</file>

<file path=ppt/slides/_rels/slide39.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tags" Target="../tags/tag388.xml"/><Relationship Id="rId3" Type="http://schemas.openxmlformats.org/officeDocument/2006/relationships/image" Target="../media/image46.png"/><Relationship Id="rId2" Type="http://schemas.openxmlformats.org/officeDocument/2006/relationships/image" Target="../media/image43.png"/><Relationship Id="rId1" Type="http://schemas.openxmlformats.org/officeDocument/2006/relationships/image" Target="../media/image45.png"/></Relationships>
</file>

<file path=ppt/slides/_rels/slide40.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tags" Target="../tags/tag389.xml"/><Relationship Id="rId3" Type="http://schemas.openxmlformats.org/officeDocument/2006/relationships/image" Target="../media/image46.png"/><Relationship Id="rId2" Type="http://schemas.openxmlformats.org/officeDocument/2006/relationships/image" Target="../media/image43.png"/><Relationship Id="rId1" Type="http://schemas.openxmlformats.org/officeDocument/2006/relationships/image" Target="../media/image47.png"/></Relationships>
</file>

<file path=ppt/slides/_rels/slide41.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tags" Target="../tags/tag390.xml"/><Relationship Id="rId3" Type="http://schemas.openxmlformats.org/officeDocument/2006/relationships/image" Target="../media/image43.png"/><Relationship Id="rId2" Type="http://schemas.openxmlformats.org/officeDocument/2006/relationships/image" Target="../media/image48.png"/><Relationship Id="rId1" Type="http://schemas.openxmlformats.org/officeDocument/2006/relationships/image" Target="../media/image46.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391.xml"/></Relationships>
</file>

<file path=ppt/slides/_rels/slide43.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tags" Target="../tags/tag394.xml"/><Relationship Id="rId2" Type="http://schemas.openxmlformats.org/officeDocument/2006/relationships/tags" Target="../tags/tag393.xml"/><Relationship Id="rId1" Type="http://schemas.openxmlformats.org/officeDocument/2006/relationships/tags" Target="../tags/tag392.xml"/></Relationships>
</file>

<file path=ppt/slides/_rels/slide44.xml.rels><?xml version="1.0" encoding="UTF-8" standalone="yes"?>
<Relationships xmlns="http://schemas.openxmlformats.org/package/2006/relationships"><Relationship Id="rId9" Type="http://schemas.openxmlformats.org/officeDocument/2006/relationships/tags" Target="../tags/tag402.xml"/><Relationship Id="rId8" Type="http://schemas.openxmlformats.org/officeDocument/2006/relationships/tags" Target="../tags/tag401.xml"/><Relationship Id="rId7" Type="http://schemas.openxmlformats.org/officeDocument/2006/relationships/tags" Target="../tags/tag400.xml"/><Relationship Id="rId6" Type="http://schemas.openxmlformats.org/officeDocument/2006/relationships/tags" Target="../tags/tag399.xml"/><Relationship Id="rId5" Type="http://schemas.openxmlformats.org/officeDocument/2006/relationships/tags" Target="../tags/tag398.xml"/><Relationship Id="rId4" Type="http://schemas.openxmlformats.org/officeDocument/2006/relationships/image" Target="../media/image49.jpeg"/><Relationship Id="rId3" Type="http://schemas.openxmlformats.org/officeDocument/2006/relationships/tags" Target="../tags/tag397.xml"/><Relationship Id="rId28" Type="http://schemas.openxmlformats.org/officeDocument/2006/relationships/notesSlide" Target="../notesSlides/notesSlide17.xml"/><Relationship Id="rId27" Type="http://schemas.openxmlformats.org/officeDocument/2006/relationships/slideLayout" Target="../slideLayouts/slideLayout18.xml"/><Relationship Id="rId26" Type="http://schemas.openxmlformats.org/officeDocument/2006/relationships/tags" Target="../tags/tag416.xml"/><Relationship Id="rId25" Type="http://schemas.openxmlformats.org/officeDocument/2006/relationships/image" Target="../media/image52.jpeg"/><Relationship Id="rId24" Type="http://schemas.openxmlformats.org/officeDocument/2006/relationships/tags" Target="../tags/tag415.xml"/><Relationship Id="rId23" Type="http://schemas.openxmlformats.org/officeDocument/2006/relationships/tags" Target="../tags/tag414.xml"/><Relationship Id="rId22" Type="http://schemas.openxmlformats.org/officeDocument/2006/relationships/tags" Target="../tags/tag413.xml"/><Relationship Id="rId21" Type="http://schemas.openxmlformats.org/officeDocument/2006/relationships/tags" Target="../tags/tag412.xml"/><Relationship Id="rId20" Type="http://schemas.openxmlformats.org/officeDocument/2006/relationships/image" Target="../media/image51.jpeg"/><Relationship Id="rId2" Type="http://schemas.openxmlformats.org/officeDocument/2006/relationships/tags" Target="../tags/tag396.xml"/><Relationship Id="rId19" Type="http://schemas.openxmlformats.org/officeDocument/2006/relationships/tags" Target="../tags/tag411.xml"/><Relationship Id="rId18" Type="http://schemas.openxmlformats.org/officeDocument/2006/relationships/tags" Target="../tags/tag410.xml"/><Relationship Id="rId17" Type="http://schemas.openxmlformats.org/officeDocument/2006/relationships/tags" Target="../tags/tag409.xml"/><Relationship Id="rId16" Type="http://schemas.openxmlformats.org/officeDocument/2006/relationships/tags" Target="../tags/tag408.xml"/><Relationship Id="rId15" Type="http://schemas.openxmlformats.org/officeDocument/2006/relationships/tags" Target="../tags/tag407.xml"/><Relationship Id="rId14" Type="http://schemas.openxmlformats.org/officeDocument/2006/relationships/tags" Target="../tags/tag406.xml"/><Relationship Id="rId13" Type="http://schemas.openxmlformats.org/officeDocument/2006/relationships/tags" Target="../tags/tag405.xml"/><Relationship Id="rId12" Type="http://schemas.openxmlformats.org/officeDocument/2006/relationships/tags" Target="../tags/tag404.xml"/><Relationship Id="rId11" Type="http://schemas.openxmlformats.org/officeDocument/2006/relationships/tags" Target="../tags/tag403.xml"/><Relationship Id="rId10" Type="http://schemas.openxmlformats.org/officeDocument/2006/relationships/image" Target="../media/image50.jpeg"/><Relationship Id="rId1" Type="http://schemas.openxmlformats.org/officeDocument/2006/relationships/tags" Target="../tags/tag395.xml"/></Relationships>
</file>

<file path=ppt/slides/_rels/slide45.xml.rels><?xml version="1.0" encoding="UTF-8" standalone="yes"?>
<Relationships xmlns="http://schemas.openxmlformats.org/package/2006/relationships"><Relationship Id="rId9" Type="http://schemas.openxmlformats.org/officeDocument/2006/relationships/tags" Target="../tags/tag425.xml"/><Relationship Id="rId8" Type="http://schemas.openxmlformats.org/officeDocument/2006/relationships/tags" Target="../tags/tag424.xml"/><Relationship Id="rId7" Type="http://schemas.openxmlformats.org/officeDocument/2006/relationships/tags" Target="../tags/tag423.xml"/><Relationship Id="rId6" Type="http://schemas.openxmlformats.org/officeDocument/2006/relationships/tags" Target="../tags/tag422.xml"/><Relationship Id="rId5" Type="http://schemas.openxmlformats.org/officeDocument/2006/relationships/tags" Target="../tags/tag421.xml"/><Relationship Id="rId4" Type="http://schemas.openxmlformats.org/officeDocument/2006/relationships/tags" Target="../tags/tag420.xml"/><Relationship Id="rId3" Type="http://schemas.openxmlformats.org/officeDocument/2006/relationships/tags" Target="../tags/tag419.xml"/><Relationship Id="rId2" Type="http://schemas.openxmlformats.org/officeDocument/2006/relationships/tags" Target="../tags/tag418.xml"/><Relationship Id="rId13" Type="http://schemas.openxmlformats.org/officeDocument/2006/relationships/notesSlide" Target="../notesSlides/notesSlide18.xml"/><Relationship Id="rId12" Type="http://schemas.openxmlformats.org/officeDocument/2006/relationships/slideLayout" Target="../slideLayouts/slideLayout18.xml"/><Relationship Id="rId11" Type="http://schemas.openxmlformats.org/officeDocument/2006/relationships/tags" Target="../tags/tag427.xml"/><Relationship Id="rId10" Type="http://schemas.openxmlformats.org/officeDocument/2006/relationships/tags" Target="../tags/tag426.xml"/><Relationship Id="rId1" Type="http://schemas.openxmlformats.org/officeDocument/2006/relationships/tags" Target="../tags/tag417.xml"/></Relationships>
</file>

<file path=ppt/slides/_rels/slide46.xml.rels><?xml version="1.0" encoding="UTF-8" standalone="yes"?>
<Relationships xmlns="http://schemas.openxmlformats.org/package/2006/relationships"><Relationship Id="rId9" Type="http://schemas.openxmlformats.org/officeDocument/2006/relationships/tags" Target="../tags/tag433.xml"/><Relationship Id="rId8" Type="http://schemas.openxmlformats.org/officeDocument/2006/relationships/tags" Target="../tags/tag432.xml"/><Relationship Id="rId7" Type="http://schemas.openxmlformats.org/officeDocument/2006/relationships/image" Target="../media/image55.jpeg"/><Relationship Id="rId6" Type="http://schemas.openxmlformats.org/officeDocument/2006/relationships/tags" Target="../tags/tag431.xml"/><Relationship Id="rId5" Type="http://schemas.openxmlformats.org/officeDocument/2006/relationships/image" Target="../media/image54.jpeg"/><Relationship Id="rId4" Type="http://schemas.openxmlformats.org/officeDocument/2006/relationships/tags" Target="../tags/tag430.xml"/><Relationship Id="rId3" Type="http://schemas.openxmlformats.org/officeDocument/2006/relationships/image" Target="../media/image53.jpeg"/><Relationship Id="rId21" Type="http://schemas.openxmlformats.org/officeDocument/2006/relationships/slideLayout" Target="../slideLayouts/slideLayout18.xml"/><Relationship Id="rId20" Type="http://schemas.openxmlformats.org/officeDocument/2006/relationships/tags" Target="../tags/tag444.xml"/><Relationship Id="rId2" Type="http://schemas.openxmlformats.org/officeDocument/2006/relationships/tags" Target="../tags/tag429.xml"/><Relationship Id="rId19" Type="http://schemas.openxmlformats.org/officeDocument/2006/relationships/tags" Target="../tags/tag443.xml"/><Relationship Id="rId18" Type="http://schemas.openxmlformats.org/officeDocument/2006/relationships/tags" Target="../tags/tag442.xml"/><Relationship Id="rId17" Type="http://schemas.openxmlformats.org/officeDocument/2006/relationships/tags" Target="../tags/tag441.xml"/><Relationship Id="rId16" Type="http://schemas.openxmlformats.org/officeDocument/2006/relationships/tags" Target="../tags/tag440.xml"/><Relationship Id="rId15" Type="http://schemas.openxmlformats.org/officeDocument/2006/relationships/tags" Target="../tags/tag439.xml"/><Relationship Id="rId14" Type="http://schemas.openxmlformats.org/officeDocument/2006/relationships/tags" Target="../tags/tag438.xml"/><Relationship Id="rId13" Type="http://schemas.openxmlformats.org/officeDocument/2006/relationships/tags" Target="../tags/tag437.xml"/><Relationship Id="rId12" Type="http://schemas.openxmlformats.org/officeDocument/2006/relationships/tags" Target="../tags/tag436.xml"/><Relationship Id="rId11" Type="http://schemas.openxmlformats.org/officeDocument/2006/relationships/tags" Target="../tags/tag435.xml"/><Relationship Id="rId10" Type="http://schemas.openxmlformats.org/officeDocument/2006/relationships/tags" Target="../tags/tag434.xml"/><Relationship Id="rId1" Type="http://schemas.openxmlformats.org/officeDocument/2006/relationships/tags" Target="../tags/tag428.xml"/></Relationships>
</file>

<file path=ppt/slides/_rels/slide47.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tags" Target="../tags/tag445.xml"/><Relationship Id="rId2" Type="http://schemas.openxmlformats.org/officeDocument/2006/relationships/image" Target="../media/image57.png"/><Relationship Id="rId1" Type="http://schemas.openxmlformats.org/officeDocument/2006/relationships/image" Target="../media/image56.png"/></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446.xml"/><Relationship Id="rId1" Type="http://schemas.openxmlformats.org/officeDocument/2006/relationships/image" Target="../media/image58.png"/></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447.xml"/><Relationship Id="rId1" Type="http://schemas.openxmlformats.org/officeDocument/2006/relationships/image" Target="../media/image59.png"/></Relationships>
</file>

<file path=ppt/slides/_rels/slide50.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tags" Target="../tags/tag448.xml"/><Relationship Id="rId2" Type="http://schemas.openxmlformats.org/officeDocument/2006/relationships/image" Target="../media/image61.png"/><Relationship Id="rId1" Type="http://schemas.openxmlformats.org/officeDocument/2006/relationships/image" Target="../media/image60.png"/></Relationships>
</file>

<file path=ppt/slides/_rels/slide51.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tags" Target="../tags/tag449.xml"/><Relationship Id="rId2" Type="http://schemas.openxmlformats.org/officeDocument/2006/relationships/image" Target="../media/image63.png"/><Relationship Id="rId1" Type="http://schemas.openxmlformats.org/officeDocument/2006/relationships/image" Target="../media/image62.png"/></Relationships>
</file>

<file path=ppt/slides/_rels/slide52.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tags" Target="../tags/tag450.xml"/><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image" Target="../media/image64.png"/></Relationships>
</file>

<file path=ppt/slides/_rels/slide53.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tags" Target="../tags/tag451.xml"/><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image" Target="../media/image67.png"/></Relationships>
</file>

<file path=ppt/slides/_rels/slide54.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tags" Target="../tags/tag452.xml"/><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image" Target="../media/image70.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453.xml"/></Relationships>
</file>

<file path=ppt/slides/_rels/slide56.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tags" Target="../tags/tag456.xml"/><Relationship Id="rId2" Type="http://schemas.openxmlformats.org/officeDocument/2006/relationships/tags" Target="../tags/tag455.xml"/><Relationship Id="rId1" Type="http://schemas.openxmlformats.org/officeDocument/2006/relationships/tags" Target="../tags/tag454.xml"/></Relationships>
</file>

<file path=ppt/slides/_rels/slide57.xml.rels><?xml version="1.0" encoding="UTF-8" standalone="yes"?>
<Relationships xmlns="http://schemas.openxmlformats.org/package/2006/relationships"><Relationship Id="rId9" Type="http://schemas.openxmlformats.org/officeDocument/2006/relationships/tags" Target="../tags/tag465.xml"/><Relationship Id="rId8" Type="http://schemas.openxmlformats.org/officeDocument/2006/relationships/tags" Target="../tags/tag464.xml"/><Relationship Id="rId7" Type="http://schemas.openxmlformats.org/officeDocument/2006/relationships/tags" Target="../tags/tag463.xml"/><Relationship Id="rId6" Type="http://schemas.openxmlformats.org/officeDocument/2006/relationships/tags" Target="../tags/tag462.xml"/><Relationship Id="rId5" Type="http://schemas.openxmlformats.org/officeDocument/2006/relationships/tags" Target="../tags/tag461.xml"/><Relationship Id="rId4" Type="http://schemas.openxmlformats.org/officeDocument/2006/relationships/tags" Target="../tags/tag460.xml"/><Relationship Id="rId3" Type="http://schemas.openxmlformats.org/officeDocument/2006/relationships/tags" Target="../tags/tag459.xml"/><Relationship Id="rId2" Type="http://schemas.openxmlformats.org/officeDocument/2006/relationships/tags" Target="../tags/tag458.xml"/><Relationship Id="rId13" Type="http://schemas.openxmlformats.org/officeDocument/2006/relationships/notesSlide" Target="../notesSlides/notesSlide19.xml"/><Relationship Id="rId12" Type="http://schemas.openxmlformats.org/officeDocument/2006/relationships/slideLayout" Target="../slideLayouts/slideLayout18.xml"/><Relationship Id="rId11" Type="http://schemas.openxmlformats.org/officeDocument/2006/relationships/tags" Target="../tags/tag467.xml"/><Relationship Id="rId10" Type="http://schemas.openxmlformats.org/officeDocument/2006/relationships/tags" Target="../tags/tag466.xml"/><Relationship Id="rId1" Type="http://schemas.openxmlformats.org/officeDocument/2006/relationships/tags" Target="../tags/tag457.xml"/></Relationships>
</file>

<file path=ppt/slides/_rels/slide58.xml.rels><?xml version="1.0" encoding="UTF-8" standalone="yes"?>
<Relationships xmlns="http://schemas.openxmlformats.org/package/2006/relationships"><Relationship Id="rId4" Type="http://schemas.openxmlformats.org/officeDocument/2006/relationships/slideLayout" Target="../slideLayouts/slideLayout22.xml"/><Relationship Id="rId3" Type="http://schemas.openxmlformats.org/officeDocument/2006/relationships/tags" Target="../tags/tag470.xml"/><Relationship Id="rId2" Type="http://schemas.openxmlformats.org/officeDocument/2006/relationships/tags" Target="../tags/tag469.xml"/><Relationship Id="rId1" Type="http://schemas.openxmlformats.org/officeDocument/2006/relationships/tags" Target="../tags/tag46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3"/>
            <p:custDataLst>
              <p:tags r:id="rId1"/>
            </p:custDataLst>
          </p:nvPr>
        </p:nvSpPr>
        <p:spPr/>
        <p:txBody>
          <a:bodyPr/>
          <a:lstStyle/>
          <a:p>
            <a:r>
              <a:rPr lang="zh-CN" altLang="en-US"/>
              <a:t>运筹优化算法相关概念</a:t>
            </a:r>
            <a:endParaRPr lang="zh-CN" altLang="en-US"/>
          </a:p>
        </p:txBody>
      </p:sp>
      <p:sp>
        <p:nvSpPr>
          <p:cNvPr id="5" name="文本占位符 4"/>
          <p:cNvSpPr>
            <a:spLocks noGrp="1"/>
          </p:cNvSpPr>
          <p:nvPr>
            <p:ph type="body" idx="1"/>
            <p:custDataLst>
              <p:tags r:id="rId2"/>
            </p:custDataLst>
          </p:nvPr>
        </p:nvSpPr>
        <p:spPr>
          <a:xfrm>
            <a:off x="1351915" y="4405630"/>
            <a:ext cx="2235200" cy="592455"/>
          </a:xfrm>
        </p:spPr>
        <p:txBody>
          <a:bodyPr/>
          <a:lstStyle/>
          <a:p>
            <a:r>
              <a:rPr lang="zh-CN" altLang="en-US" sz="2000"/>
              <a:t>汇报人：方星</a:t>
            </a:r>
            <a:endParaRPr lang="zh-CN" altLang="en-US" sz="2000"/>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标题 2"/>
          <p:cNvSpPr>
            <a:spLocks noGrp="1"/>
          </p:cNvSpPr>
          <p:nvPr>
            <p:ph type="title" idx="2"/>
            <p:custDataLst>
              <p:tags r:id="rId1"/>
            </p:custDataLst>
          </p:nvPr>
        </p:nvSpPr>
        <p:spPr/>
        <p:txBody>
          <a:bodyPr/>
          <a:lstStyle/>
          <a:p>
            <a:r>
              <a:rPr lang="zh-CN" altLang="en-US"/>
              <a:t>Contents</a:t>
            </a:r>
            <a:endParaRPr lang="zh-CN" altLang="en-US"/>
          </a:p>
        </p:txBody>
      </p:sp>
      <p:sp>
        <p:nvSpPr>
          <p:cNvPr id="5" name="序号"/>
          <p:cNvSpPr txBox="1"/>
          <p:nvPr>
            <p:custDataLst>
              <p:tags r:id="rId2"/>
            </p:custDataLst>
          </p:nvPr>
        </p:nvSpPr>
        <p:spPr>
          <a:xfrm>
            <a:off x="3229610" y="2035810"/>
            <a:ext cx="2486660" cy="716280"/>
          </a:xfrm>
          <a:prstGeom prst="rect">
            <a:avLst/>
          </a:prstGeom>
          <a:noFill/>
        </p:spPr>
        <p:txBody>
          <a:bodyPr wrap="square" lIns="0" tIns="0" rIns="0" bIns="0" rtlCol="0" anchor="b" anchorCtr="0">
            <a:normAutofit/>
          </a:bodyPr>
          <a:lstStyle/>
          <a:p>
            <a:pPr algn="l"/>
            <a:r>
              <a:rPr lang="en-US" sz="3200" dirty="0">
                <a:solidFill>
                  <a:schemeClr val="tx1">
                    <a:lumMod val="85000"/>
                    <a:lumOff val="15000"/>
                  </a:schemeClr>
                </a:solidFill>
                <a:latin typeface="+mj-ea"/>
                <a:ea typeface="+mj-ea"/>
                <a:cs typeface="MiSans Normal" panose="00000500000000000000" charset="-122"/>
                <a:sym typeface="+mn-ea"/>
              </a:rPr>
              <a:t>01</a:t>
            </a:r>
            <a:endParaRPr lang="en-US" sz="3200" dirty="0">
              <a:solidFill>
                <a:schemeClr val="tx1">
                  <a:lumMod val="85000"/>
                  <a:lumOff val="15000"/>
                </a:schemeClr>
              </a:solidFill>
              <a:latin typeface="+mj-ea"/>
              <a:ea typeface="+mj-ea"/>
              <a:cs typeface="MiSans Normal" panose="00000500000000000000" charset="-122"/>
              <a:sym typeface="+mn-ea"/>
            </a:endParaRPr>
          </a:p>
        </p:txBody>
      </p:sp>
      <p:sp>
        <p:nvSpPr>
          <p:cNvPr id="10" name="标题"/>
          <p:cNvSpPr txBox="1"/>
          <p:nvPr>
            <p:custDataLst>
              <p:tags r:id="rId3"/>
            </p:custDataLst>
          </p:nvPr>
        </p:nvSpPr>
        <p:spPr>
          <a:xfrm>
            <a:off x="3229610" y="2860675"/>
            <a:ext cx="2486660" cy="992505"/>
          </a:xfrm>
          <a:prstGeom prst="rect">
            <a:avLst/>
          </a:prstGeom>
          <a:noFill/>
        </p:spPr>
        <p:txBody>
          <a:bodyPr wrap="square" lIns="0" tIns="0" rIns="0" bIns="0" rtlCol="0" anchor="t" anchorCtr="0">
            <a:normAutofit/>
          </a:bodyPr>
          <a:lstStyle/>
          <a:p>
            <a:pPr lvl="0" algn="l">
              <a:buClrTx/>
              <a:buSzTx/>
              <a:buFontTx/>
            </a:pPr>
            <a:r>
              <a:rPr lang="zh-CN" altLang="en-US" sz="2000" spc="300" dirty="0">
                <a:solidFill>
                  <a:schemeClr val="tx1">
                    <a:lumMod val="85000"/>
                    <a:lumOff val="15000"/>
                  </a:schemeClr>
                </a:solidFill>
                <a:latin typeface="+mj-ea"/>
                <a:ea typeface="+mj-ea"/>
                <a:cs typeface="MiSans Normal" panose="00000500000000000000" charset="-122"/>
                <a:sym typeface="+mn-ea"/>
              </a:rPr>
              <a:t>数学规划模型</a:t>
            </a:r>
            <a:endParaRPr lang="zh-CN" altLang="en-US" sz="2000" spc="300" dirty="0">
              <a:solidFill>
                <a:schemeClr val="tx1">
                  <a:lumMod val="85000"/>
                  <a:lumOff val="15000"/>
                </a:schemeClr>
              </a:solidFill>
              <a:latin typeface="+mj-ea"/>
              <a:ea typeface="+mj-ea"/>
              <a:cs typeface="MiSans Normal" panose="00000500000000000000" charset="-122"/>
              <a:sym typeface="+mn-ea"/>
            </a:endParaRPr>
          </a:p>
        </p:txBody>
      </p:sp>
      <p:sp>
        <p:nvSpPr>
          <p:cNvPr id="13" name="序号"/>
          <p:cNvSpPr txBox="1"/>
          <p:nvPr>
            <p:custDataLst>
              <p:tags r:id="rId4"/>
            </p:custDataLst>
          </p:nvPr>
        </p:nvSpPr>
        <p:spPr>
          <a:xfrm>
            <a:off x="6927215" y="2035810"/>
            <a:ext cx="2585085" cy="716280"/>
          </a:xfrm>
          <a:prstGeom prst="rect">
            <a:avLst/>
          </a:prstGeom>
          <a:noFill/>
        </p:spPr>
        <p:txBody>
          <a:bodyPr wrap="square" lIns="0" tIns="0" rIns="0" bIns="0" rtlCol="0" anchor="b" anchorCtr="0">
            <a:normAutofit/>
          </a:bodyPr>
          <a:lstStyle/>
          <a:p>
            <a:pPr algn="l"/>
            <a:r>
              <a:rPr lang="en-US" sz="3200" dirty="0">
                <a:solidFill>
                  <a:schemeClr val="tx1">
                    <a:lumMod val="85000"/>
                    <a:lumOff val="15000"/>
                  </a:schemeClr>
                </a:solidFill>
                <a:latin typeface="+mj-ea"/>
                <a:ea typeface="+mj-ea"/>
                <a:cs typeface="MiSans Normal" panose="00000500000000000000" charset="-122"/>
                <a:sym typeface="+mn-ea"/>
              </a:rPr>
              <a:t>02</a:t>
            </a:r>
            <a:endParaRPr lang="en-US" sz="3200" dirty="0">
              <a:solidFill>
                <a:schemeClr val="tx1">
                  <a:lumMod val="85000"/>
                  <a:lumOff val="15000"/>
                </a:schemeClr>
              </a:solidFill>
              <a:latin typeface="+mj-ea"/>
              <a:ea typeface="+mj-ea"/>
              <a:cs typeface="MiSans Normal" panose="00000500000000000000" charset="-122"/>
              <a:sym typeface="+mn-ea"/>
            </a:endParaRPr>
          </a:p>
        </p:txBody>
      </p:sp>
      <p:sp>
        <p:nvSpPr>
          <p:cNvPr id="14" name="标题"/>
          <p:cNvSpPr txBox="1"/>
          <p:nvPr>
            <p:custDataLst>
              <p:tags r:id="rId5"/>
            </p:custDataLst>
          </p:nvPr>
        </p:nvSpPr>
        <p:spPr>
          <a:xfrm>
            <a:off x="6927215" y="2860675"/>
            <a:ext cx="2585085" cy="992505"/>
          </a:xfrm>
          <a:prstGeom prst="rect">
            <a:avLst/>
          </a:prstGeom>
          <a:noFill/>
        </p:spPr>
        <p:txBody>
          <a:bodyPr wrap="square" lIns="0" tIns="0" rIns="0" bIns="0" rtlCol="0" anchor="t" anchorCtr="0">
            <a:normAutofit/>
          </a:bodyPr>
          <a:lstStyle/>
          <a:p>
            <a:pPr lvl="0" algn="l">
              <a:buClrTx/>
              <a:buSzTx/>
              <a:buFontTx/>
            </a:pPr>
            <a:r>
              <a:rPr lang="zh-CN" altLang="en-US" sz="2000" spc="300" dirty="0">
                <a:solidFill>
                  <a:schemeClr val="tx1">
                    <a:lumMod val="85000"/>
                    <a:lumOff val="15000"/>
                  </a:schemeClr>
                </a:solidFill>
                <a:latin typeface="+mj-ea"/>
                <a:ea typeface="+mj-ea"/>
                <a:cs typeface="MiSans Normal" panose="00000500000000000000" charset="-122"/>
                <a:sym typeface="+mn-ea"/>
              </a:rPr>
              <a:t>凸集与极点</a:t>
            </a:r>
            <a:endParaRPr lang="zh-CN" altLang="en-US" sz="2000" spc="300" dirty="0">
              <a:solidFill>
                <a:schemeClr val="tx1">
                  <a:lumMod val="85000"/>
                  <a:lumOff val="15000"/>
                </a:schemeClr>
              </a:solidFill>
              <a:latin typeface="+mj-ea"/>
              <a:ea typeface="+mj-ea"/>
              <a:cs typeface="MiSans Normal" panose="00000500000000000000" charset="-122"/>
              <a:sym typeface="+mn-ea"/>
            </a:endParaRPr>
          </a:p>
        </p:txBody>
      </p:sp>
      <p:sp>
        <p:nvSpPr>
          <p:cNvPr id="21" name="序号"/>
          <p:cNvSpPr txBox="1"/>
          <p:nvPr>
            <p:custDataLst>
              <p:tags r:id="rId6"/>
            </p:custDataLst>
          </p:nvPr>
        </p:nvSpPr>
        <p:spPr>
          <a:xfrm>
            <a:off x="3333115" y="4207510"/>
            <a:ext cx="2383155" cy="716280"/>
          </a:xfrm>
          <a:prstGeom prst="rect">
            <a:avLst/>
          </a:prstGeom>
          <a:noFill/>
        </p:spPr>
        <p:txBody>
          <a:bodyPr wrap="square" lIns="0" tIns="0" rIns="0" bIns="0" rtlCol="0" anchor="b" anchorCtr="0">
            <a:normAutofit/>
          </a:bodyPr>
          <a:lstStyle/>
          <a:p>
            <a:pPr algn="l"/>
            <a:r>
              <a:rPr lang="en-US" sz="3200" dirty="0">
                <a:solidFill>
                  <a:schemeClr val="tx1">
                    <a:lumMod val="85000"/>
                    <a:lumOff val="15000"/>
                  </a:schemeClr>
                </a:solidFill>
                <a:latin typeface="+mj-ea"/>
                <a:ea typeface="+mj-ea"/>
                <a:cs typeface="MiSans Normal" panose="00000500000000000000" charset="-122"/>
                <a:sym typeface="+mn-ea"/>
              </a:rPr>
              <a:t>03</a:t>
            </a:r>
            <a:endParaRPr lang="en-US" sz="3200" dirty="0">
              <a:solidFill>
                <a:schemeClr val="tx1">
                  <a:lumMod val="85000"/>
                  <a:lumOff val="15000"/>
                </a:schemeClr>
              </a:solidFill>
              <a:latin typeface="+mj-ea"/>
              <a:ea typeface="+mj-ea"/>
              <a:cs typeface="MiSans Normal" panose="00000500000000000000" charset="-122"/>
              <a:sym typeface="+mn-ea"/>
            </a:endParaRPr>
          </a:p>
        </p:txBody>
      </p:sp>
      <p:sp>
        <p:nvSpPr>
          <p:cNvPr id="22" name="标题"/>
          <p:cNvSpPr txBox="1"/>
          <p:nvPr>
            <p:custDataLst>
              <p:tags r:id="rId7"/>
            </p:custDataLst>
          </p:nvPr>
        </p:nvSpPr>
        <p:spPr>
          <a:xfrm>
            <a:off x="3333115" y="5032375"/>
            <a:ext cx="2382520" cy="992505"/>
          </a:xfrm>
          <a:prstGeom prst="rect">
            <a:avLst/>
          </a:prstGeom>
          <a:noFill/>
        </p:spPr>
        <p:txBody>
          <a:bodyPr wrap="square" lIns="0" tIns="0" rIns="0" bIns="0" rtlCol="0" anchor="t" anchorCtr="0">
            <a:normAutofit/>
          </a:bodyPr>
          <a:lstStyle/>
          <a:p>
            <a:pPr lvl="0" algn="l">
              <a:buClrTx/>
              <a:buSzTx/>
              <a:buFontTx/>
            </a:pPr>
            <a:r>
              <a:rPr lang="zh-CN" altLang="en-US" sz="2000" spc="300" dirty="0">
                <a:solidFill>
                  <a:schemeClr val="tx1">
                    <a:lumMod val="85000"/>
                    <a:lumOff val="15000"/>
                  </a:schemeClr>
                </a:solidFill>
                <a:latin typeface="+mj-ea"/>
                <a:ea typeface="+mj-ea"/>
                <a:cs typeface="MiSans Normal" panose="00000500000000000000" charset="-122"/>
                <a:sym typeface="+mn-ea"/>
              </a:rPr>
              <a:t>多面体与超平面</a:t>
            </a:r>
            <a:endParaRPr lang="zh-CN" altLang="en-US" sz="2000" spc="300" dirty="0">
              <a:solidFill>
                <a:schemeClr val="tx1">
                  <a:lumMod val="85000"/>
                  <a:lumOff val="15000"/>
                </a:schemeClr>
              </a:solidFill>
              <a:latin typeface="+mj-ea"/>
              <a:ea typeface="+mj-ea"/>
              <a:cs typeface="MiSans Normal" panose="00000500000000000000" charset="-122"/>
              <a:sym typeface="+mn-ea"/>
            </a:endParaRPr>
          </a:p>
        </p:txBody>
      </p:sp>
      <p:sp>
        <p:nvSpPr>
          <p:cNvPr id="24" name="序号"/>
          <p:cNvSpPr txBox="1"/>
          <p:nvPr>
            <p:custDataLst>
              <p:tags r:id="rId8"/>
            </p:custDataLst>
          </p:nvPr>
        </p:nvSpPr>
        <p:spPr>
          <a:xfrm>
            <a:off x="7030720" y="4207510"/>
            <a:ext cx="2585085" cy="716280"/>
          </a:xfrm>
          <a:prstGeom prst="rect">
            <a:avLst/>
          </a:prstGeom>
          <a:noFill/>
        </p:spPr>
        <p:txBody>
          <a:bodyPr wrap="square" lIns="0" tIns="0" rIns="0" bIns="0" rtlCol="0" anchor="b" anchorCtr="0">
            <a:normAutofit/>
          </a:bodyPr>
          <a:lstStyle/>
          <a:p>
            <a:pPr algn="l"/>
            <a:r>
              <a:rPr lang="en-US" sz="3200" dirty="0">
                <a:solidFill>
                  <a:schemeClr val="tx1">
                    <a:lumMod val="85000"/>
                    <a:lumOff val="15000"/>
                  </a:schemeClr>
                </a:solidFill>
                <a:latin typeface="+mj-ea"/>
                <a:ea typeface="+mj-ea"/>
                <a:cs typeface="MiSans Normal" panose="00000500000000000000" charset="-122"/>
                <a:sym typeface="+mn-ea"/>
              </a:rPr>
              <a:t>04</a:t>
            </a:r>
            <a:endParaRPr lang="en-US" sz="3200" dirty="0">
              <a:solidFill>
                <a:schemeClr val="tx1">
                  <a:lumMod val="85000"/>
                  <a:lumOff val="15000"/>
                </a:schemeClr>
              </a:solidFill>
              <a:latin typeface="+mj-ea"/>
              <a:ea typeface="+mj-ea"/>
              <a:cs typeface="MiSans Normal" panose="00000500000000000000" charset="-122"/>
              <a:sym typeface="+mn-ea"/>
            </a:endParaRPr>
          </a:p>
        </p:txBody>
      </p:sp>
      <p:sp>
        <p:nvSpPr>
          <p:cNvPr id="25" name="标题"/>
          <p:cNvSpPr txBox="1"/>
          <p:nvPr>
            <p:custDataLst>
              <p:tags r:id="rId9"/>
            </p:custDataLst>
          </p:nvPr>
        </p:nvSpPr>
        <p:spPr>
          <a:xfrm>
            <a:off x="7030720" y="5032375"/>
            <a:ext cx="2585085" cy="992505"/>
          </a:xfrm>
          <a:prstGeom prst="rect">
            <a:avLst/>
          </a:prstGeom>
          <a:noFill/>
        </p:spPr>
        <p:txBody>
          <a:bodyPr wrap="square" lIns="0" tIns="0" rIns="0" bIns="0" rtlCol="0" anchor="t" anchorCtr="0">
            <a:normAutofit/>
          </a:bodyPr>
          <a:lstStyle/>
          <a:p>
            <a:pPr lvl="0" algn="l">
              <a:buClrTx/>
              <a:buSzTx/>
              <a:buFontTx/>
            </a:pPr>
            <a:r>
              <a:rPr lang="zh-CN" altLang="en-US" sz="2000" spc="300" dirty="0">
                <a:solidFill>
                  <a:schemeClr val="tx1">
                    <a:lumMod val="85000"/>
                    <a:lumOff val="15000"/>
                  </a:schemeClr>
                </a:solidFill>
                <a:latin typeface="+mj-ea"/>
                <a:ea typeface="+mj-ea"/>
                <a:cs typeface="MiSans Normal" panose="00000500000000000000" charset="-122"/>
                <a:sym typeface="+mn-ea"/>
              </a:rPr>
              <a:t>凸组合与凸包</a:t>
            </a:r>
            <a:endParaRPr lang="zh-CN" altLang="en-US" sz="2000" spc="300" dirty="0">
              <a:solidFill>
                <a:schemeClr val="tx1">
                  <a:lumMod val="85000"/>
                  <a:lumOff val="15000"/>
                </a:schemeClr>
              </a:solidFill>
              <a:latin typeface="+mj-ea"/>
              <a:ea typeface="+mj-ea"/>
              <a:cs typeface="MiSans Normal" panose="00000500000000000000" charset="-122"/>
              <a:sym typeface="+mn-ea"/>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文本占位符 1"/>
          <p:cNvSpPr>
            <a:spLocks noGrp="1"/>
          </p:cNvSpPr>
          <p:nvPr>
            <p:ph type="body" idx="2"/>
            <p:custDataLst>
              <p:tags r:id="rId1"/>
            </p:custDataLst>
          </p:nvPr>
        </p:nvSpPr>
        <p:spPr/>
        <p:txBody>
          <a:bodyPr/>
          <a:lstStyle/>
          <a:p>
            <a:r>
              <a:rPr lang="zh-CN" altLang="en-US"/>
              <a:t>PART 01  </a:t>
            </a:r>
            <a:endParaRPr lang="zh-CN" altLang="en-US"/>
          </a:p>
        </p:txBody>
      </p:sp>
      <p:sp>
        <p:nvSpPr>
          <p:cNvPr id="3" name="标题 2"/>
          <p:cNvSpPr>
            <a:spLocks noGrp="1"/>
          </p:cNvSpPr>
          <p:nvPr>
            <p:ph type="title" idx="1"/>
            <p:custDataLst>
              <p:tags r:id="rId2"/>
            </p:custDataLst>
          </p:nvPr>
        </p:nvSpPr>
        <p:spPr/>
        <p:txBody>
          <a:bodyPr/>
          <a:lstStyle/>
          <a:p>
            <a:r>
              <a:rPr lang="zh-CN" altLang="en-US"/>
              <a:t>数学规划模型</a:t>
            </a:r>
            <a:endParaRPr lang="zh-CN" altLang="en-US"/>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标题 40"/>
          <p:cNvSpPr>
            <a:spLocks noGrp="1"/>
          </p:cNvSpPr>
          <p:nvPr>
            <p:ph type="title"/>
            <p:custDataLst>
              <p:tags r:id="rId1"/>
            </p:custDataLst>
          </p:nvPr>
        </p:nvSpPr>
        <p:spPr>
          <a:xfrm>
            <a:off x="608400" y="608400"/>
            <a:ext cx="10969200" cy="705600"/>
          </a:xfrm>
          <a:noFill/>
        </p:spPr>
        <p:txBody>
          <a:bodyPr wrap="square" lIns="91440" tIns="45720" rIns="91440" bIns="45720" rtlCol="0" anchor="b">
            <a:noAutofit/>
          </a:bodyPr>
          <a:lstStyle/>
          <a:p>
            <a:r>
              <a:rPr lang="zh-CN" altLang="en-US" dirty="0"/>
              <a:t>常见数学规划模型</a:t>
            </a:r>
            <a:endParaRPr lang="zh-CN" altLang="en-US" dirty="0"/>
          </a:p>
        </p:txBody>
      </p:sp>
      <p:sp>
        <p:nvSpPr>
          <p:cNvPr id="2" name="任意形状 2"/>
          <p:cNvSpPr/>
          <p:nvPr>
            <p:custDataLst>
              <p:tags r:id="rId2"/>
            </p:custDataLst>
          </p:nvPr>
        </p:nvSpPr>
        <p:spPr>
          <a:xfrm>
            <a:off x="248" y="1543467"/>
            <a:ext cx="12191753" cy="5314831"/>
          </a:xfrm>
          <a:custGeom>
            <a:avLst/>
            <a:gdLst>
              <a:gd name="connsiteX0" fmla="*/ 7421879 w 9144000"/>
              <a:gd name="connsiteY0" fmla="*/ 944 h 4667042"/>
              <a:gd name="connsiteX1" fmla="*/ 8739856 w 9144000"/>
              <a:gd name="connsiteY1" fmla="*/ 200746 h 4667042"/>
              <a:gd name="connsiteX2" fmla="*/ 9144000 w 9144000"/>
              <a:gd name="connsiteY2" fmla="*/ 302125 h 4667042"/>
              <a:gd name="connsiteX3" fmla="*/ 9144000 w 9144000"/>
              <a:gd name="connsiteY3" fmla="*/ 4667042 h 4667042"/>
              <a:gd name="connsiteX4" fmla="*/ 0 w 9144000"/>
              <a:gd name="connsiteY4" fmla="*/ 4667042 h 4667042"/>
              <a:gd name="connsiteX5" fmla="*/ 0 w 9144000"/>
              <a:gd name="connsiteY5" fmla="*/ 142334 h 4667042"/>
              <a:gd name="connsiteX6" fmla="*/ 260865 w 9144000"/>
              <a:gd name="connsiteY6" fmla="*/ 125811 h 4667042"/>
              <a:gd name="connsiteX7" fmla="*/ 640079 w 9144000"/>
              <a:gd name="connsiteY7" fmla="*/ 122864 h 4667042"/>
              <a:gd name="connsiteX8" fmla="*/ 4465319 w 9144000"/>
              <a:gd name="connsiteY8" fmla="*/ 595304 h 4667042"/>
              <a:gd name="connsiteX9" fmla="*/ 7421879 w 9144000"/>
              <a:gd name="connsiteY9" fmla="*/ 944 h 466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144000" h="4667042">
                <a:moveTo>
                  <a:pt x="7421879" y="944"/>
                </a:moveTo>
                <a:cubicBezTo>
                  <a:pt x="7809547" y="11422"/>
                  <a:pt x="8275795" y="92622"/>
                  <a:pt x="8739856" y="200746"/>
                </a:cubicBezTo>
                <a:lnTo>
                  <a:pt x="9144000" y="302125"/>
                </a:lnTo>
                <a:lnTo>
                  <a:pt x="9144000" y="4667042"/>
                </a:lnTo>
                <a:lnTo>
                  <a:pt x="0" y="4667042"/>
                </a:lnTo>
                <a:lnTo>
                  <a:pt x="0" y="142334"/>
                </a:lnTo>
                <a:lnTo>
                  <a:pt x="260865" y="125811"/>
                </a:lnTo>
                <a:cubicBezTo>
                  <a:pt x="384849" y="121237"/>
                  <a:pt x="511492" y="120007"/>
                  <a:pt x="640079" y="122864"/>
                </a:cubicBezTo>
                <a:cubicBezTo>
                  <a:pt x="1668779" y="145724"/>
                  <a:pt x="3335019" y="615624"/>
                  <a:pt x="4465319" y="595304"/>
                </a:cubicBezTo>
                <a:cubicBezTo>
                  <a:pt x="5595619" y="574984"/>
                  <a:pt x="6388099" y="-26996"/>
                  <a:pt x="7421879" y="944"/>
                </a:cubicBezTo>
                <a:close/>
              </a:path>
            </a:pathLst>
          </a:custGeom>
          <a:solidFill>
            <a:schemeClr val="accent1">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sz="3200">
              <a:latin typeface="+mj-ea"/>
              <a:ea typeface="+mj-ea"/>
              <a:sym typeface="微软雅黑" panose="020B0503020204020204" charset="-122"/>
            </a:endParaRPr>
          </a:p>
        </p:txBody>
      </p:sp>
      <p:sp>
        <p:nvSpPr>
          <p:cNvPr id="4" name="任意形状 1"/>
          <p:cNvSpPr/>
          <p:nvPr>
            <p:custDataLst>
              <p:tags r:id="rId3"/>
            </p:custDataLst>
          </p:nvPr>
        </p:nvSpPr>
        <p:spPr>
          <a:xfrm>
            <a:off x="248" y="1608236"/>
            <a:ext cx="12191753" cy="5249987"/>
          </a:xfrm>
          <a:custGeom>
            <a:avLst/>
            <a:gdLst>
              <a:gd name="connsiteX0" fmla="*/ 9144000 w 9144000"/>
              <a:gd name="connsiteY0" fmla="*/ 0 h 4569773"/>
              <a:gd name="connsiteX1" fmla="*/ 9144000 w 9144000"/>
              <a:gd name="connsiteY1" fmla="*/ 4569773 h 4569773"/>
              <a:gd name="connsiteX2" fmla="*/ 0 w 9144000"/>
              <a:gd name="connsiteY2" fmla="*/ 4569773 h 4569773"/>
              <a:gd name="connsiteX3" fmla="*/ 0 w 9144000"/>
              <a:gd name="connsiteY3" fmla="*/ 638493 h 4569773"/>
              <a:gd name="connsiteX4" fmla="*/ 135688 w 9144000"/>
              <a:gd name="connsiteY4" fmla="*/ 681653 h 4569773"/>
              <a:gd name="connsiteX5" fmla="*/ 487681 w 9144000"/>
              <a:gd name="connsiteY5" fmla="*/ 725542 h 4569773"/>
              <a:gd name="connsiteX6" fmla="*/ 4450081 w 9144000"/>
              <a:gd name="connsiteY6" fmla="*/ 192142 h 4569773"/>
              <a:gd name="connsiteX7" fmla="*/ 7239001 w 9144000"/>
              <a:gd name="connsiteY7" fmla="*/ 603622 h 4569773"/>
              <a:gd name="connsiteX8" fmla="*/ 9034464 w 9144000"/>
              <a:gd name="connsiteY8" fmla="*/ 37837 h 4569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0" h="4569773">
                <a:moveTo>
                  <a:pt x="9144000" y="0"/>
                </a:moveTo>
                <a:lnTo>
                  <a:pt x="9144000" y="4569773"/>
                </a:lnTo>
                <a:lnTo>
                  <a:pt x="0" y="4569773"/>
                </a:lnTo>
                <a:lnTo>
                  <a:pt x="0" y="638493"/>
                </a:lnTo>
                <a:lnTo>
                  <a:pt x="135688" y="681653"/>
                </a:lnTo>
                <a:cubicBezTo>
                  <a:pt x="248048" y="710818"/>
                  <a:pt x="365444" y="727447"/>
                  <a:pt x="487681" y="725542"/>
                </a:cubicBezTo>
                <a:cubicBezTo>
                  <a:pt x="1465581" y="710302"/>
                  <a:pt x="3324861" y="212462"/>
                  <a:pt x="4450081" y="192142"/>
                </a:cubicBezTo>
                <a:cubicBezTo>
                  <a:pt x="5575301" y="171822"/>
                  <a:pt x="6240781" y="613782"/>
                  <a:pt x="7239001" y="603622"/>
                </a:cubicBezTo>
                <a:cubicBezTo>
                  <a:pt x="7738111" y="598542"/>
                  <a:pt x="8418831" y="263262"/>
                  <a:pt x="9034464" y="37837"/>
                </a:cubicBezTo>
                <a:close/>
              </a:path>
            </a:pathLst>
          </a:custGeom>
          <a:gradFill>
            <a:gsLst>
              <a:gs pos="0">
                <a:schemeClr val="accent1">
                  <a:alpha val="75000"/>
                </a:schemeClr>
              </a:gs>
              <a:gs pos="68000">
                <a:schemeClr val="accent1"/>
              </a:gs>
            </a:gsLst>
            <a:lin ang="2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sz="3200">
              <a:latin typeface="+mj-ea"/>
              <a:ea typeface="+mj-ea"/>
              <a:sym typeface="微软雅黑" panose="020B0503020204020204" charset="-122"/>
            </a:endParaRPr>
          </a:p>
        </p:txBody>
      </p:sp>
      <p:sp>
        <p:nvSpPr>
          <p:cNvPr id="6" name="任意多边形: 形状 20"/>
          <p:cNvSpPr/>
          <p:nvPr>
            <p:custDataLst>
              <p:tags r:id="rId4"/>
            </p:custDataLst>
          </p:nvPr>
        </p:nvSpPr>
        <p:spPr>
          <a:xfrm>
            <a:off x="-4197" y="1648240"/>
            <a:ext cx="12188501" cy="5214028"/>
          </a:xfrm>
          <a:custGeom>
            <a:avLst/>
            <a:gdLst>
              <a:gd name="connsiteX0" fmla="*/ 2408361 w 9107329"/>
              <a:gd name="connsiteY0" fmla="*/ 434 h 2794050"/>
              <a:gd name="connsiteX1" fmla="*/ 7003480 w 9107329"/>
              <a:gd name="connsiteY1" fmla="*/ 263023 h 2794050"/>
              <a:gd name="connsiteX2" fmla="*/ 8796810 w 9107329"/>
              <a:gd name="connsiteY2" fmla="*/ 78568 h 2794050"/>
              <a:gd name="connsiteX3" fmla="*/ 9107329 w 9107329"/>
              <a:gd name="connsiteY3" fmla="*/ 30883 h 2794050"/>
              <a:gd name="connsiteX4" fmla="*/ 9107329 w 9107329"/>
              <a:gd name="connsiteY4" fmla="*/ 2794050 h 2794050"/>
              <a:gd name="connsiteX5" fmla="*/ 0 w 9107329"/>
              <a:gd name="connsiteY5" fmla="*/ 2794050 h 2794050"/>
              <a:gd name="connsiteX6" fmla="*/ 0 w 9107329"/>
              <a:gd name="connsiteY6" fmla="*/ 108284 h 2794050"/>
              <a:gd name="connsiteX7" fmla="*/ 397174 w 9107329"/>
              <a:gd name="connsiteY7" fmla="*/ 83169 h 2794050"/>
              <a:gd name="connsiteX8" fmla="*/ 2408361 w 9107329"/>
              <a:gd name="connsiteY8" fmla="*/ 434 h 2794050"/>
              <a:gd name="connsiteX0-1" fmla="*/ 2414029 w 9112997"/>
              <a:gd name="connsiteY0-2" fmla="*/ 434 h 3899264"/>
              <a:gd name="connsiteX1-3" fmla="*/ 7009148 w 9112997"/>
              <a:gd name="connsiteY1-4" fmla="*/ 263023 h 3899264"/>
              <a:gd name="connsiteX2-5" fmla="*/ 8802478 w 9112997"/>
              <a:gd name="connsiteY2-6" fmla="*/ 78568 h 3899264"/>
              <a:gd name="connsiteX3-7" fmla="*/ 9112997 w 9112997"/>
              <a:gd name="connsiteY3-8" fmla="*/ 30883 h 3899264"/>
              <a:gd name="connsiteX4-9" fmla="*/ 9112997 w 9112997"/>
              <a:gd name="connsiteY4-10" fmla="*/ 2794050 h 3899264"/>
              <a:gd name="connsiteX5-11" fmla="*/ 0 w 9112997"/>
              <a:gd name="connsiteY5-12" fmla="*/ 3899264 h 3899264"/>
              <a:gd name="connsiteX6-13" fmla="*/ 5668 w 9112997"/>
              <a:gd name="connsiteY6-14" fmla="*/ 108284 h 3899264"/>
              <a:gd name="connsiteX7-15" fmla="*/ 402842 w 9112997"/>
              <a:gd name="connsiteY7-16" fmla="*/ 83169 h 3899264"/>
              <a:gd name="connsiteX8-17" fmla="*/ 2414029 w 9112997"/>
              <a:gd name="connsiteY8-18" fmla="*/ 434 h 3899264"/>
              <a:gd name="connsiteX0-19" fmla="*/ 2414029 w 9112997"/>
              <a:gd name="connsiteY0-20" fmla="*/ 434 h 3910600"/>
              <a:gd name="connsiteX1-21" fmla="*/ 7009148 w 9112997"/>
              <a:gd name="connsiteY1-22" fmla="*/ 263023 h 3910600"/>
              <a:gd name="connsiteX2-23" fmla="*/ 8802478 w 9112997"/>
              <a:gd name="connsiteY2-24" fmla="*/ 78568 h 3910600"/>
              <a:gd name="connsiteX3-25" fmla="*/ 9112997 w 9112997"/>
              <a:gd name="connsiteY3-26" fmla="*/ 30883 h 3910600"/>
              <a:gd name="connsiteX4-27" fmla="*/ 9112997 w 9112997"/>
              <a:gd name="connsiteY4-28" fmla="*/ 3910600 h 3910600"/>
              <a:gd name="connsiteX5-29" fmla="*/ 0 w 9112997"/>
              <a:gd name="connsiteY5-30" fmla="*/ 3899264 h 3910600"/>
              <a:gd name="connsiteX6-31" fmla="*/ 5668 w 9112997"/>
              <a:gd name="connsiteY6-32" fmla="*/ 108284 h 3910600"/>
              <a:gd name="connsiteX7-33" fmla="*/ 402842 w 9112997"/>
              <a:gd name="connsiteY7-34" fmla="*/ 83169 h 3910600"/>
              <a:gd name="connsiteX8-35" fmla="*/ 2414029 w 9112997"/>
              <a:gd name="connsiteY8-36" fmla="*/ 434 h 3910600"/>
              <a:gd name="connsiteX0-37" fmla="*/ 2408613 w 9107581"/>
              <a:gd name="connsiteY0-38" fmla="*/ 434 h 3910600"/>
              <a:gd name="connsiteX1-39" fmla="*/ 7003732 w 9107581"/>
              <a:gd name="connsiteY1-40" fmla="*/ 263023 h 3910600"/>
              <a:gd name="connsiteX2-41" fmla="*/ 8797062 w 9107581"/>
              <a:gd name="connsiteY2-42" fmla="*/ 78568 h 3910600"/>
              <a:gd name="connsiteX3-43" fmla="*/ 9107581 w 9107581"/>
              <a:gd name="connsiteY3-44" fmla="*/ 30883 h 3910600"/>
              <a:gd name="connsiteX4-45" fmla="*/ 9107581 w 9107581"/>
              <a:gd name="connsiteY4-46" fmla="*/ 3910600 h 3910600"/>
              <a:gd name="connsiteX5-47" fmla="*/ 5920 w 9107581"/>
              <a:gd name="connsiteY5-48" fmla="*/ 3904932 h 3910600"/>
              <a:gd name="connsiteX6-49" fmla="*/ 252 w 9107581"/>
              <a:gd name="connsiteY6-50" fmla="*/ 108284 h 3910600"/>
              <a:gd name="connsiteX7-51" fmla="*/ 397426 w 9107581"/>
              <a:gd name="connsiteY7-52" fmla="*/ 83169 h 3910600"/>
              <a:gd name="connsiteX8-53" fmla="*/ 2408613 w 9107581"/>
              <a:gd name="connsiteY8-54" fmla="*/ 434 h 3910600"/>
              <a:gd name="connsiteX0-55" fmla="*/ 2419202 w 9118170"/>
              <a:gd name="connsiteY0-56" fmla="*/ 434 h 3910600"/>
              <a:gd name="connsiteX1-57" fmla="*/ 7014321 w 9118170"/>
              <a:gd name="connsiteY1-58" fmla="*/ 263023 h 3910600"/>
              <a:gd name="connsiteX2-59" fmla="*/ 8807651 w 9118170"/>
              <a:gd name="connsiteY2-60" fmla="*/ 78568 h 3910600"/>
              <a:gd name="connsiteX3-61" fmla="*/ 9118170 w 9118170"/>
              <a:gd name="connsiteY3-62" fmla="*/ 30883 h 3910600"/>
              <a:gd name="connsiteX4-63" fmla="*/ 9118170 w 9118170"/>
              <a:gd name="connsiteY4-64" fmla="*/ 3910600 h 3910600"/>
              <a:gd name="connsiteX5-65" fmla="*/ 16509 w 9118170"/>
              <a:gd name="connsiteY5-66" fmla="*/ 3904932 h 3910600"/>
              <a:gd name="connsiteX6-67" fmla="*/ 125 w 9118170"/>
              <a:gd name="connsiteY6-68" fmla="*/ 108284 h 3910600"/>
              <a:gd name="connsiteX7-69" fmla="*/ 408015 w 9118170"/>
              <a:gd name="connsiteY7-70" fmla="*/ 83169 h 3910600"/>
              <a:gd name="connsiteX8-71" fmla="*/ 2419202 w 9118170"/>
              <a:gd name="connsiteY8-72" fmla="*/ 434 h 3910600"/>
              <a:gd name="connsiteX0-73" fmla="*/ 2419456 w 9118424"/>
              <a:gd name="connsiteY0-74" fmla="*/ 434 h 3910600"/>
              <a:gd name="connsiteX1-75" fmla="*/ 7014575 w 9118424"/>
              <a:gd name="connsiteY1-76" fmla="*/ 263023 h 3910600"/>
              <a:gd name="connsiteX2-77" fmla="*/ 8807905 w 9118424"/>
              <a:gd name="connsiteY2-78" fmla="*/ 78568 h 3910600"/>
              <a:gd name="connsiteX3-79" fmla="*/ 9118424 w 9118424"/>
              <a:gd name="connsiteY3-80" fmla="*/ 30883 h 3910600"/>
              <a:gd name="connsiteX4-81" fmla="*/ 9118424 w 9118424"/>
              <a:gd name="connsiteY4-82" fmla="*/ 3910600 h 3910600"/>
              <a:gd name="connsiteX5-83" fmla="*/ 2476 w 9118424"/>
              <a:gd name="connsiteY5-84" fmla="*/ 3904932 h 3910600"/>
              <a:gd name="connsiteX6-85" fmla="*/ 379 w 9118424"/>
              <a:gd name="connsiteY6-86" fmla="*/ 108284 h 3910600"/>
              <a:gd name="connsiteX7-87" fmla="*/ 408269 w 9118424"/>
              <a:gd name="connsiteY7-88" fmla="*/ 83169 h 3910600"/>
              <a:gd name="connsiteX8-89" fmla="*/ 2419456 w 9118424"/>
              <a:gd name="connsiteY8-90" fmla="*/ 434 h 3910600"/>
              <a:gd name="connsiteX0-91" fmla="*/ 2419456 w 9146999"/>
              <a:gd name="connsiteY0-92" fmla="*/ 434 h 3910600"/>
              <a:gd name="connsiteX1-93" fmla="*/ 7014575 w 9146999"/>
              <a:gd name="connsiteY1-94" fmla="*/ 263023 h 3910600"/>
              <a:gd name="connsiteX2-95" fmla="*/ 8807905 w 9146999"/>
              <a:gd name="connsiteY2-96" fmla="*/ 78568 h 3910600"/>
              <a:gd name="connsiteX3-97" fmla="*/ 9118424 w 9146999"/>
              <a:gd name="connsiteY3-98" fmla="*/ 30883 h 3910600"/>
              <a:gd name="connsiteX4-99" fmla="*/ 9146999 w 9146999"/>
              <a:gd name="connsiteY4-100" fmla="*/ 3910600 h 3910600"/>
              <a:gd name="connsiteX5-101" fmla="*/ 2476 w 9146999"/>
              <a:gd name="connsiteY5-102" fmla="*/ 3904932 h 3910600"/>
              <a:gd name="connsiteX6-103" fmla="*/ 379 w 9146999"/>
              <a:gd name="connsiteY6-104" fmla="*/ 108284 h 3910600"/>
              <a:gd name="connsiteX7-105" fmla="*/ 408269 w 9146999"/>
              <a:gd name="connsiteY7-106" fmla="*/ 83169 h 3910600"/>
              <a:gd name="connsiteX8-107" fmla="*/ 2419456 w 9146999"/>
              <a:gd name="connsiteY8-108" fmla="*/ 434 h 3910600"/>
              <a:gd name="connsiteX0-109" fmla="*/ 2419456 w 9152430"/>
              <a:gd name="connsiteY0-110" fmla="*/ 434 h 3910600"/>
              <a:gd name="connsiteX1-111" fmla="*/ 7014575 w 9152430"/>
              <a:gd name="connsiteY1-112" fmla="*/ 263023 h 3910600"/>
              <a:gd name="connsiteX2-113" fmla="*/ 8807905 w 9152430"/>
              <a:gd name="connsiteY2-114" fmla="*/ 78568 h 3910600"/>
              <a:gd name="connsiteX3-115" fmla="*/ 9152430 w 9152430"/>
              <a:gd name="connsiteY3-116" fmla="*/ 13879 h 3910600"/>
              <a:gd name="connsiteX4-117" fmla="*/ 9146999 w 9152430"/>
              <a:gd name="connsiteY4-118" fmla="*/ 3910600 h 3910600"/>
              <a:gd name="connsiteX5-119" fmla="*/ 2476 w 9152430"/>
              <a:gd name="connsiteY5-120" fmla="*/ 3904932 h 3910600"/>
              <a:gd name="connsiteX6-121" fmla="*/ 379 w 9152430"/>
              <a:gd name="connsiteY6-122" fmla="*/ 108284 h 3910600"/>
              <a:gd name="connsiteX7-123" fmla="*/ 408269 w 9152430"/>
              <a:gd name="connsiteY7-124" fmla="*/ 83169 h 3910600"/>
              <a:gd name="connsiteX8-125" fmla="*/ 2419456 w 9152430"/>
              <a:gd name="connsiteY8-126" fmla="*/ 434 h 3910600"/>
              <a:gd name="connsiteX0-127" fmla="*/ 2419456 w 9158564"/>
              <a:gd name="connsiteY0-128" fmla="*/ 434 h 3910600"/>
              <a:gd name="connsiteX1-129" fmla="*/ 7014575 w 9158564"/>
              <a:gd name="connsiteY1-130" fmla="*/ 263023 h 3910600"/>
              <a:gd name="connsiteX2-131" fmla="*/ 8807905 w 9158564"/>
              <a:gd name="connsiteY2-132" fmla="*/ 78568 h 3910600"/>
              <a:gd name="connsiteX3-133" fmla="*/ 9152430 w 9158564"/>
              <a:gd name="connsiteY3-134" fmla="*/ 13879 h 3910600"/>
              <a:gd name="connsiteX4-135" fmla="*/ 9158335 w 9158564"/>
              <a:gd name="connsiteY4-136" fmla="*/ 3910600 h 3910600"/>
              <a:gd name="connsiteX5-137" fmla="*/ 2476 w 9158564"/>
              <a:gd name="connsiteY5-138" fmla="*/ 3904932 h 3910600"/>
              <a:gd name="connsiteX6-139" fmla="*/ 379 w 9158564"/>
              <a:gd name="connsiteY6-140" fmla="*/ 108284 h 3910600"/>
              <a:gd name="connsiteX7-141" fmla="*/ 408269 w 9158564"/>
              <a:gd name="connsiteY7-142" fmla="*/ 83169 h 3910600"/>
              <a:gd name="connsiteX8-143" fmla="*/ 2419456 w 9158564"/>
              <a:gd name="connsiteY8-144" fmla="*/ 434 h 3910600"/>
              <a:gd name="connsiteX0-145" fmla="*/ 2419456 w 9152430"/>
              <a:gd name="connsiteY0-146" fmla="*/ 434 h 3904932"/>
              <a:gd name="connsiteX1-147" fmla="*/ 7014575 w 9152430"/>
              <a:gd name="connsiteY1-148" fmla="*/ 263023 h 3904932"/>
              <a:gd name="connsiteX2-149" fmla="*/ 8807905 w 9152430"/>
              <a:gd name="connsiteY2-150" fmla="*/ 78568 h 3904932"/>
              <a:gd name="connsiteX3-151" fmla="*/ 9152430 w 9152430"/>
              <a:gd name="connsiteY3-152" fmla="*/ 13879 h 3904932"/>
              <a:gd name="connsiteX4-153" fmla="*/ 9141332 w 9152430"/>
              <a:gd name="connsiteY4-154" fmla="*/ 3904932 h 3904932"/>
              <a:gd name="connsiteX5-155" fmla="*/ 2476 w 9152430"/>
              <a:gd name="connsiteY5-156" fmla="*/ 3904932 h 3904932"/>
              <a:gd name="connsiteX6-157" fmla="*/ 379 w 9152430"/>
              <a:gd name="connsiteY6-158" fmla="*/ 108284 h 3904932"/>
              <a:gd name="connsiteX7-159" fmla="*/ 408269 w 9152430"/>
              <a:gd name="connsiteY7-160" fmla="*/ 83169 h 3904932"/>
              <a:gd name="connsiteX8-161" fmla="*/ 2419456 w 9152430"/>
              <a:gd name="connsiteY8-162" fmla="*/ 434 h 3904932"/>
              <a:gd name="connsiteX0-163" fmla="*/ 2419456 w 9152430"/>
              <a:gd name="connsiteY0-164" fmla="*/ 434 h 3904932"/>
              <a:gd name="connsiteX1-165" fmla="*/ 7014575 w 9152430"/>
              <a:gd name="connsiteY1-166" fmla="*/ 263023 h 3904932"/>
              <a:gd name="connsiteX2-167" fmla="*/ 8807905 w 9152430"/>
              <a:gd name="connsiteY2-168" fmla="*/ 78568 h 3904932"/>
              <a:gd name="connsiteX3-169" fmla="*/ 9152430 w 9152430"/>
              <a:gd name="connsiteY3-170" fmla="*/ 13879 h 3904932"/>
              <a:gd name="connsiteX4-171" fmla="*/ 9141332 w 9152430"/>
              <a:gd name="connsiteY4-172" fmla="*/ 3899264 h 3904932"/>
              <a:gd name="connsiteX5-173" fmla="*/ 2476 w 9152430"/>
              <a:gd name="connsiteY5-174" fmla="*/ 3904932 h 3904932"/>
              <a:gd name="connsiteX6-175" fmla="*/ 379 w 9152430"/>
              <a:gd name="connsiteY6-176" fmla="*/ 108284 h 3904932"/>
              <a:gd name="connsiteX7-177" fmla="*/ 408269 w 9152430"/>
              <a:gd name="connsiteY7-178" fmla="*/ 83169 h 3904932"/>
              <a:gd name="connsiteX8-179" fmla="*/ 2419456 w 9152430"/>
              <a:gd name="connsiteY8-180" fmla="*/ 434 h 3904932"/>
              <a:gd name="connsiteX0-181" fmla="*/ 2419456 w 9152430"/>
              <a:gd name="connsiteY0-182" fmla="*/ 434 h 3910600"/>
              <a:gd name="connsiteX1-183" fmla="*/ 7014575 w 9152430"/>
              <a:gd name="connsiteY1-184" fmla="*/ 263023 h 3910600"/>
              <a:gd name="connsiteX2-185" fmla="*/ 8807905 w 9152430"/>
              <a:gd name="connsiteY2-186" fmla="*/ 78568 h 3910600"/>
              <a:gd name="connsiteX3-187" fmla="*/ 9152430 w 9152430"/>
              <a:gd name="connsiteY3-188" fmla="*/ 13879 h 3910600"/>
              <a:gd name="connsiteX4-189" fmla="*/ 9141332 w 9152430"/>
              <a:gd name="connsiteY4-190" fmla="*/ 3899264 h 3910600"/>
              <a:gd name="connsiteX5-191" fmla="*/ 2476 w 9152430"/>
              <a:gd name="connsiteY5-192" fmla="*/ 3910600 h 3910600"/>
              <a:gd name="connsiteX6-193" fmla="*/ 379 w 9152430"/>
              <a:gd name="connsiteY6-194" fmla="*/ 108284 h 3910600"/>
              <a:gd name="connsiteX7-195" fmla="*/ 408269 w 9152430"/>
              <a:gd name="connsiteY7-196" fmla="*/ 83169 h 3910600"/>
              <a:gd name="connsiteX8-197" fmla="*/ 2419456 w 9152430"/>
              <a:gd name="connsiteY8-198" fmla="*/ 434 h 3910600"/>
              <a:gd name="connsiteX0-199" fmla="*/ 2419456 w 9141561"/>
              <a:gd name="connsiteY0-200" fmla="*/ 434 h 3910600"/>
              <a:gd name="connsiteX1-201" fmla="*/ 7014575 w 9141561"/>
              <a:gd name="connsiteY1-202" fmla="*/ 263023 h 3910600"/>
              <a:gd name="connsiteX2-203" fmla="*/ 8807905 w 9141561"/>
              <a:gd name="connsiteY2-204" fmla="*/ 78568 h 3910600"/>
              <a:gd name="connsiteX3-205" fmla="*/ 9135427 w 9141561"/>
              <a:gd name="connsiteY3-206" fmla="*/ 8210 h 3910600"/>
              <a:gd name="connsiteX4-207" fmla="*/ 9141332 w 9141561"/>
              <a:gd name="connsiteY4-208" fmla="*/ 3899264 h 3910600"/>
              <a:gd name="connsiteX5-209" fmla="*/ 2476 w 9141561"/>
              <a:gd name="connsiteY5-210" fmla="*/ 3910600 h 3910600"/>
              <a:gd name="connsiteX6-211" fmla="*/ 379 w 9141561"/>
              <a:gd name="connsiteY6-212" fmla="*/ 108284 h 3910600"/>
              <a:gd name="connsiteX7-213" fmla="*/ 408269 w 9141561"/>
              <a:gd name="connsiteY7-214" fmla="*/ 83169 h 3910600"/>
              <a:gd name="connsiteX8-215" fmla="*/ 2419456 w 9141561"/>
              <a:gd name="connsiteY8-216" fmla="*/ 434 h 39106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9141561" h="3910600">
                <a:moveTo>
                  <a:pt x="2419456" y="434"/>
                </a:moveTo>
                <a:cubicBezTo>
                  <a:pt x="4273407" y="-12534"/>
                  <a:pt x="5369874" y="269506"/>
                  <a:pt x="7014575" y="263023"/>
                </a:cubicBezTo>
                <a:cubicBezTo>
                  <a:pt x="7528545" y="260997"/>
                  <a:pt x="8159400" y="176658"/>
                  <a:pt x="8807905" y="78568"/>
                </a:cubicBezTo>
                <a:lnTo>
                  <a:pt x="9135427" y="8210"/>
                </a:lnTo>
                <a:cubicBezTo>
                  <a:pt x="9133617" y="1307117"/>
                  <a:pt x="9143142" y="2600357"/>
                  <a:pt x="9141332" y="3899264"/>
                </a:cubicBezTo>
                <a:lnTo>
                  <a:pt x="2476" y="3910600"/>
                </a:lnTo>
                <a:cubicBezTo>
                  <a:pt x="4365" y="2646940"/>
                  <a:pt x="-1510" y="1371944"/>
                  <a:pt x="379" y="108284"/>
                </a:cubicBezTo>
                <a:lnTo>
                  <a:pt x="408269" y="83169"/>
                </a:lnTo>
                <a:cubicBezTo>
                  <a:pt x="1142625" y="38298"/>
                  <a:pt x="1840096" y="4486"/>
                  <a:pt x="2419456" y="434"/>
                </a:cubicBezTo>
                <a:close/>
              </a:path>
            </a:pathLst>
          </a:custGeom>
          <a:solidFill>
            <a:schemeClr val="accent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sz="3200">
              <a:latin typeface="+mj-ea"/>
              <a:ea typeface="+mj-ea"/>
            </a:endParaRPr>
          </a:p>
        </p:txBody>
      </p:sp>
      <p:sp>
        <p:nvSpPr>
          <p:cNvPr id="8" name="椭圆 7"/>
          <p:cNvSpPr/>
          <p:nvPr>
            <p:custDataLst>
              <p:tags r:id="rId5"/>
            </p:custDataLst>
          </p:nvPr>
        </p:nvSpPr>
        <p:spPr>
          <a:xfrm>
            <a:off x="1733128" y="2791217"/>
            <a:ext cx="1034696" cy="1034696"/>
          </a:xfrm>
          <a:prstGeom prst="ellipse">
            <a:avLst/>
          </a:prstGeom>
          <a:noFill/>
          <a:ln w="25400">
            <a:solidFill>
              <a:schemeClr val="lt1">
                <a:lumMod val="100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3200">
              <a:latin typeface="+mj-ea"/>
              <a:ea typeface="+mj-ea"/>
              <a:sym typeface="微软雅黑" panose="020B0503020204020204" charset="-122"/>
            </a:endParaRPr>
          </a:p>
        </p:txBody>
      </p:sp>
      <p:sp>
        <p:nvSpPr>
          <p:cNvPr id="10" name="矩形 9"/>
          <p:cNvSpPr/>
          <p:nvPr>
            <p:custDataLst>
              <p:tags r:id="rId6"/>
            </p:custDataLst>
          </p:nvPr>
        </p:nvSpPr>
        <p:spPr>
          <a:xfrm>
            <a:off x="1675979" y="4037062"/>
            <a:ext cx="1148784" cy="475605"/>
          </a:xfrm>
          <a:prstGeom prst="rect">
            <a:avLst/>
          </a:prstGeom>
          <a:noFill/>
        </p:spPr>
        <p:txBody>
          <a:bodyPr wrap="none" lIns="0" tIns="0" rIns="0" bIns="0" rtlCol="0">
            <a:noAutofit/>
          </a:bodyPr>
          <a:p>
            <a:pPr algn="ctr">
              <a:spcBef>
                <a:spcPct val="0"/>
              </a:spcBef>
              <a:spcAft>
                <a:spcPct val="0"/>
              </a:spcAft>
            </a:pPr>
            <a:r>
              <a:rPr kumimoji="1" lang="en-US" altLang="zh-CN" sz="2700" b="1">
                <a:solidFill>
                  <a:schemeClr val="lt1">
                    <a:lumMod val="100000"/>
                  </a:schemeClr>
                </a:solidFill>
                <a:latin typeface="+mn-ea"/>
                <a:cs typeface="+mn-ea"/>
              </a:rPr>
              <a:t>01</a:t>
            </a:r>
            <a:endParaRPr kumimoji="1" lang="en-US" altLang="zh-CN" sz="2700" b="1">
              <a:solidFill>
                <a:schemeClr val="lt1">
                  <a:lumMod val="100000"/>
                </a:schemeClr>
              </a:solidFill>
              <a:latin typeface="+mn-ea"/>
              <a:cs typeface="+mn-ea"/>
            </a:endParaRPr>
          </a:p>
        </p:txBody>
      </p:sp>
      <p:sp>
        <p:nvSpPr>
          <p:cNvPr id="15" name="矩形 14"/>
          <p:cNvSpPr/>
          <p:nvPr>
            <p:custDataLst>
              <p:tags r:id="rId7"/>
            </p:custDataLst>
          </p:nvPr>
        </p:nvSpPr>
        <p:spPr>
          <a:xfrm>
            <a:off x="962253" y="5002242"/>
            <a:ext cx="2575932" cy="1462375"/>
          </a:xfrm>
          <a:prstGeom prst="rect">
            <a:avLst/>
          </a:prstGeom>
        </p:spPr>
        <p:txBody>
          <a:bodyPr wrap="square" lIns="0" tIns="0" rIns="0" bIns="0">
            <a:noAutofit/>
          </a:bodyPr>
          <a:p>
            <a:pPr algn="ctr">
              <a:lnSpc>
                <a:spcPct val="150000"/>
              </a:lnSpc>
              <a:spcBef>
                <a:spcPct val="0"/>
              </a:spcBef>
              <a:spcAft>
                <a:spcPct val="0"/>
              </a:spcAft>
            </a:pPr>
            <a:r>
              <a:rPr lang="zh-CN" altLang="en-US" sz="1400">
                <a:solidFill>
                  <a:schemeClr val="lt1">
                    <a:lumMod val="100000"/>
                  </a:schemeClr>
                </a:solidFill>
                <a:latin typeface="+mn-ea"/>
                <a:cs typeface="+mn-ea"/>
              </a:rPr>
              <a:t>线性规划是运筹学中应用最广泛的数学模型之一，如工厂生产优化问题，通过线性方程组来最大化或最小化目标函数。</a:t>
            </a:r>
            <a:endParaRPr lang="zh-CN" altLang="en-US" sz="1400">
              <a:solidFill>
                <a:schemeClr val="lt1">
                  <a:lumMod val="100000"/>
                </a:schemeClr>
              </a:solidFill>
              <a:latin typeface="+mn-ea"/>
              <a:cs typeface="+mn-ea"/>
            </a:endParaRPr>
          </a:p>
        </p:txBody>
      </p:sp>
      <p:sp>
        <p:nvSpPr>
          <p:cNvPr id="17" name="椭圆 16"/>
          <p:cNvSpPr/>
          <p:nvPr>
            <p:custDataLst>
              <p:tags r:id="rId8"/>
            </p:custDataLst>
          </p:nvPr>
        </p:nvSpPr>
        <p:spPr>
          <a:xfrm>
            <a:off x="5600834" y="2791217"/>
            <a:ext cx="1034696" cy="1034696"/>
          </a:xfrm>
          <a:prstGeom prst="ellipse">
            <a:avLst/>
          </a:prstGeom>
          <a:noFill/>
          <a:ln w="25400">
            <a:solidFill>
              <a:schemeClr val="lt1">
                <a:lumMod val="100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3200">
              <a:latin typeface="+mj-ea"/>
              <a:ea typeface="+mj-ea"/>
              <a:sym typeface="微软雅黑" panose="020B0503020204020204" charset="-122"/>
            </a:endParaRPr>
          </a:p>
        </p:txBody>
      </p:sp>
      <p:sp>
        <p:nvSpPr>
          <p:cNvPr id="18" name="矩形 17"/>
          <p:cNvSpPr/>
          <p:nvPr>
            <p:custDataLst>
              <p:tags r:id="rId9"/>
            </p:custDataLst>
          </p:nvPr>
        </p:nvSpPr>
        <p:spPr>
          <a:xfrm>
            <a:off x="5543686" y="4028807"/>
            <a:ext cx="1148784" cy="475605"/>
          </a:xfrm>
          <a:prstGeom prst="rect">
            <a:avLst/>
          </a:prstGeom>
          <a:noFill/>
        </p:spPr>
        <p:txBody>
          <a:bodyPr wrap="none" lIns="0" tIns="0" rIns="0" bIns="0" rtlCol="0">
            <a:noAutofit/>
          </a:bodyPr>
          <a:p>
            <a:pPr algn="ctr">
              <a:spcBef>
                <a:spcPct val="0"/>
              </a:spcBef>
              <a:spcAft>
                <a:spcPct val="0"/>
              </a:spcAft>
            </a:pPr>
            <a:r>
              <a:rPr kumimoji="1" lang="en-US" altLang="zh-CN" sz="2700" b="1">
                <a:solidFill>
                  <a:schemeClr val="lt1">
                    <a:lumMod val="100000"/>
                  </a:schemeClr>
                </a:solidFill>
                <a:latin typeface="+mn-ea"/>
                <a:cs typeface="+mn-ea"/>
              </a:rPr>
              <a:t>02</a:t>
            </a:r>
            <a:endParaRPr kumimoji="1" lang="en-US" altLang="zh-CN" sz="2700" b="1">
              <a:solidFill>
                <a:schemeClr val="lt1">
                  <a:lumMod val="100000"/>
                </a:schemeClr>
              </a:solidFill>
              <a:latin typeface="+mn-ea"/>
              <a:cs typeface="+mn-ea"/>
            </a:endParaRPr>
          </a:p>
        </p:txBody>
      </p:sp>
      <p:sp>
        <p:nvSpPr>
          <p:cNvPr id="34" name="矩形 33"/>
          <p:cNvSpPr/>
          <p:nvPr>
            <p:custDataLst>
              <p:tags r:id="rId10"/>
            </p:custDataLst>
          </p:nvPr>
        </p:nvSpPr>
        <p:spPr>
          <a:xfrm>
            <a:off x="4830595" y="4993988"/>
            <a:ext cx="2575932" cy="1462375"/>
          </a:xfrm>
          <a:prstGeom prst="rect">
            <a:avLst/>
          </a:prstGeom>
        </p:spPr>
        <p:txBody>
          <a:bodyPr wrap="square" lIns="0" tIns="0" rIns="0" bIns="0">
            <a:noAutofit/>
          </a:bodyPr>
          <a:p>
            <a:pPr algn="ctr">
              <a:lnSpc>
                <a:spcPct val="150000"/>
              </a:lnSpc>
              <a:spcBef>
                <a:spcPct val="0"/>
              </a:spcBef>
              <a:spcAft>
                <a:spcPct val="0"/>
              </a:spcAft>
            </a:pPr>
            <a:r>
              <a:rPr lang="zh-CN" altLang="en-US" sz="1400">
                <a:solidFill>
                  <a:schemeClr val="lt1">
                    <a:lumMod val="100000"/>
                  </a:schemeClr>
                </a:solidFill>
                <a:latin typeface="+mn-ea"/>
                <a:cs typeface="+mn-ea"/>
              </a:rPr>
              <a:t>整数规划要求决策变量为整数，广泛应用于资源分配、调度等场景，例如在物流配送中确定最优的配送路线。</a:t>
            </a:r>
            <a:endParaRPr lang="zh-CN" altLang="en-US" sz="1400">
              <a:solidFill>
                <a:schemeClr val="lt1">
                  <a:lumMod val="100000"/>
                </a:schemeClr>
              </a:solidFill>
              <a:latin typeface="+mn-ea"/>
              <a:cs typeface="+mn-ea"/>
            </a:endParaRPr>
          </a:p>
        </p:txBody>
      </p:sp>
      <p:sp>
        <p:nvSpPr>
          <p:cNvPr id="35" name="椭圆 34"/>
          <p:cNvSpPr/>
          <p:nvPr>
            <p:custDataLst>
              <p:tags r:id="rId11"/>
            </p:custDataLst>
          </p:nvPr>
        </p:nvSpPr>
        <p:spPr>
          <a:xfrm>
            <a:off x="9469176" y="2791217"/>
            <a:ext cx="1034696" cy="1034696"/>
          </a:xfrm>
          <a:prstGeom prst="ellipse">
            <a:avLst/>
          </a:prstGeom>
          <a:noFill/>
          <a:ln w="25400">
            <a:solidFill>
              <a:schemeClr val="lt1">
                <a:lumMod val="100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3200">
              <a:latin typeface="+mj-ea"/>
              <a:ea typeface="+mj-ea"/>
              <a:sym typeface="微软雅黑" panose="020B0503020204020204" charset="-122"/>
            </a:endParaRPr>
          </a:p>
        </p:txBody>
      </p:sp>
      <p:sp>
        <p:nvSpPr>
          <p:cNvPr id="36" name="矩形 35"/>
          <p:cNvSpPr/>
          <p:nvPr>
            <p:custDataLst>
              <p:tags r:id="rId12"/>
            </p:custDataLst>
          </p:nvPr>
        </p:nvSpPr>
        <p:spPr>
          <a:xfrm>
            <a:off x="9412027" y="4028807"/>
            <a:ext cx="1148785" cy="475605"/>
          </a:xfrm>
          <a:prstGeom prst="rect">
            <a:avLst/>
          </a:prstGeom>
          <a:noFill/>
        </p:spPr>
        <p:txBody>
          <a:bodyPr wrap="none" lIns="0" tIns="0" rIns="0" bIns="0" rtlCol="0">
            <a:noAutofit/>
          </a:bodyPr>
          <a:p>
            <a:pPr algn="ctr">
              <a:spcBef>
                <a:spcPct val="0"/>
              </a:spcBef>
              <a:spcAft>
                <a:spcPct val="0"/>
              </a:spcAft>
            </a:pPr>
            <a:r>
              <a:rPr kumimoji="1" lang="en-US" altLang="zh-CN" sz="2700" b="1">
                <a:solidFill>
                  <a:schemeClr val="lt1">
                    <a:lumMod val="100000"/>
                  </a:schemeClr>
                </a:solidFill>
                <a:latin typeface="+mn-ea"/>
                <a:cs typeface="+mn-ea"/>
              </a:rPr>
              <a:t>03</a:t>
            </a:r>
            <a:endParaRPr kumimoji="1" lang="en-US" altLang="zh-CN" sz="2700" b="1">
              <a:solidFill>
                <a:schemeClr val="lt1">
                  <a:lumMod val="100000"/>
                </a:schemeClr>
              </a:solidFill>
              <a:latin typeface="+mn-ea"/>
              <a:cs typeface="+mn-ea"/>
            </a:endParaRPr>
          </a:p>
        </p:txBody>
      </p:sp>
      <p:sp>
        <p:nvSpPr>
          <p:cNvPr id="37" name="矩形 36"/>
          <p:cNvSpPr/>
          <p:nvPr>
            <p:custDataLst>
              <p:tags r:id="rId13"/>
            </p:custDataLst>
          </p:nvPr>
        </p:nvSpPr>
        <p:spPr>
          <a:xfrm>
            <a:off x="8698302" y="4993988"/>
            <a:ext cx="2575932" cy="1462375"/>
          </a:xfrm>
          <a:prstGeom prst="rect">
            <a:avLst/>
          </a:prstGeom>
        </p:spPr>
        <p:txBody>
          <a:bodyPr wrap="square" lIns="0" tIns="0" rIns="0" bIns="0">
            <a:noAutofit/>
          </a:bodyPr>
          <a:p>
            <a:pPr algn="ctr">
              <a:lnSpc>
                <a:spcPct val="150000"/>
              </a:lnSpc>
              <a:spcBef>
                <a:spcPct val="0"/>
              </a:spcBef>
              <a:spcAft>
                <a:spcPct val="0"/>
              </a:spcAft>
            </a:pPr>
            <a:r>
              <a:rPr lang="zh-CN" altLang="en-US" sz="1400">
                <a:solidFill>
                  <a:schemeClr val="lt1">
                    <a:lumMod val="100000"/>
                  </a:schemeClr>
                </a:solidFill>
                <a:latin typeface="+mn-ea"/>
                <a:cs typeface="+mn-ea"/>
              </a:rPr>
              <a:t>动态规划用于解决多阶段决策问题，如在金融领域中进行资产组合优化，通过递归关系来求解最优策略。</a:t>
            </a:r>
            <a:endParaRPr lang="zh-CN" altLang="en-US" sz="1400">
              <a:solidFill>
                <a:schemeClr val="lt1">
                  <a:lumMod val="100000"/>
                </a:schemeClr>
              </a:solidFill>
              <a:latin typeface="+mn-ea"/>
              <a:cs typeface="+mn-ea"/>
            </a:endParaRPr>
          </a:p>
        </p:txBody>
      </p:sp>
      <p:sp>
        <p:nvSpPr>
          <p:cNvPr id="38" name="矩形 37"/>
          <p:cNvSpPr/>
          <p:nvPr>
            <p:custDataLst>
              <p:tags r:id="rId14"/>
            </p:custDataLst>
          </p:nvPr>
        </p:nvSpPr>
        <p:spPr>
          <a:xfrm>
            <a:off x="962253" y="4536797"/>
            <a:ext cx="2577548" cy="375801"/>
          </a:xfrm>
          <a:prstGeom prst="rect">
            <a:avLst/>
          </a:prstGeom>
          <a:noFill/>
        </p:spPr>
        <p:txBody>
          <a:bodyPr wrap="square" lIns="0" tIns="0" rIns="0" bIns="0" rtlCol="0" anchor="ctr">
            <a:noAutofit/>
          </a:bodyPr>
          <a:p>
            <a:pPr algn="ctr">
              <a:spcBef>
                <a:spcPct val="0"/>
              </a:spcBef>
              <a:spcAft>
                <a:spcPct val="0"/>
              </a:spcAft>
            </a:pPr>
            <a:r>
              <a:rPr lang="zh-CN" altLang="en-US" b="1">
                <a:solidFill>
                  <a:schemeClr val="lt1">
                    <a:lumMod val="100000"/>
                  </a:schemeClr>
                </a:solidFill>
                <a:latin typeface="+mn-ea"/>
                <a:cs typeface="+mn-ea"/>
              </a:rPr>
              <a:t>线性规划模型</a:t>
            </a:r>
            <a:endParaRPr lang="zh-CN" altLang="en-US" b="1">
              <a:solidFill>
                <a:schemeClr val="lt1">
                  <a:lumMod val="100000"/>
                </a:schemeClr>
              </a:solidFill>
              <a:latin typeface="+mn-ea"/>
              <a:cs typeface="+mn-ea"/>
            </a:endParaRPr>
          </a:p>
        </p:txBody>
      </p:sp>
      <p:sp>
        <p:nvSpPr>
          <p:cNvPr id="39" name="矩形 38"/>
          <p:cNvSpPr/>
          <p:nvPr>
            <p:custDataLst>
              <p:tags r:id="rId15"/>
            </p:custDataLst>
          </p:nvPr>
        </p:nvSpPr>
        <p:spPr>
          <a:xfrm>
            <a:off x="4830595" y="4536797"/>
            <a:ext cx="2577548" cy="375801"/>
          </a:xfrm>
          <a:prstGeom prst="rect">
            <a:avLst/>
          </a:prstGeom>
          <a:noFill/>
        </p:spPr>
        <p:txBody>
          <a:bodyPr wrap="square" lIns="0" tIns="0" rIns="0" bIns="0" rtlCol="0" anchor="ctr">
            <a:noAutofit/>
          </a:bodyPr>
          <a:p>
            <a:pPr algn="ctr">
              <a:spcBef>
                <a:spcPct val="0"/>
              </a:spcBef>
              <a:spcAft>
                <a:spcPct val="0"/>
              </a:spcAft>
            </a:pPr>
            <a:r>
              <a:rPr lang="zh-CN" altLang="en-US" b="1">
                <a:solidFill>
                  <a:schemeClr val="lt1">
                    <a:lumMod val="100000"/>
                  </a:schemeClr>
                </a:solidFill>
                <a:latin typeface="+mn-ea"/>
                <a:cs typeface="+mn-ea"/>
              </a:rPr>
              <a:t>整数规划模型</a:t>
            </a:r>
            <a:endParaRPr lang="zh-CN" altLang="en-US" b="1">
              <a:solidFill>
                <a:schemeClr val="lt1">
                  <a:lumMod val="100000"/>
                </a:schemeClr>
              </a:solidFill>
              <a:latin typeface="+mn-ea"/>
              <a:cs typeface="+mn-ea"/>
            </a:endParaRPr>
          </a:p>
        </p:txBody>
      </p:sp>
      <p:sp>
        <p:nvSpPr>
          <p:cNvPr id="40" name="矩形 39"/>
          <p:cNvSpPr/>
          <p:nvPr>
            <p:custDataLst>
              <p:tags r:id="rId16"/>
            </p:custDataLst>
          </p:nvPr>
        </p:nvSpPr>
        <p:spPr>
          <a:xfrm>
            <a:off x="8698302" y="4536797"/>
            <a:ext cx="2577548" cy="375801"/>
          </a:xfrm>
          <a:prstGeom prst="rect">
            <a:avLst/>
          </a:prstGeom>
          <a:noFill/>
        </p:spPr>
        <p:txBody>
          <a:bodyPr wrap="square" lIns="0" tIns="0" rIns="0" bIns="0" rtlCol="0" anchor="ctr">
            <a:noAutofit/>
          </a:bodyPr>
          <a:p>
            <a:pPr algn="ctr">
              <a:spcBef>
                <a:spcPct val="0"/>
              </a:spcBef>
              <a:spcAft>
                <a:spcPct val="0"/>
              </a:spcAft>
            </a:pPr>
            <a:r>
              <a:rPr lang="zh-CN" altLang="en-US" b="1">
                <a:solidFill>
                  <a:schemeClr val="lt1">
                    <a:lumMod val="100000"/>
                  </a:schemeClr>
                </a:solidFill>
                <a:latin typeface="+mn-ea"/>
                <a:cs typeface="+mn-ea"/>
              </a:rPr>
              <a:t>动态规划模型</a:t>
            </a:r>
            <a:endParaRPr lang="zh-CN" altLang="en-US" b="1">
              <a:solidFill>
                <a:schemeClr val="lt1">
                  <a:lumMod val="100000"/>
                </a:schemeClr>
              </a:solidFill>
              <a:latin typeface="+mn-ea"/>
              <a:cs typeface="+mn-ea"/>
            </a:endParaRPr>
          </a:p>
        </p:txBody>
      </p:sp>
      <p:pic>
        <p:nvPicPr>
          <p:cNvPr id="46" name="图形 1"/>
          <p:cNvPicPr>
            <a:picLocks noChangeAspect="1"/>
          </p:cNvPicPr>
          <p:nvPr>
            <p:custDataLst>
              <p:tags r:id="rId17"/>
            </p:custDataLst>
          </p:nvPr>
        </p:nvPicPr>
        <p:blipFill>
          <a:blip r:embed="rId18">
            <a:extLst>
              <a:ext uri="{96DAC541-7B7A-43D3-8B79-37D633B846F1}">
                <asvg:svgBlip xmlns:asvg="http://schemas.microsoft.com/office/drawing/2016/SVG/main" r:embed="rId19"/>
              </a:ext>
            </a:extLst>
          </a:blip>
          <a:stretch>
            <a:fillRect/>
          </a:stretch>
        </p:blipFill>
        <p:spPr>
          <a:xfrm>
            <a:off x="1980138" y="3038862"/>
            <a:ext cx="542632" cy="539849"/>
          </a:xfrm>
          <a:prstGeom prst="rect">
            <a:avLst/>
          </a:prstGeom>
        </p:spPr>
      </p:pic>
      <p:pic>
        <p:nvPicPr>
          <p:cNvPr id="47" name="图形 2"/>
          <p:cNvPicPr>
            <a:picLocks noChangeAspect="1"/>
          </p:cNvPicPr>
          <p:nvPr>
            <p:custDataLst>
              <p:tags r:id="rId20"/>
            </p:custDataLst>
          </p:nvPr>
        </p:nvPicPr>
        <p:blipFill>
          <a:blip r:embed="rId21">
            <a:extLst>
              <a:ext uri="{96DAC541-7B7A-43D3-8B79-37D633B846F1}">
                <asvg:svgBlip xmlns:asvg="http://schemas.microsoft.com/office/drawing/2016/SVG/main" r:embed="rId22"/>
              </a:ext>
            </a:extLst>
          </a:blip>
          <a:stretch>
            <a:fillRect/>
          </a:stretch>
        </p:blipFill>
        <p:spPr>
          <a:xfrm>
            <a:off x="5866259" y="3064262"/>
            <a:ext cx="505642" cy="488972"/>
          </a:xfrm>
          <a:prstGeom prst="rect">
            <a:avLst/>
          </a:prstGeom>
        </p:spPr>
      </p:pic>
      <p:pic>
        <p:nvPicPr>
          <p:cNvPr id="48" name="图形 3"/>
          <p:cNvPicPr>
            <a:picLocks noChangeAspect="1"/>
          </p:cNvPicPr>
          <p:nvPr>
            <p:custDataLst>
              <p:tags r:id="rId23"/>
            </p:custDataLst>
          </p:nvPr>
        </p:nvPicPr>
        <p:blipFill>
          <a:blip r:embed="rId24">
            <a:extLst>
              <a:ext uri="{96DAC541-7B7A-43D3-8B79-37D633B846F1}">
                <asvg:svgBlip xmlns:asvg="http://schemas.microsoft.com/office/drawing/2016/SVG/main" r:embed="rId25"/>
              </a:ext>
            </a:extLst>
          </a:blip>
          <a:stretch>
            <a:fillRect/>
          </a:stretch>
        </p:blipFill>
        <p:spPr>
          <a:xfrm>
            <a:off x="9739681" y="3038862"/>
            <a:ext cx="495323" cy="539847"/>
          </a:xfrm>
          <a:prstGeom prst="rect">
            <a:avLst/>
          </a:prstGeom>
        </p:spPr>
      </p:pic>
    </p:spTree>
    <p:custDataLst>
      <p:tags r:id="rId26"/>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custDataLst>
              <p:tags r:id="rId1"/>
            </p:custDataLst>
          </p:nvPr>
        </p:nvSpPr>
        <p:spPr>
          <a:xfrm>
            <a:off x="695325" y="360000"/>
            <a:ext cx="6465329" cy="720000"/>
          </a:xfrm>
        </p:spPr>
        <p:txBody>
          <a:bodyPr lIns="0" tIns="0" rIns="0" bIns="0" anchor="b" anchorCtr="0"/>
          <a:lstStyle/>
          <a:p>
            <a:pPr algn="l"/>
            <a:r>
              <a:rPr lang="zh-CN" altLang="en-US" dirty="0"/>
              <a:t>线性规划</a:t>
            </a:r>
            <a:endParaRPr lang="zh-CN" altLang="en-US" dirty="0"/>
          </a:p>
        </p:txBody>
      </p:sp>
      <p:sp>
        <p:nvSpPr>
          <p:cNvPr id="2" name="矩形 1"/>
          <p:cNvSpPr/>
          <p:nvPr>
            <p:custDataLst>
              <p:tags r:id="rId2"/>
            </p:custDataLst>
          </p:nvPr>
        </p:nvSpPr>
        <p:spPr>
          <a:xfrm>
            <a:off x="1626694" y="2085859"/>
            <a:ext cx="4316462" cy="986796"/>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a:solidFill>
                  <a:schemeClr val="tx1">
                    <a:lumMod val="85000"/>
                    <a:lumOff val="15000"/>
                  </a:schemeClr>
                </a:solidFill>
                <a:latin typeface="黑体" panose="02010609060101010101" charset="-122"/>
                <a:ea typeface="黑体" panose="02010609060101010101" charset="-122"/>
                <a:cs typeface="+mn-ea"/>
                <a:sym typeface="+mn-ea"/>
              </a:rPr>
              <a:t>线性规划通过建立目标函数和一系列线性约束条件来优化决策变量，以达到最优解。</a:t>
            </a:r>
            <a:endParaRPr lang="zh-CN" altLang="en-US">
              <a:solidFill>
                <a:schemeClr val="tx1">
                  <a:lumMod val="85000"/>
                  <a:lumOff val="15000"/>
                </a:schemeClr>
              </a:solidFill>
              <a:latin typeface="黑体" panose="02010609060101010101" charset="-122"/>
              <a:ea typeface="黑体" panose="02010609060101010101" charset="-122"/>
              <a:cs typeface="+mn-ea"/>
              <a:sym typeface="+mn-ea"/>
            </a:endParaRPr>
          </a:p>
        </p:txBody>
      </p:sp>
      <p:sp>
        <p:nvSpPr>
          <p:cNvPr id="3" name="矩形 2"/>
          <p:cNvSpPr/>
          <p:nvPr>
            <p:custDataLst>
              <p:tags r:id="rId3"/>
            </p:custDataLst>
          </p:nvPr>
        </p:nvSpPr>
        <p:spPr>
          <a:xfrm>
            <a:off x="1626694" y="1713116"/>
            <a:ext cx="4316462" cy="325265"/>
          </a:xfrm>
          <a:prstGeom prst="rect">
            <a:avLst/>
          </a:prstGeom>
          <a:noFill/>
        </p:spPr>
        <p:txBody>
          <a:bodyPr wrap="square" lIns="0" tIns="0" rIns="0" bIns="0" rtlCol="0" anchor="b">
            <a:noAutofit/>
          </a:bodyPr>
          <a:p>
            <a:pPr algn="just">
              <a:spcBef>
                <a:spcPct val="0"/>
              </a:spcBef>
              <a:spcAft>
                <a:spcPct val="0"/>
              </a:spcAft>
            </a:pPr>
            <a:r>
              <a:rPr lang="zh-CN" altLang="en-US" sz="2000" b="1">
                <a:solidFill>
                  <a:schemeClr val="accent1"/>
                </a:solidFill>
                <a:latin typeface="+mn-ea"/>
                <a:cs typeface="+mn-ea"/>
                <a:sym typeface="+mn-ea"/>
              </a:rPr>
              <a:t>目标函数与约束条件</a:t>
            </a:r>
            <a:endParaRPr lang="zh-CN" altLang="en-US" sz="2000" b="1">
              <a:solidFill>
                <a:schemeClr val="accent1"/>
              </a:solidFill>
              <a:latin typeface="+mn-ea"/>
              <a:cs typeface="+mn-ea"/>
              <a:sym typeface="+mn-ea"/>
            </a:endParaRPr>
          </a:p>
        </p:txBody>
      </p:sp>
      <p:sp>
        <p:nvSpPr>
          <p:cNvPr id="4" name="椭圆 3"/>
          <p:cNvSpPr/>
          <p:nvPr>
            <p:custDataLst>
              <p:tags r:id="rId4"/>
            </p:custDataLst>
          </p:nvPr>
        </p:nvSpPr>
        <p:spPr>
          <a:xfrm>
            <a:off x="695154" y="1734071"/>
            <a:ext cx="668668" cy="668668"/>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p>
            <a:pPr algn="ctr">
              <a:spcBef>
                <a:spcPct val="0"/>
              </a:spcBef>
              <a:spcAft>
                <a:spcPct val="0"/>
              </a:spcAft>
            </a:pPr>
            <a:r>
              <a:rPr lang="en-US" altLang="zh-CN" sz="2000" b="1">
                <a:solidFill>
                  <a:schemeClr val="lt1">
                    <a:lumMod val="100000"/>
                  </a:schemeClr>
                </a:solidFill>
                <a:latin typeface="+mn-ea"/>
                <a:cs typeface="+mn-ea"/>
                <a:sym typeface="+mn-ea"/>
              </a:rPr>
              <a:t>01</a:t>
            </a:r>
            <a:endParaRPr lang="zh-CN" altLang="en-US" sz="2000" b="1">
              <a:solidFill>
                <a:schemeClr val="lt1">
                  <a:lumMod val="100000"/>
                </a:schemeClr>
              </a:solidFill>
              <a:latin typeface="+mn-ea"/>
              <a:cs typeface="+mn-ea"/>
              <a:sym typeface="+mn-ea"/>
            </a:endParaRPr>
          </a:p>
        </p:txBody>
      </p:sp>
      <p:sp>
        <p:nvSpPr>
          <p:cNvPr id="5" name="矩形 4"/>
          <p:cNvSpPr/>
          <p:nvPr>
            <p:custDataLst>
              <p:tags r:id="rId5"/>
            </p:custDataLst>
          </p:nvPr>
        </p:nvSpPr>
        <p:spPr>
          <a:xfrm>
            <a:off x="1627329" y="3723515"/>
            <a:ext cx="4316462" cy="986796"/>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a:solidFill>
                  <a:schemeClr val="tx1">
                    <a:lumMod val="85000"/>
                    <a:lumOff val="15000"/>
                  </a:schemeClr>
                </a:solidFill>
                <a:latin typeface="黑体" panose="02010609060101010101" charset="-122"/>
                <a:ea typeface="黑体" panose="02010609060101010101" charset="-122"/>
                <a:cs typeface="+mn-ea"/>
                <a:sym typeface="+mn-ea"/>
              </a:rPr>
              <a:t>单纯形法是解决线性规划问题的一种常用算法，通过迭代寻找最优解，广泛应用于资源分配等领域。</a:t>
            </a:r>
            <a:endParaRPr lang="zh-CN" altLang="en-US">
              <a:solidFill>
                <a:schemeClr val="tx1">
                  <a:lumMod val="85000"/>
                  <a:lumOff val="15000"/>
                </a:schemeClr>
              </a:solidFill>
              <a:latin typeface="黑体" panose="02010609060101010101" charset="-122"/>
              <a:ea typeface="黑体" panose="02010609060101010101" charset="-122"/>
              <a:cs typeface="+mn-ea"/>
              <a:sym typeface="+mn-ea"/>
            </a:endParaRPr>
          </a:p>
        </p:txBody>
      </p:sp>
      <p:sp>
        <p:nvSpPr>
          <p:cNvPr id="7" name="矩形 6"/>
          <p:cNvSpPr/>
          <p:nvPr>
            <p:custDataLst>
              <p:tags r:id="rId6"/>
            </p:custDataLst>
          </p:nvPr>
        </p:nvSpPr>
        <p:spPr>
          <a:xfrm>
            <a:off x="1627329" y="3350772"/>
            <a:ext cx="4316462" cy="325265"/>
          </a:xfrm>
          <a:prstGeom prst="rect">
            <a:avLst/>
          </a:prstGeom>
          <a:noFill/>
        </p:spPr>
        <p:txBody>
          <a:bodyPr wrap="square" lIns="0" tIns="0" rIns="0" bIns="0" rtlCol="0" anchor="b">
            <a:noAutofit/>
          </a:bodyPr>
          <a:p>
            <a:pPr algn="just">
              <a:spcBef>
                <a:spcPct val="0"/>
              </a:spcBef>
              <a:spcAft>
                <a:spcPct val="0"/>
              </a:spcAft>
            </a:pPr>
            <a:r>
              <a:rPr lang="zh-CN" altLang="en-US" sz="2000" b="1">
                <a:solidFill>
                  <a:schemeClr val="accent1"/>
                </a:solidFill>
                <a:latin typeface="+mn-ea"/>
                <a:cs typeface="+mn-ea"/>
                <a:sym typeface="+mn-ea"/>
              </a:rPr>
              <a:t>单纯形法的应用</a:t>
            </a:r>
            <a:endParaRPr lang="zh-CN" altLang="en-US" sz="2000" b="1">
              <a:solidFill>
                <a:schemeClr val="accent1"/>
              </a:solidFill>
              <a:latin typeface="+mn-ea"/>
              <a:cs typeface="+mn-ea"/>
              <a:sym typeface="+mn-ea"/>
            </a:endParaRPr>
          </a:p>
        </p:txBody>
      </p:sp>
      <p:sp>
        <p:nvSpPr>
          <p:cNvPr id="8" name="椭圆 7"/>
          <p:cNvSpPr/>
          <p:nvPr>
            <p:custDataLst>
              <p:tags r:id="rId7"/>
            </p:custDataLst>
          </p:nvPr>
        </p:nvSpPr>
        <p:spPr>
          <a:xfrm>
            <a:off x="696424" y="3371727"/>
            <a:ext cx="668668" cy="668668"/>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p>
            <a:pPr algn="ctr">
              <a:spcBef>
                <a:spcPct val="0"/>
              </a:spcBef>
              <a:spcAft>
                <a:spcPct val="0"/>
              </a:spcAft>
            </a:pPr>
            <a:r>
              <a:rPr lang="en-US" altLang="zh-CN" sz="2000" b="1">
                <a:solidFill>
                  <a:schemeClr val="lt1">
                    <a:lumMod val="100000"/>
                  </a:schemeClr>
                </a:solidFill>
                <a:latin typeface="+mn-ea"/>
                <a:cs typeface="+mn-ea"/>
                <a:sym typeface="+mn-ea"/>
              </a:rPr>
              <a:t>02</a:t>
            </a:r>
            <a:endParaRPr lang="zh-CN" altLang="en-US" sz="2000" b="1">
              <a:solidFill>
                <a:schemeClr val="lt1">
                  <a:lumMod val="100000"/>
                </a:schemeClr>
              </a:solidFill>
              <a:latin typeface="+mn-ea"/>
              <a:cs typeface="+mn-ea"/>
              <a:sym typeface="+mn-ea"/>
            </a:endParaRPr>
          </a:p>
        </p:txBody>
      </p:sp>
      <p:sp>
        <p:nvSpPr>
          <p:cNvPr id="10" name="矩形 9"/>
          <p:cNvSpPr/>
          <p:nvPr>
            <p:custDataLst>
              <p:tags r:id="rId8"/>
            </p:custDataLst>
          </p:nvPr>
        </p:nvSpPr>
        <p:spPr>
          <a:xfrm>
            <a:off x="1627329" y="5361171"/>
            <a:ext cx="4316462" cy="986796"/>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a:solidFill>
                  <a:schemeClr val="tx1">
                    <a:lumMod val="85000"/>
                    <a:lumOff val="15000"/>
                  </a:schemeClr>
                </a:solidFill>
                <a:latin typeface="黑体" panose="02010609060101010101" charset="-122"/>
                <a:ea typeface="黑体" panose="02010609060101010101" charset="-122"/>
                <a:cs typeface="+mn-ea"/>
                <a:sym typeface="+mn-ea"/>
              </a:rPr>
              <a:t>例如，一家工厂生产不同产品时，如何分配资源以最大化利润，就可以用线性规划模型来解决。</a:t>
            </a:r>
            <a:endParaRPr lang="zh-CN" altLang="en-US">
              <a:solidFill>
                <a:schemeClr val="tx1">
                  <a:lumMod val="85000"/>
                  <a:lumOff val="15000"/>
                </a:schemeClr>
              </a:solidFill>
              <a:latin typeface="黑体" panose="02010609060101010101" charset="-122"/>
              <a:ea typeface="黑体" panose="02010609060101010101" charset="-122"/>
              <a:cs typeface="+mn-ea"/>
              <a:sym typeface="+mn-ea"/>
            </a:endParaRPr>
          </a:p>
        </p:txBody>
      </p:sp>
      <p:sp>
        <p:nvSpPr>
          <p:cNvPr id="11" name="矩形 10"/>
          <p:cNvSpPr/>
          <p:nvPr>
            <p:custDataLst>
              <p:tags r:id="rId9"/>
            </p:custDataLst>
          </p:nvPr>
        </p:nvSpPr>
        <p:spPr>
          <a:xfrm>
            <a:off x="1627329" y="4988428"/>
            <a:ext cx="4316462" cy="325265"/>
          </a:xfrm>
          <a:prstGeom prst="rect">
            <a:avLst/>
          </a:prstGeom>
          <a:noFill/>
        </p:spPr>
        <p:txBody>
          <a:bodyPr wrap="square" lIns="0" tIns="0" rIns="0" bIns="0" rtlCol="0" anchor="b">
            <a:noAutofit/>
          </a:bodyPr>
          <a:p>
            <a:pPr algn="just">
              <a:spcBef>
                <a:spcPct val="0"/>
              </a:spcBef>
              <a:spcAft>
                <a:spcPct val="0"/>
              </a:spcAft>
            </a:pPr>
            <a:r>
              <a:rPr lang="zh-CN" altLang="en-US" sz="2000" b="1">
                <a:solidFill>
                  <a:schemeClr val="accent1"/>
                </a:solidFill>
                <a:latin typeface="+mn-ea"/>
                <a:cs typeface="+mn-ea"/>
                <a:sym typeface="+mn-ea"/>
              </a:rPr>
              <a:t>线性规划的实例分析</a:t>
            </a:r>
            <a:endParaRPr lang="zh-CN" altLang="en-US" sz="2000" b="1">
              <a:solidFill>
                <a:schemeClr val="accent1"/>
              </a:solidFill>
              <a:latin typeface="+mn-ea"/>
              <a:cs typeface="+mn-ea"/>
              <a:sym typeface="+mn-ea"/>
            </a:endParaRPr>
          </a:p>
        </p:txBody>
      </p:sp>
      <p:sp>
        <p:nvSpPr>
          <p:cNvPr id="12" name="椭圆 11"/>
          <p:cNvSpPr/>
          <p:nvPr>
            <p:custDataLst>
              <p:tags r:id="rId10"/>
            </p:custDataLst>
          </p:nvPr>
        </p:nvSpPr>
        <p:spPr>
          <a:xfrm>
            <a:off x="696424" y="5009383"/>
            <a:ext cx="668668" cy="668668"/>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p>
            <a:pPr algn="ctr">
              <a:spcBef>
                <a:spcPct val="0"/>
              </a:spcBef>
              <a:spcAft>
                <a:spcPct val="0"/>
              </a:spcAft>
            </a:pPr>
            <a:r>
              <a:rPr lang="en-US" altLang="zh-CN" sz="2000" b="1">
                <a:solidFill>
                  <a:schemeClr val="lt1">
                    <a:lumMod val="100000"/>
                  </a:schemeClr>
                </a:solidFill>
                <a:latin typeface="+mn-ea"/>
                <a:cs typeface="+mn-ea"/>
                <a:sym typeface="+mn-ea"/>
              </a:rPr>
              <a:t>03</a:t>
            </a:r>
            <a:endParaRPr lang="zh-CN" altLang="en-US" sz="2000" b="1">
              <a:solidFill>
                <a:schemeClr val="lt1">
                  <a:lumMod val="100000"/>
                </a:schemeClr>
              </a:solidFill>
              <a:latin typeface="+mn-ea"/>
              <a:cs typeface="+mn-ea"/>
              <a:sym typeface="+mn-ea"/>
            </a:endParaRPr>
          </a:p>
        </p:txBody>
      </p:sp>
      <p:graphicFrame>
        <p:nvGraphicFramePr>
          <p:cNvPr id="16" name="对象 15">
            <a:hlinkClick r:id="" action="ppaction://ole?verb="/>
          </p:cNvPr>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1025" name="" r:id="rId11" imgW="114300" imgH="215900" progId="Equation.KSEE3">
                  <p:embed/>
                </p:oleObj>
              </mc:Choice>
              <mc:Fallback>
                <p:oleObj name="" r:id="rId11" imgW="114300" imgH="215900" progId="Equation.KSEE3">
                  <p:embed/>
                  <p:pic>
                    <p:nvPicPr>
                      <p:cNvPr id="0" name="图片 1024"/>
                      <p:cNvPicPr/>
                      <p:nvPr/>
                    </p:nvPicPr>
                    <p:blipFill>
                      <a:blip r:embed="rId12"/>
                      <a:stretch>
                        <a:fillRect/>
                      </a:stretch>
                    </p:blipFill>
                    <p:spPr>
                      <a:xfrm>
                        <a:off x="6038850" y="3321050"/>
                        <a:ext cx="114300" cy="215900"/>
                      </a:xfrm>
                      <a:prstGeom prst="rect">
                        <a:avLst/>
                      </a:prstGeom>
                    </p:spPr>
                  </p:pic>
                </p:oleObj>
              </mc:Fallback>
            </mc:AlternateContent>
          </a:graphicData>
        </a:graphic>
      </p:graphicFrame>
      <p:graphicFrame>
        <p:nvGraphicFramePr>
          <p:cNvPr id="18" name="对象 17">
            <a:hlinkClick r:id="" action="ppaction://ole?verb="/>
          </p:cNvPr>
          <p:cNvGraphicFramePr>
            <a:graphicFrameLocks noChangeAspect="1"/>
          </p:cNvGraphicFramePr>
          <p:nvPr/>
        </p:nvGraphicFramePr>
        <p:xfrm>
          <a:off x="6947535" y="1734185"/>
          <a:ext cx="4379595" cy="1176655"/>
        </p:xfrm>
        <a:graphic>
          <a:graphicData uri="http://schemas.openxmlformats.org/presentationml/2006/ole">
            <mc:AlternateContent xmlns:mc="http://schemas.openxmlformats.org/markup-compatibility/2006">
              <mc:Choice xmlns:v="urn:schemas-microsoft-com:vml" Requires="v">
                <p:oleObj spid="_x0000_s1026" name="" r:id="rId13" imgW="1447800" imgH="482600" progId="Equation.KSEE3">
                  <p:embed/>
                </p:oleObj>
              </mc:Choice>
              <mc:Fallback>
                <p:oleObj name="" r:id="rId13" imgW="1447800" imgH="482600" progId="Equation.KSEE3">
                  <p:embed/>
                  <p:pic>
                    <p:nvPicPr>
                      <p:cNvPr id="0" name="图片 1025"/>
                      <p:cNvPicPr/>
                      <p:nvPr/>
                    </p:nvPicPr>
                    <p:blipFill>
                      <a:blip r:embed="rId14"/>
                      <a:stretch>
                        <a:fillRect/>
                      </a:stretch>
                    </p:blipFill>
                    <p:spPr>
                      <a:xfrm>
                        <a:off x="6947535" y="1734185"/>
                        <a:ext cx="4379595" cy="1176655"/>
                      </a:xfrm>
                      <a:prstGeom prst="rect">
                        <a:avLst/>
                      </a:prstGeom>
                    </p:spPr>
                  </p:pic>
                </p:oleObj>
              </mc:Fallback>
            </mc:AlternateContent>
          </a:graphicData>
        </a:graphic>
      </p:graphicFrame>
    </p:spTree>
    <p:custDataLst>
      <p:tags r:id="rId15"/>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graphicFrame>
        <p:nvGraphicFramePr>
          <p:cNvPr id="15" name="表格 14"/>
          <p:cNvGraphicFramePr/>
          <p:nvPr>
            <p:custDataLst>
              <p:tags r:id="rId1"/>
            </p:custDataLst>
          </p:nvPr>
        </p:nvGraphicFramePr>
        <p:xfrm>
          <a:off x="5845810" y="610235"/>
          <a:ext cx="6610985" cy="5303520"/>
        </p:xfrm>
        <a:graphic>
          <a:graphicData uri="http://schemas.openxmlformats.org/drawingml/2006/table">
            <a:tbl>
              <a:tblPr firstRow="1" bandRow="1">
                <a:tableStyleId>{5C22544A-7EE6-4342-B048-85BDC9FD1C3A}</a:tableStyleId>
              </a:tblPr>
              <a:tblGrid>
                <a:gridCol w="6610985"/>
              </a:tblGrid>
              <a:tr h="5303520">
                <a:tc>
                  <a:txBody>
                    <a:bodyPr/>
                    <a:p>
                      <a:pPr>
                        <a:buNone/>
                      </a:pPr>
                      <a:r>
                        <a:rPr lang="en-US" altLang="zh-CN" sz="2000">
                          <a:solidFill>
                            <a:schemeClr val="tx1"/>
                          </a:solidFill>
                        </a:rPr>
                        <a:t>import pulp</a:t>
                      </a:r>
                      <a:endParaRPr lang="en-US" altLang="zh-CN" sz="2000">
                        <a:solidFill>
                          <a:schemeClr val="tx1"/>
                        </a:solidFill>
                      </a:endParaRPr>
                    </a:p>
                    <a:p>
                      <a:pPr>
                        <a:buNone/>
                      </a:pPr>
                      <a:r>
                        <a:rPr lang="en-US" altLang="zh-CN" sz="2000">
                          <a:solidFill>
                            <a:schemeClr val="tx1"/>
                          </a:solidFill>
                        </a:rPr>
                        <a:t># </a:t>
                      </a:r>
                      <a:r>
                        <a:rPr lang="zh-CN" altLang="en-US" sz="2000">
                          <a:solidFill>
                            <a:schemeClr val="tx1"/>
                          </a:solidFill>
                        </a:rPr>
                        <a:t>定义问题</a:t>
                      </a:r>
                      <a:endParaRPr lang="zh-CN" altLang="en-US" sz="2000">
                        <a:solidFill>
                          <a:schemeClr val="tx1"/>
                        </a:solidFill>
                      </a:endParaRPr>
                    </a:p>
                    <a:p>
                      <a:pPr>
                        <a:buNone/>
                      </a:pPr>
                      <a:r>
                        <a:rPr lang="en-US" altLang="zh-CN" sz="2000">
                          <a:solidFill>
                            <a:schemeClr val="tx1"/>
                          </a:solidFill>
                        </a:rPr>
                        <a:t>prob = pulp.LpProblem("Production_Plan", pulp.LpMaximize)</a:t>
                      </a:r>
                      <a:endParaRPr lang="en-US" altLang="zh-CN" sz="2000">
                        <a:solidFill>
                          <a:schemeClr val="tx1"/>
                        </a:solidFill>
                      </a:endParaRPr>
                    </a:p>
                    <a:p>
                      <a:pPr>
                        <a:buNone/>
                      </a:pPr>
                      <a:r>
                        <a:rPr lang="en-US" altLang="zh-CN" sz="2000">
                          <a:solidFill>
                            <a:schemeClr val="tx1"/>
                          </a:solidFill>
                        </a:rPr>
                        <a:t># </a:t>
                      </a:r>
                      <a:r>
                        <a:rPr lang="zh-CN" altLang="en-US" sz="2000">
                          <a:solidFill>
                            <a:schemeClr val="tx1"/>
                          </a:solidFill>
                        </a:rPr>
                        <a:t>定义决策变量</a:t>
                      </a:r>
                      <a:endParaRPr lang="zh-CN" altLang="en-US" sz="2000">
                        <a:solidFill>
                          <a:schemeClr val="tx1"/>
                        </a:solidFill>
                      </a:endParaRPr>
                    </a:p>
                    <a:p>
                      <a:pPr>
                        <a:buNone/>
                      </a:pPr>
                      <a:r>
                        <a:rPr lang="en-US" altLang="zh-CN" sz="2000">
                          <a:solidFill>
                            <a:schemeClr val="tx1"/>
                          </a:solidFill>
                        </a:rPr>
                        <a:t>x1 = pulp.LpVariable("x1", lowBound=0)</a:t>
                      </a:r>
                      <a:endParaRPr lang="en-US" altLang="zh-CN" sz="2000">
                        <a:solidFill>
                          <a:schemeClr val="tx1"/>
                        </a:solidFill>
                      </a:endParaRPr>
                    </a:p>
                    <a:p>
                      <a:pPr>
                        <a:buNone/>
                      </a:pPr>
                      <a:r>
                        <a:rPr lang="en-US" altLang="zh-CN" sz="2000">
                          <a:solidFill>
                            <a:schemeClr val="tx1"/>
                          </a:solidFill>
                        </a:rPr>
                        <a:t>x2 = pulp.LpVariable("x2", lowBound=0)</a:t>
                      </a:r>
                      <a:endParaRPr lang="en-US" altLang="zh-CN" sz="2000">
                        <a:solidFill>
                          <a:schemeClr val="tx1"/>
                        </a:solidFill>
                      </a:endParaRPr>
                    </a:p>
                    <a:p>
                      <a:pPr>
                        <a:buNone/>
                      </a:pPr>
                      <a:r>
                        <a:rPr lang="en-US" altLang="zh-CN" sz="2000">
                          <a:solidFill>
                            <a:schemeClr val="tx1"/>
                          </a:solidFill>
                        </a:rPr>
                        <a:t># </a:t>
                      </a:r>
                      <a:r>
                        <a:rPr lang="zh-CN" altLang="en-US" sz="2000">
                          <a:solidFill>
                            <a:schemeClr val="tx1"/>
                          </a:solidFill>
                        </a:rPr>
                        <a:t>定义目标函数</a:t>
                      </a:r>
                      <a:endParaRPr lang="zh-CN" altLang="en-US" sz="2000">
                        <a:solidFill>
                          <a:schemeClr val="tx1"/>
                        </a:solidFill>
                      </a:endParaRPr>
                    </a:p>
                    <a:p>
                      <a:pPr>
                        <a:buNone/>
                      </a:pPr>
                      <a:r>
                        <a:rPr lang="en-US" altLang="zh-CN" sz="2000">
                          <a:solidFill>
                            <a:schemeClr val="tx1"/>
                          </a:solidFill>
                        </a:rPr>
                        <a:t>prob += 4 * x1 + 5 * x2</a:t>
                      </a:r>
                      <a:endParaRPr lang="en-US" altLang="zh-CN" sz="2000">
                        <a:solidFill>
                          <a:schemeClr val="tx1"/>
                        </a:solidFill>
                      </a:endParaRPr>
                    </a:p>
                    <a:p>
                      <a:pPr>
                        <a:buNone/>
                      </a:pPr>
                      <a:r>
                        <a:rPr lang="en-US" altLang="zh-CN" sz="2000">
                          <a:solidFill>
                            <a:schemeClr val="tx1"/>
                          </a:solidFill>
                        </a:rPr>
                        <a:t># </a:t>
                      </a:r>
                      <a:r>
                        <a:rPr lang="zh-CN" altLang="en-US" sz="2000">
                          <a:solidFill>
                            <a:schemeClr val="tx1"/>
                          </a:solidFill>
                        </a:rPr>
                        <a:t>定义约束条件</a:t>
                      </a:r>
                      <a:endParaRPr lang="zh-CN" altLang="en-US" sz="2000">
                        <a:solidFill>
                          <a:schemeClr val="tx1"/>
                        </a:solidFill>
                      </a:endParaRPr>
                    </a:p>
                    <a:p>
                      <a:pPr>
                        <a:buNone/>
                      </a:pPr>
                      <a:r>
                        <a:rPr lang="en-US" altLang="zh-CN" sz="2000">
                          <a:solidFill>
                            <a:schemeClr val="tx1"/>
                          </a:solidFill>
                        </a:rPr>
                        <a:t>prob += 2 * x1 + 3 * x2 &lt;= 100</a:t>
                      </a:r>
                      <a:endParaRPr lang="en-US" altLang="zh-CN" sz="2000">
                        <a:solidFill>
                          <a:schemeClr val="tx1"/>
                        </a:solidFill>
                      </a:endParaRPr>
                    </a:p>
                    <a:p>
                      <a:pPr>
                        <a:buNone/>
                      </a:pPr>
                      <a:r>
                        <a:rPr lang="en-US" altLang="zh-CN" sz="2000">
                          <a:solidFill>
                            <a:schemeClr val="tx1"/>
                          </a:solidFill>
                        </a:rPr>
                        <a:t>prob += 3 * x1 + 2 * x2 &lt;= 120</a:t>
                      </a:r>
                      <a:endParaRPr lang="en-US" altLang="zh-CN" sz="2000">
                        <a:solidFill>
                          <a:schemeClr val="tx1"/>
                        </a:solidFill>
                      </a:endParaRPr>
                    </a:p>
                    <a:p>
                      <a:pPr>
                        <a:buNone/>
                      </a:pPr>
                      <a:r>
                        <a:rPr lang="en-US" altLang="zh-CN" sz="2000">
                          <a:solidFill>
                            <a:schemeClr val="tx1"/>
                          </a:solidFill>
                        </a:rPr>
                        <a:t># </a:t>
                      </a:r>
                      <a:r>
                        <a:rPr lang="zh-CN" altLang="en-US" sz="2000">
                          <a:solidFill>
                            <a:schemeClr val="tx1"/>
                          </a:solidFill>
                        </a:rPr>
                        <a:t>求解问题</a:t>
                      </a:r>
                      <a:endParaRPr lang="zh-CN" altLang="en-US" sz="2000">
                        <a:solidFill>
                          <a:schemeClr val="tx1"/>
                        </a:solidFill>
                      </a:endParaRPr>
                    </a:p>
                    <a:p>
                      <a:pPr>
                        <a:buNone/>
                      </a:pPr>
                      <a:r>
                        <a:rPr lang="en-US" altLang="zh-CN" sz="2000">
                          <a:solidFill>
                            <a:schemeClr val="tx1"/>
                          </a:solidFill>
                        </a:rPr>
                        <a:t>prob.solve()</a:t>
                      </a:r>
                      <a:endParaRPr lang="en-US" altLang="zh-CN" sz="2000">
                        <a:solidFill>
                          <a:schemeClr val="tx1"/>
                        </a:solidFill>
                      </a:endParaRPr>
                    </a:p>
                    <a:p>
                      <a:pPr>
                        <a:buNone/>
                      </a:pPr>
                      <a:r>
                        <a:rPr lang="en-US" altLang="zh-CN" sz="2000">
                          <a:solidFill>
                            <a:schemeClr val="tx1"/>
                          </a:solidFill>
                        </a:rPr>
                        <a:t># </a:t>
                      </a:r>
                      <a:r>
                        <a:rPr lang="zh-CN" altLang="en-US" sz="2000">
                          <a:solidFill>
                            <a:schemeClr val="tx1"/>
                          </a:solidFill>
                        </a:rPr>
                        <a:t>输出结果</a:t>
                      </a:r>
                      <a:endParaRPr lang="zh-CN" altLang="en-US" sz="2000">
                        <a:solidFill>
                          <a:schemeClr val="tx1"/>
                        </a:solidFill>
                      </a:endParaRPr>
                    </a:p>
                    <a:p>
                      <a:pPr>
                        <a:buNone/>
                      </a:pPr>
                      <a:r>
                        <a:rPr lang="en-US" altLang="zh-CN" sz="2000">
                          <a:solidFill>
                            <a:schemeClr val="tx1"/>
                          </a:solidFill>
                        </a:rPr>
                        <a:t>print("</a:t>
                      </a:r>
                      <a:r>
                        <a:rPr lang="zh-CN" altLang="en-US" sz="2000">
                          <a:solidFill>
                            <a:schemeClr val="tx1"/>
                          </a:solidFill>
                        </a:rPr>
                        <a:t>生产产品</a:t>
                      </a:r>
                      <a:r>
                        <a:rPr lang="en-US" altLang="zh-CN" sz="2000">
                          <a:solidFill>
                            <a:schemeClr val="tx1"/>
                          </a:solidFill>
                        </a:rPr>
                        <a:t>A</a:t>
                      </a:r>
                      <a:r>
                        <a:rPr lang="zh-CN" altLang="en-US" sz="2000">
                          <a:solidFill>
                            <a:schemeClr val="tx1"/>
                          </a:solidFill>
                        </a:rPr>
                        <a:t>的数量</a:t>
                      </a:r>
                      <a:r>
                        <a:rPr lang="en-US" altLang="zh-CN" sz="2000">
                          <a:solidFill>
                            <a:schemeClr val="tx1"/>
                          </a:solidFill>
                        </a:rPr>
                        <a:t>:", pulp.value(x1))</a:t>
                      </a:r>
                      <a:endParaRPr lang="en-US" altLang="zh-CN" sz="2000">
                        <a:solidFill>
                          <a:schemeClr val="tx1"/>
                        </a:solidFill>
                      </a:endParaRPr>
                    </a:p>
                    <a:p>
                      <a:pPr>
                        <a:buNone/>
                      </a:pPr>
                      <a:r>
                        <a:rPr lang="en-US" altLang="zh-CN" sz="2000">
                          <a:solidFill>
                            <a:schemeClr val="tx1"/>
                          </a:solidFill>
                        </a:rPr>
                        <a:t>print("</a:t>
                      </a:r>
                      <a:r>
                        <a:rPr lang="zh-CN" altLang="en-US" sz="2000">
                          <a:solidFill>
                            <a:schemeClr val="tx1"/>
                          </a:solidFill>
                        </a:rPr>
                        <a:t>生产产品</a:t>
                      </a:r>
                      <a:r>
                        <a:rPr lang="en-US" altLang="zh-CN" sz="2000">
                          <a:solidFill>
                            <a:schemeClr val="tx1"/>
                          </a:solidFill>
                        </a:rPr>
                        <a:t>B</a:t>
                      </a:r>
                      <a:r>
                        <a:rPr lang="zh-CN" altLang="en-US" sz="2000">
                          <a:solidFill>
                            <a:schemeClr val="tx1"/>
                          </a:solidFill>
                        </a:rPr>
                        <a:t>的数量</a:t>
                      </a:r>
                      <a:r>
                        <a:rPr lang="en-US" altLang="zh-CN" sz="2000">
                          <a:solidFill>
                            <a:schemeClr val="tx1"/>
                          </a:solidFill>
                        </a:rPr>
                        <a:t>:", pulp.value(x2))</a:t>
                      </a:r>
                      <a:endParaRPr lang="en-US" altLang="zh-CN" sz="2000">
                        <a:solidFill>
                          <a:schemeClr val="tx1"/>
                        </a:solidFill>
                      </a:endParaRPr>
                    </a:p>
                    <a:p>
                      <a:pPr>
                        <a:buNone/>
                      </a:pPr>
                      <a:r>
                        <a:rPr lang="en-US" altLang="zh-CN" sz="2000">
                          <a:solidFill>
                            <a:schemeClr val="tx1"/>
                          </a:solidFill>
                        </a:rPr>
                        <a:t>print("</a:t>
                      </a:r>
                      <a:r>
                        <a:rPr lang="zh-CN" altLang="en-US" sz="2000">
                          <a:solidFill>
                            <a:schemeClr val="tx1"/>
                          </a:solidFill>
                        </a:rPr>
                        <a:t>最大利润</a:t>
                      </a:r>
                      <a:r>
                        <a:rPr lang="en-US" altLang="zh-CN" sz="2000">
                          <a:solidFill>
                            <a:schemeClr val="tx1"/>
                          </a:solidFill>
                        </a:rPr>
                        <a:t>:", pulp.value(prob.objective))</a:t>
                      </a:r>
                      <a:endParaRPr lang="en-US" altLang="zh-CN" sz="2000">
                        <a:solidFill>
                          <a:schemeClr val="tx1"/>
                        </a:solidFill>
                      </a:endParaRPr>
                    </a:p>
                  </a:txBody>
                  <a:tcPr>
                    <a:noFill/>
                  </a:tcPr>
                </a:tc>
              </a:tr>
            </a:tbl>
          </a:graphicData>
        </a:graphic>
      </p:graphicFrame>
      <p:graphicFrame>
        <p:nvGraphicFramePr>
          <p:cNvPr id="13" name="表格 12"/>
          <p:cNvGraphicFramePr/>
          <p:nvPr>
            <p:custDataLst>
              <p:tags r:id="rId2"/>
            </p:custDataLst>
          </p:nvPr>
        </p:nvGraphicFramePr>
        <p:xfrm>
          <a:off x="218440" y="487045"/>
          <a:ext cx="5469255" cy="2242820"/>
        </p:xfrm>
        <a:graphic>
          <a:graphicData uri="http://schemas.openxmlformats.org/drawingml/2006/table">
            <a:tbl>
              <a:tblPr firstRow="1" bandRow="1">
                <a:tableStyleId>{5C22544A-7EE6-4342-B048-85BDC9FD1C3A}</a:tableStyleId>
              </a:tblPr>
              <a:tblGrid>
                <a:gridCol w="1823085"/>
                <a:gridCol w="1823085"/>
                <a:gridCol w="1823085"/>
              </a:tblGrid>
              <a:tr h="560705">
                <a:tc>
                  <a:txBody>
                    <a:bodyPr/>
                    <a:p>
                      <a:pPr algn="ctr">
                        <a:buNone/>
                      </a:pPr>
                      <a:endParaRPr lang="zh-CN" altLang="en-US" sz="2000"/>
                    </a:p>
                  </a:txBody>
                  <a:tcPr/>
                </a:tc>
                <a:tc>
                  <a:txBody>
                    <a:bodyPr/>
                    <a:p>
                      <a:pPr algn="ctr">
                        <a:buNone/>
                      </a:pPr>
                      <a:r>
                        <a:rPr lang="en-US" altLang="zh-CN" sz="2000"/>
                        <a:t>A</a:t>
                      </a:r>
                      <a:endParaRPr lang="en-US" altLang="zh-CN" sz="2000"/>
                    </a:p>
                  </a:txBody>
                  <a:tcPr/>
                </a:tc>
                <a:tc>
                  <a:txBody>
                    <a:bodyPr/>
                    <a:p>
                      <a:pPr algn="ctr">
                        <a:buNone/>
                      </a:pPr>
                      <a:r>
                        <a:rPr lang="en-US" altLang="zh-CN" sz="2000"/>
                        <a:t>B</a:t>
                      </a:r>
                      <a:endParaRPr lang="en-US" altLang="zh-CN" sz="2000"/>
                    </a:p>
                  </a:txBody>
                  <a:tcPr/>
                </a:tc>
              </a:tr>
              <a:tr h="560705">
                <a:tc>
                  <a:txBody>
                    <a:bodyPr/>
                    <a:p>
                      <a:pPr algn="ctr">
                        <a:buNone/>
                      </a:pPr>
                      <a:r>
                        <a:rPr lang="en-US" altLang="zh-CN" sz="2000"/>
                        <a:t>M</a:t>
                      </a:r>
                      <a:endParaRPr lang="en-US" altLang="zh-CN" sz="2000"/>
                    </a:p>
                  </a:txBody>
                  <a:tcPr/>
                </a:tc>
                <a:tc>
                  <a:txBody>
                    <a:bodyPr/>
                    <a:p>
                      <a:pPr algn="ctr">
                        <a:buNone/>
                      </a:pPr>
                      <a:r>
                        <a:rPr lang="en-US" altLang="zh-CN" sz="2000"/>
                        <a:t>2</a:t>
                      </a:r>
                      <a:endParaRPr lang="en-US" altLang="zh-CN" sz="2000"/>
                    </a:p>
                  </a:txBody>
                  <a:tcPr/>
                </a:tc>
                <a:tc>
                  <a:txBody>
                    <a:bodyPr/>
                    <a:p>
                      <a:pPr algn="ctr">
                        <a:buNone/>
                      </a:pPr>
                      <a:r>
                        <a:rPr lang="en-US" altLang="zh-CN" sz="2000"/>
                        <a:t>3</a:t>
                      </a:r>
                      <a:endParaRPr lang="en-US" altLang="zh-CN" sz="2000"/>
                    </a:p>
                  </a:txBody>
                  <a:tcPr/>
                </a:tc>
              </a:tr>
              <a:tr h="560705">
                <a:tc>
                  <a:txBody>
                    <a:bodyPr/>
                    <a:p>
                      <a:pPr algn="ctr">
                        <a:buNone/>
                      </a:pPr>
                      <a:r>
                        <a:rPr lang="en-US" altLang="zh-CN" sz="2000"/>
                        <a:t>N</a:t>
                      </a:r>
                      <a:endParaRPr lang="en-US" altLang="zh-CN" sz="2000"/>
                    </a:p>
                  </a:txBody>
                  <a:tcPr/>
                </a:tc>
                <a:tc>
                  <a:txBody>
                    <a:bodyPr/>
                    <a:p>
                      <a:pPr algn="ctr">
                        <a:buNone/>
                      </a:pPr>
                      <a:r>
                        <a:rPr lang="en-US" altLang="zh-CN" sz="2000"/>
                        <a:t>3</a:t>
                      </a:r>
                      <a:endParaRPr lang="en-US" altLang="zh-CN" sz="2000"/>
                    </a:p>
                  </a:txBody>
                  <a:tcPr/>
                </a:tc>
                <a:tc>
                  <a:txBody>
                    <a:bodyPr/>
                    <a:p>
                      <a:pPr algn="ctr">
                        <a:buNone/>
                      </a:pPr>
                      <a:r>
                        <a:rPr lang="en-US" altLang="zh-CN" sz="2000"/>
                        <a:t>2</a:t>
                      </a:r>
                      <a:endParaRPr lang="en-US" altLang="zh-CN" sz="2000"/>
                    </a:p>
                  </a:txBody>
                  <a:tcPr/>
                </a:tc>
              </a:tr>
              <a:tr h="560705">
                <a:tc>
                  <a:txBody>
                    <a:bodyPr/>
                    <a:p>
                      <a:pPr algn="ctr">
                        <a:buNone/>
                      </a:pPr>
                      <a:r>
                        <a:rPr lang="zh-CN" altLang="en-US" sz="2000"/>
                        <a:t>利润</a:t>
                      </a:r>
                      <a:endParaRPr lang="zh-CN" altLang="en-US" sz="2000"/>
                    </a:p>
                  </a:txBody>
                  <a:tcPr/>
                </a:tc>
                <a:tc>
                  <a:txBody>
                    <a:bodyPr/>
                    <a:p>
                      <a:pPr algn="ctr">
                        <a:buNone/>
                      </a:pPr>
                      <a:r>
                        <a:rPr lang="en-US" altLang="zh-CN" sz="2000"/>
                        <a:t>4</a:t>
                      </a:r>
                      <a:endParaRPr lang="en-US" altLang="zh-CN" sz="2000"/>
                    </a:p>
                  </a:txBody>
                  <a:tcPr/>
                </a:tc>
                <a:tc>
                  <a:txBody>
                    <a:bodyPr/>
                    <a:p>
                      <a:pPr algn="ctr">
                        <a:buNone/>
                      </a:pPr>
                      <a:r>
                        <a:rPr lang="en-US" altLang="zh-CN" sz="2000"/>
                        <a:t>5</a:t>
                      </a:r>
                      <a:endParaRPr lang="en-US" altLang="zh-CN" sz="2000"/>
                    </a:p>
                  </a:txBody>
                  <a:tcPr/>
                </a:tc>
              </a:tr>
            </a:tbl>
          </a:graphicData>
        </a:graphic>
      </p:graphicFrame>
      <p:sp>
        <p:nvSpPr>
          <p:cNvPr id="3" name="文本框 2"/>
          <p:cNvSpPr txBox="1"/>
          <p:nvPr/>
        </p:nvSpPr>
        <p:spPr>
          <a:xfrm>
            <a:off x="401320" y="3145790"/>
            <a:ext cx="5444490" cy="1170940"/>
          </a:xfrm>
          <a:prstGeom prst="rect">
            <a:avLst/>
          </a:prstGeom>
          <a:noFill/>
        </p:spPr>
        <p:txBody>
          <a:bodyPr wrap="square" rtlCol="0">
            <a:noAutofit/>
          </a:bodyPr>
          <a:p>
            <a:r>
              <a:rPr lang="zh-CN" altLang="en-US" sz="2800">
                <a:latin typeface="黑体" panose="02010609060101010101" charset="-122"/>
                <a:ea typeface="黑体" panose="02010609060101010101" charset="-122"/>
                <a:cs typeface="黑体" panose="02010609060101010101" charset="-122"/>
              </a:rPr>
              <a:t>已知原材料</a:t>
            </a:r>
            <a:r>
              <a:rPr lang="en-US" altLang="zh-CN" sz="2800">
                <a:latin typeface="黑体" panose="02010609060101010101" charset="-122"/>
                <a:ea typeface="黑体" panose="02010609060101010101" charset="-122"/>
                <a:cs typeface="黑体" panose="02010609060101010101" charset="-122"/>
              </a:rPr>
              <a:t>M</a:t>
            </a:r>
            <a:r>
              <a:rPr lang="zh-CN" altLang="en-US" sz="2800">
                <a:latin typeface="黑体" panose="02010609060101010101" charset="-122"/>
                <a:ea typeface="黑体" panose="02010609060101010101" charset="-122"/>
                <a:cs typeface="黑体" panose="02010609060101010101" charset="-122"/>
              </a:rPr>
              <a:t>供应量为</a:t>
            </a:r>
            <a:r>
              <a:rPr lang="en-US" altLang="zh-CN" sz="2800">
                <a:latin typeface="黑体" panose="02010609060101010101" charset="-122"/>
                <a:ea typeface="黑体" panose="02010609060101010101" charset="-122"/>
                <a:cs typeface="黑体" panose="02010609060101010101" charset="-122"/>
              </a:rPr>
              <a:t>100</a:t>
            </a:r>
            <a:r>
              <a:rPr lang="zh-CN" altLang="en-US" sz="2800">
                <a:latin typeface="黑体" panose="02010609060101010101" charset="-122"/>
                <a:ea typeface="黑体" panose="02010609060101010101" charset="-122"/>
                <a:cs typeface="黑体" panose="02010609060101010101" charset="-122"/>
              </a:rPr>
              <a:t>个单位，原材料</a:t>
            </a:r>
            <a:r>
              <a:rPr lang="en-US" altLang="zh-CN" sz="2800">
                <a:latin typeface="黑体" panose="02010609060101010101" charset="-122"/>
                <a:ea typeface="黑体" panose="02010609060101010101" charset="-122"/>
                <a:cs typeface="黑体" panose="02010609060101010101" charset="-122"/>
              </a:rPr>
              <a:t>N</a:t>
            </a:r>
            <a:r>
              <a:rPr lang="zh-CN" altLang="en-US" sz="2800">
                <a:latin typeface="黑体" panose="02010609060101010101" charset="-122"/>
                <a:ea typeface="黑体" panose="02010609060101010101" charset="-122"/>
                <a:cs typeface="黑体" panose="02010609060101010101" charset="-122"/>
              </a:rPr>
              <a:t>供应量为</a:t>
            </a:r>
            <a:r>
              <a:rPr lang="en-US" altLang="zh-CN" sz="2800">
                <a:latin typeface="黑体" panose="02010609060101010101" charset="-122"/>
                <a:ea typeface="黑体" panose="02010609060101010101" charset="-122"/>
                <a:cs typeface="黑体" panose="02010609060101010101" charset="-122"/>
              </a:rPr>
              <a:t>120</a:t>
            </a:r>
            <a:r>
              <a:rPr lang="zh-CN" altLang="en-US" sz="2800">
                <a:latin typeface="黑体" panose="02010609060101010101" charset="-122"/>
                <a:ea typeface="黑体" panose="02010609060101010101" charset="-122"/>
                <a:cs typeface="黑体" panose="02010609060101010101" charset="-122"/>
              </a:rPr>
              <a:t>。</a:t>
            </a:r>
            <a:endParaRPr lang="zh-CN" altLang="en-US" sz="2800">
              <a:latin typeface="黑体" panose="02010609060101010101" charset="-122"/>
              <a:ea typeface="黑体" panose="02010609060101010101" charset="-122"/>
              <a:cs typeface="黑体" panose="02010609060101010101" charset="-122"/>
            </a:endParaRPr>
          </a:p>
          <a:p>
            <a:endParaRPr lang="zh-CN" altLang="en-US" sz="2800">
              <a:latin typeface="黑体" panose="02010609060101010101" charset="-122"/>
              <a:ea typeface="黑体" panose="02010609060101010101" charset="-122"/>
              <a:cs typeface="黑体" panose="02010609060101010101" charset="-122"/>
            </a:endParaRPr>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custDataLst>
              <p:tags r:id="rId1"/>
            </p:custDataLst>
          </p:nvPr>
        </p:nvSpPr>
        <p:spPr/>
        <p:txBody>
          <a:bodyPr/>
          <a:lstStyle/>
          <a:p>
            <a:r>
              <a:rPr lang="zh-CN" altLang="en-US"/>
              <a:t>混合整数规划</a:t>
            </a:r>
            <a:endParaRPr lang="zh-CN" altLang="en-US"/>
          </a:p>
        </p:txBody>
      </p:sp>
      <p:sp>
        <p:nvSpPr>
          <p:cNvPr id="3" name="矩形: 圆角 2"/>
          <p:cNvSpPr/>
          <p:nvPr>
            <p:custDataLst>
              <p:tags r:id="rId2"/>
            </p:custDataLst>
          </p:nvPr>
        </p:nvSpPr>
        <p:spPr>
          <a:xfrm>
            <a:off x="696595" y="2414509"/>
            <a:ext cx="3230435" cy="3105333"/>
          </a:xfrm>
          <a:prstGeom prst="roundRect">
            <a:avLst>
              <a:gd name="adj" fmla="val 0"/>
            </a:avLst>
          </a:prstGeom>
          <a:solidFill>
            <a:schemeClr val="tx1">
              <a:lumMod val="40000"/>
              <a:lumOff val="60000"/>
              <a:alpha val="15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p>
            <a:endParaRPr lang="zh-CN" altLang="en-US" sz="1440">
              <a:solidFill>
                <a:schemeClr val="bg1"/>
              </a:solidFill>
              <a:latin typeface="+mj-ea"/>
              <a:ea typeface="+mj-ea"/>
            </a:endParaRPr>
          </a:p>
        </p:txBody>
      </p:sp>
      <p:sp>
        <p:nvSpPr>
          <p:cNvPr id="4" name="矩形 3"/>
          <p:cNvSpPr/>
          <p:nvPr>
            <p:custDataLst>
              <p:tags r:id="rId3"/>
            </p:custDataLst>
          </p:nvPr>
        </p:nvSpPr>
        <p:spPr>
          <a:xfrm>
            <a:off x="961406" y="3647752"/>
            <a:ext cx="2702719" cy="1605374"/>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600" dirty="0">
                <a:solidFill>
                  <a:schemeClr val="tx1">
                    <a:lumMod val="85000"/>
                    <a:lumOff val="15000"/>
                  </a:schemeClr>
                </a:solidFill>
                <a:latin typeface="+mn-ea"/>
                <a:cs typeface="+mn-ea"/>
              </a:rPr>
              <a:t>混合整数规划是数学规划的一种，涉及整数和连续变量，广泛应用于物流、金融等领域。</a:t>
            </a:r>
            <a:endParaRPr lang="zh-CN" altLang="en-US" sz="1600" dirty="0">
              <a:solidFill>
                <a:schemeClr val="tx1">
                  <a:lumMod val="85000"/>
                  <a:lumOff val="15000"/>
                </a:schemeClr>
              </a:solidFill>
              <a:latin typeface="+mn-ea"/>
              <a:cs typeface="+mn-ea"/>
            </a:endParaRPr>
          </a:p>
        </p:txBody>
      </p:sp>
      <p:sp>
        <p:nvSpPr>
          <p:cNvPr id="10" name="圆角矩形 9"/>
          <p:cNvSpPr/>
          <p:nvPr>
            <p:custDataLst>
              <p:tags r:id="rId4"/>
            </p:custDataLst>
          </p:nvPr>
        </p:nvSpPr>
        <p:spPr>
          <a:xfrm>
            <a:off x="961406" y="1977603"/>
            <a:ext cx="694096" cy="680125"/>
          </a:xfrm>
          <a:prstGeom prst="roundRect">
            <a:avLst>
              <a:gd name="adj" fmla="val 0"/>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wrap="none" lIns="0" tIns="0" rIns="0" bIns="0" rtlCol="0" anchor="ctr">
            <a:noAutofit/>
          </a:bodyPr>
          <a:p>
            <a:pPr algn="ctr">
              <a:spcBef>
                <a:spcPct val="0"/>
              </a:spcBef>
              <a:spcAft>
                <a:spcPct val="0"/>
              </a:spcAft>
            </a:pPr>
            <a:r>
              <a:rPr lang="en-US" altLang="zh-CN" sz="2000" b="1">
                <a:latin typeface="+mn-ea"/>
                <a:cs typeface="+mn-ea"/>
                <a:sym typeface="+mn-ea"/>
              </a:rPr>
              <a:t>01</a:t>
            </a:r>
            <a:endParaRPr lang="en-US" altLang="zh-CN" sz="2000" b="1" dirty="0">
              <a:latin typeface="+mn-ea"/>
              <a:cs typeface="+mn-ea"/>
              <a:sym typeface="+mn-ea"/>
            </a:endParaRPr>
          </a:p>
        </p:txBody>
      </p:sp>
      <p:sp>
        <p:nvSpPr>
          <p:cNvPr id="11" name="矩形 10"/>
          <p:cNvSpPr/>
          <p:nvPr>
            <p:custDataLst>
              <p:tags r:id="rId5"/>
            </p:custDataLst>
          </p:nvPr>
        </p:nvSpPr>
        <p:spPr>
          <a:xfrm>
            <a:off x="964581" y="2832999"/>
            <a:ext cx="2703989" cy="455322"/>
          </a:xfrm>
          <a:prstGeom prst="rect">
            <a:avLst/>
          </a:prstGeom>
          <a:noFill/>
        </p:spPr>
        <p:txBody>
          <a:bodyPr wrap="square" lIns="0" tIns="0" rIns="0" bIns="0" rtlCol="0" anchor="ctr" anchorCtr="0">
            <a:noAutofit/>
          </a:bodyPr>
          <a:p>
            <a:pPr>
              <a:spcBef>
                <a:spcPct val="0"/>
              </a:spcBef>
              <a:spcAft>
                <a:spcPct val="0"/>
              </a:spcAft>
            </a:pPr>
            <a:r>
              <a:rPr lang="zh-CN" altLang="en-US" sz="2200" b="1">
                <a:solidFill>
                  <a:schemeClr val="accent1"/>
                </a:solidFill>
                <a:latin typeface="+mn-ea"/>
                <a:cs typeface="+mn-ea"/>
              </a:rPr>
              <a:t>定义与应用领域</a:t>
            </a:r>
            <a:endParaRPr lang="zh-CN" altLang="en-US" sz="2200" b="1">
              <a:solidFill>
                <a:schemeClr val="accent1"/>
              </a:solidFill>
              <a:latin typeface="+mn-ea"/>
              <a:cs typeface="+mn-ea"/>
            </a:endParaRPr>
          </a:p>
        </p:txBody>
      </p:sp>
      <p:sp>
        <p:nvSpPr>
          <p:cNvPr id="12" name="矩形: 圆角 2"/>
          <p:cNvSpPr/>
          <p:nvPr>
            <p:custDataLst>
              <p:tags r:id="rId6"/>
            </p:custDataLst>
          </p:nvPr>
        </p:nvSpPr>
        <p:spPr>
          <a:xfrm>
            <a:off x="4481418" y="2414509"/>
            <a:ext cx="3230435" cy="3105333"/>
          </a:xfrm>
          <a:prstGeom prst="roundRect">
            <a:avLst>
              <a:gd name="adj" fmla="val 0"/>
            </a:avLst>
          </a:prstGeom>
          <a:solidFill>
            <a:schemeClr val="tx1">
              <a:lumMod val="40000"/>
              <a:lumOff val="60000"/>
              <a:alpha val="15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p>
            <a:endParaRPr lang="zh-CN" altLang="en-US" sz="1440">
              <a:solidFill>
                <a:schemeClr val="bg1"/>
              </a:solidFill>
              <a:latin typeface="+mj-ea"/>
              <a:ea typeface="+mj-ea"/>
            </a:endParaRPr>
          </a:p>
        </p:txBody>
      </p:sp>
      <p:sp>
        <p:nvSpPr>
          <p:cNvPr id="13" name="矩形 12"/>
          <p:cNvSpPr/>
          <p:nvPr>
            <p:custDataLst>
              <p:tags r:id="rId7"/>
            </p:custDataLst>
          </p:nvPr>
        </p:nvSpPr>
        <p:spPr>
          <a:xfrm>
            <a:off x="4746228" y="3652832"/>
            <a:ext cx="2702719" cy="1605374"/>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600" dirty="0">
                <a:solidFill>
                  <a:schemeClr val="tx1">
                    <a:lumMod val="85000"/>
                    <a:lumOff val="15000"/>
                  </a:schemeClr>
                </a:solidFill>
                <a:latin typeface="+mn-ea"/>
                <a:cs typeface="+mn-ea"/>
              </a:rPr>
              <a:t>常用的求解混合整数规划的方法包括分支定界法、割平面法和启发式算法等。</a:t>
            </a:r>
            <a:endParaRPr lang="zh-CN" altLang="en-US" sz="1600" dirty="0">
              <a:solidFill>
                <a:schemeClr val="tx1">
                  <a:lumMod val="85000"/>
                  <a:lumOff val="15000"/>
                </a:schemeClr>
              </a:solidFill>
              <a:latin typeface="+mn-ea"/>
              <a:cs typeface="+mn-ea"/>
            </a:endParaRPr>
          </a:p>
        </p:txBody>
      </p:sp>
      <p:sp>
        <p:nvSpPr>
          <p:cNvPr id="14" name="圆角矩形 13"/>
          <p:cNvSpPr/>
          <p:nvPr>
            <p:custDataLst>
              <p:tags r:id="rId8"/>
            </p:custDataLst>
          </p:nvPr>
        </p:nvSpPr>
        <p:spPr>
          <a:xfrm>
            <a:off x="4746228" y="1977603"/>
            <a:ext cx="694096" cy="680125"/>
          </a:xfrm>
          <a:prstGeom prst="roundRect">
            <a:avLst>
              <a:gd name="adj" fmla="val 0"/>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wrap="none" lIns="0" tIns="0" rIns="0" bIns="0" rtlCol="0" anchor="ctr">
            <a:noAutofit/>
          </a:bodyPr>
          <a:p>
            <a:pPr algn="ctr">
              <a:spcBef>
                <a:spcPct val="0"/>
              </a:spcBef>
              <a:spcAft>
                <a:spcPct val="0"/>
              </a:spcAft>
            </a:pPr>
            <a:r>
              <a:rPr lang="en-US" altLang="zh-CN" sz="2000" b="1">
                <a:latin typeface="+mn-ea"/>
                <a:cs typeface="+mn-ea"/>
                <a:sym typeface="+mn-ea"/>
              </a:rPr>
              <a:t>02</a:t>
            </a:r>
            <a:endParaRPr lang="en-US" altLang="zh-CN" sz="2000" b="1" dirty="0">
              <a:latin typeface="+mn-ea"/>
              <a:cs typeface="+mn-ea"/>
              <a:sym typeface="+mn-ea"/>
            </a:endParaRPr>
          </a:p>
        </p:txBody>
      </p:sp>
      <p:sp>
        <p:nvSpPr>
          <p:cNvPr id="15" name="矩形 14"/>
          <p:cNvSpPr/>
          <p:nvPr>
            <p:custDataLst>
              <p:tags r:id="rId9"/>
            </p:custDataLst>
          </p:nvPr>
        </p:nvSpPr>
        <p:spPr>
          <a:xfrm>
            <a:off x="4751944" y="2845064"/>
            <a:ext cx="2703989" cy="443256"/>
          </a:xfrm>
          <a:prstGeom prst="rect">
            <a:avLst/>
          </a:prstGeom>
          <a:noFill/>
        </p:spPr>
        <p:txBody>
          <a:bodyPr wrap="square" lIns="0" tIns="0" rIns="0" bIns="0" rtlCol="0" anchor="ctr" anchorCtr="0">
            <a:noAutofit/>
          </a:bodyPr>
          <a:p>
            <a:pPr>
              <a:spcBef>
                <a:spcPct val="0"/>
              </a:spcBef>
              <a:spcAft>
                <a:spcPct val="0"/>
              </a:spcAft>
            </a:pPr>
            <a:r>
              <a:rPr lang="zh-CN" altLang="en-US" sz="2200" b="1">
                <a:solidFill>
                  <a:schemeClr val="accent1"/>
                </a:solidFill>
                <a:latin typeface="+mn-ea"/>
                <a:cs typeface="+mn-ea"/>
              </a:rPr>
              <a:t>求解方法</a:t>
            </a:r>
            <a:endParaRPr lang="zh-CN" altLang="en-US" sz="2200" b="1">
              <a:solidFill>
                <a:schemeClr val="accent1"/>
              </a:solidFill>
              <a:latin typeface="+mn-ea"/>
              <a:cs typeface="+mn-ea"/>
            </a:endParaRPr>
          </a:p>
        </p:txBody>
      </p:sp>
      <p:sp>
        <p:nvSpPr>
          <p:cNvPr id="63" name="矩形: 圆角 2"/>
          <p:cNvSpPr/>
          <p:nvPr>
            <p:custDataLst>
              <p:tags r:id="rId10"/>
            </p:custDataLst>
          </p:nvPr>
        </p:nvSpPr>
        <p:spPr>
          <a:xfrm>
            <a:off x="8266240" y="2414509"/>
            <a:ext cx="3230435" cy="3105333"/>
          </a:xfrm>
          <a:prstGeom prst="roundRect">
            <a:avLst>
              <a:gd name="adj" fmla="val 0"/>
            </a:avLst>
          </a:prstGeom>
          <a:solidFill>
            <a:schemeClr val="tx1">
              <a:lumMod val="40000"/>
              <a:lumOff val="60000"/>
              <a:alpha val="15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p>
            <a:endParaRPr lang="zh-CN" altLang="en-US" sz="1440">
              <a:solidFill>
                <a:schemeClr val="bg1"/>
              </a:solidFill>
              <a:latin typeface="+mj-ea"/>
              <a:ea typeface="+mj-ea"/>
            </a:endParaRPr>
          </a:p>
        </p:txBody>
      </p:sp>
      <p:sp>
        <p:nvSpPr>
          <p:cNvPr id="16" name="矩形 15"/>
          <p:cNvSpPr/>
          <p:nvPr>
            <p:custDataLst>
              <p:tags r:id="rId11"/>
            </p:custDataLst>
          </p:nvPr>
        </p:nvSpPr>
        <p:spPr>
          <a:xfrm>
            <a:off x="8531051" y="3647752"/>
            <a:ext cx="2702719" cy="1605374"/>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600" dirty="0">
                <a:solidFill>
                  <a:schemeClr val="tx1">
                    <a:lumMod val="85000"/>
                    <a:lumOff val="15000"/>
                  </a:schemeClr>
                </a:solidFill>
                <a:latin typeface="+mn-ea"/>
                <a:cs typeface="+mn-ea"/>
              </a:rPr>
              <a:t>例如，供应链管理中，混合整数规划用于优化库存和运输成本，提高效率。</a:t>
            </a:r>
            <a:endParaRPr lang="zh-CN" altLang="en-US" sz="1600" dirty="0">
              <a:solidFill>
                <a:schemeClr val="tx1">
                  <a:lumMod val="85000"/>
                  <a:lumOff val="15000"/>
                </a:schemeClr>
              </a:solidFill>
              <a:latin typeface="+mn-ea"/>
              <a:cs typeface="+mn-ea"/>
            </a:endParaRPr>
          </a:p>
        </p:txBody>
      </p:sp>
      <p:sp>
        <p:nvSpPr>
          <p:cNvPr id="65" name="圆角矩形 64"/>
          <p:cNvSpPr/>
          <p:nvPr>
            <p:custDataLst>
              <p:tags r:id="rId12"/>
            </p:custDataLst>
          </p:nvPr>
        </p:nvSpPr>
        <p:spPr>
          <a:xfrm>
            <a:off x="8531051" y="1977603"/>
            <a:ext cx="694096" cy="680125"/>
          </a:xfrm>
          <a:prstGeom prst="roundRect">
            <a:avLst>
              <a:gd name="adj" fmla="val 0"/>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wrap="none" lIns="0" tIns="0" rIns="0" bIns="0" rtlCol="0" anchor="ctr">
            <a:noAutofit/>
          </a:bodyPr>
          <a:p>
            <a:pPr algn="ctr">
              <a:spcBef>
                <a:spcPct val="0"/>
              </a:spcBef>
              <a:spcAft>
                <a:spcPct val="0"/>
              </a:spcAft>
            </a:pPr>
            <a:r>
              <a:rPr lang="en-US" altLang="zh-CN" sz="2000" b="1" dirty="0">
                <a:latin typeface="+mn-ea"/>
                <a:cs typeface="+mn-ea"/>
                <a:sym typeface="+mn-ea"/>
              </a:rPr>
              <a:t>03</a:t>
            </a:r>
            <a:endParaRPr lang="en-US" altLang="zh-CN" sz="2000" b="1" dirty="0">
              <a:latin typeface="+mn-ea"/>
              <a:cs typeface="+mn-ea"/>
              <a:sym typeface="+mn-ea"/>
            </a:endParaRPr>
          </a:p>
        </p:txBody>
      </p:sp>
      <p:cxnSp>
        <p:nvCxnSpPr>
          <p:cNvPr id="17" name="直接连接符 16"/>
          <p:cNvCxnSpPr/>
          <p:nvPr>
            <p:custDataLst>
              <p:tags r:id="rId13"/>
            </p:custDataLst>
          </p:nvPr>
        </p:nvCxnSpPr>
        <p:spPr>
          <a:xfrm flipV="1">
            <a:off x="882026" y="3452160"/>
            <a:ext cx="2844332" cy="0"/>
          </a:xfrm>
          <a:prstGeom prst="line">
            <a:avLst/>
          </a:prstGeom>
          <a:ln w="22225">
            <a:solidFill>
              <a:schemeClr val="accent1">
                <a:alpha val="50000"/>
              </a:schemeClr>
            </a:solidFill>
          </a:ln>
        </p:spPr>
        <p:style>
          <a:lnRef idx="2">
            <a:schemeClr val="accent1"/>
          </a:lnRef>
          <a:fillRef idx="0">
            <a:srgbClr val="FFFFFF"/>
          </a:fillRef>
          <a:effectRef idx="0">
            <a:srgbClr val="FFFFFF"/>
          </a:effectRef>
          <a:fontRef idx="minor">
            <a:schemeClr val="tx1"/>
          </a:fontRef>
        </p:style>
      </p:cxnSp>
      <p:cxnSp>
        <p:nvCxnSpPr>
          <p:cNvPr id="18" name="直接连接符 17"/>
          <p:cNvCxnSpPr/>
          <p:nvPr>
            <p:custDataLst>
              <p:tags r:id="rId14"/>
            </p:custDataLst>
          </p:nvPr>
        </p:nvCxnSpPr>
        <p:spPr>
          <a:xfrm>
            <a:off x="4666849" y="3452160"/>
            <a:ext cx="2844332" cy="0"/>
          </a:xfrm>
          <a:prstGeom prst="line">
            <a:avLst/>
          </a:prstGeom>
          <a:ln w="22225">
            <a:solidFill>
              <a:schemeClr val="accent1">
                <a:alpha val="50000"/>
              </a:schemeClr>
            </a:solidFill>
          </a:ln>
        </p:spPr>
        <p:style>
          <a:lnRef idx="2">
            <a:schemeClr val="accent1"/>
          </a:lnRef>
          <a:fillRef idx="0">
            <a:srgbClr val="FFFFFF"/>
          </a:fillRef>
          <a:effectRef idx="0">
            <a:srgbClr val="FFFFFF"/>
          </a:effectRef>
          <a:fontRef idx="minor">
            <a:schemeClr val="tx1"/>
          </a:fontRef>
        </p:style>
      </p:cxnSp>
      <p:cxnSp>
        <p:nvCxnSpPr>
          <p:cNvPr id="75" name="直接连接符 74"/>
          <p:cNvCxnSpPr/>
          <p:nvPr>
            <p:custDataLst>
              <p:tags r:id="rId15"/>
            </p:custDataLst>
          </p:nvPr>
        </p:nvCxnSpPr>
        <p:spPr>
          <a:xfrm flipV="1">
            <a:off x="8451671" y="3452160"/>
            <a:ext cx="2844332" cy="0"/>
          </a:xfrm>
          <a:prstGeom prst="line">
            <a:avLst/>
          </a:prstGeom>
          <a:ln w="22225">
            <a:solidFill>
              <a:schemeClr val="accent1">
                <a:alpha val="50000"/>
              </a:schemeClr>
            </a:solidFill>
          </a:ln>
        </p:spPr>
        <p:style>
          <a:lnRef idx="2">
            <a:schemeClr val="accent1"/>
          </a:lnRef>
          <a:fillRef idx="0">
            <a:srgbClr val="FFFFFF"/>
          </a:fillRef>
          <a:effectRef idx="0">
            <a:srgbClr val="FFFFFF"/>
          </a:effectRef>
          <a:fontRef idx="minor">
            <a:schemeClr val="tx1"/>
          </a:fontRef>
        </p:style>
      </p:cxnSp>
      <p:sp>
        <p:nvSpPr>
          <p:cNvPr id="19" name="矩形 18"/>
          <p:cNvSpPr/>
          <p:nvPr>
            <p:custDataLst>
              <p:tags r:id="rId16"/>
            </p:custDataLst>
          </p:nvPr>
        </p:nvSpPr>
        <p:spPr>
          <a:xfrm>
            <a:off x="8531051" y="2850145"/>
            <a:ext cx="2703989" cy="443256"/>
          </a:xfrm>
          <a:prstGeom prst="rect">
            <a:avLst/>
          </a:prstGeom>
          <a:noFill/>
        </p:spPr>
        <p:txBody>
          <a:bodyPr wrap="square" lIns="0" tIns="0" rIns="0" bIns="0" rtlCol="0" anchor="ctr" anchorCtr="0">
            <a:noAutofit/>
          </a:bodyPr>
          <a:p>
            <a:pPr>
              <a:spcBef>
                <a:spcPct val="0"/>
              </a:spcBef>
              <a:spcAft>
                <a:spcPct val="0"/>
              </a:spcAft>
            </a:pPr>
            <a:r>
              <a:rPr lang="zh-CN" altLang="en-US" sz="2200" b="1" dirty="0">
                <a:solidFill>
                  <a:schemeClr val="accent1"/>
                </a:solidFill>
                <a:latin typeface="+mn-ea"/>
                <a:cs typeface="+mn-ea"/>
              </a:rPr>
              <a:t>实际案例</a:t>
            </a:r>
            <a:endParaRPr lang="zh-CN" altLang="en-US" sz="2200" b="1" dirty="0">
              <a:solidFill>
                <a:schemeClr val="accent1"/>
              </a:solidFill>
              <a:latin typeface="+mn-ea"/>
              <a:cs typeface="+mn-ea"/>
            </a:endParaRPr>
          </a:p>
        </p:txBody>
      </p:sp>
    </p:spTree>
    <p:custDataLst>
      <p:tags r:id="rId17"/>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graphicFrame>
        <p:nvGraphicFramePr>
          <p:cNvPr id="13" name="表格 12"/>
          <p:cNvGraphicFramePr/>
          <p:nvPr>
            <p:custDataLst>
              <p:tags r:id="rId1"/>
            </p:custDataLst>
          </p:nvPr>
        </p:nvGraphicFramePr>
        <p:xfrm>
          <a:off x="218440" y="487045"/>
          <a:ext cx="5469255" cy="2242820"/>
        </p:xfrm>
        <a:graphic>
          <a:graphicData uri="http://schemas.openxmlformats.org/drawingml/2006/table">
            <a:tbl>
              <a:tblPr firstRow="1" bandRow="1">
                <a:tableStyleId>{5C22544A-7EE6-4342-B048-85BDC9FD1C3A}</a:tableStyleId>
              </a:tblPr>
              <a:tblGrid>
                <a:gridCol w="1367314"/>
                <a:gridCol w="1367314"/>
                <a:gridCol w="1367313"/>
                <a:gridCol w="1367314"/>
              </a:tblGrid>
              <a:tr h="560705">
                <a:tc>
                  <a:txBody>
                    <a:bodyPr/>
                    <a:p>
                      <a:pPr algn="ctr">
                        <a:buNone/>
                      </a:pPr>
                      <a:endParaRPr lang="zh-CN" altLang="en-US" sz="2400"/>
                    </a:p>
                  </a:txBody>
                  <a:tcPr/>
                </a:tc>
                <a:tc>
                  <a:txBody>
                    <a:bodyPr/>
                    <a:p>
                      <a:pPr algn="ctr">
                        <a:buNone/>
                      </a:pPr>
                      <a:r>
                        <a:rPr lang="en-US" altLang="zh-CN" sz="2400"/>
                        <a:t>A</a:t>
                      </a:r>
                      <a:endParaRPr lang="en-US" altLang="zh-CN" sz="2400"/>
                    </a:p>
                  </a:txBody>
                  <a:tcPr/>
                </a:tc>
                <a:tc>
                  <a:txBody>
                    <a:bodyPr/>
                    <a:p>
                      <a:pPr algn="ctr">
                        <a:buNone/>
                      </a:pPr>
                      <a:r>
                        <a:rPr lang="en-US" altLang="zh-CN" sz="2400"/>
                        <a:t>B</a:t>
                      </a:r>
                      <a:endParaRPr lang="en-US" altLang="zh-CN" sz="2400"/>
                    </a:p>
                  </a:txBody>
                  <a:tcPr/>
                </a:tc>
                <a:tc>
                  <a:txBody>
                    <a:bodyPr/>
                    <a:p>
                      <a:pPr algn="ctr">
                        <a:buNone/>
                      </a:pPr>
                      <a:r>
                        <a:rPr lang="en-US" altLang="zh-CN" sz="2400"/>
                        <a:t>C</a:t>
                      </a:r>
                      <a:endParaRPr lang="en-US" altLang="zh-CN" sz="2400"/>
                    </a:p>
                  </a:txBody>
                  <a:tcPr/>
                </a:tc>
              </a:tr>
              <a:tr h="560705">
                <a:tc>
                  <a:txBody>
                    <a:bodyPr/>
                    <a:p>
                      <a:pPr algn="ctr">
                        <a:buNone/>
                      </a:pPr>
                      <a:r>
                        <a:rPr lang="zh-CN" altLang="en-US" sz="2400"/>
                        <a:t>成本</a:t>
                      </a:r>
                      <a:endParaRPr lang="zh-CN" altLang="en-US" sz="2400"/>
                    </a:p>
                  </a:txBody>
                  <a:tcPr/>
                </a:tc>
                <a:tc>
                  <a:txBody>
                    <a:bodyPr/>
                    <a:p>
                      <a:pPr algn="ctr">
                        <a:buNone/>
                      </a:pPr>
                      <a:r>
                        <a:rPr lang="en-US" altLang="zh-CN" sz="2400"/>
                        <a:t>5000</a:t>
                      </a:r>
                      <a:endParaRPr lang="en-US" altLang="zh-CN" sz="2400"/>
                    </a:p>
                  </a:txBody>
                  <a:tcPr/>
                </a:tc>
                <a:tc>
                  <a:txBody>
                    <a:bodyPr/>
                    <a:p>
                      <a:pPr algn="ctr">
                        <a:buNone/>
                      </a:pPr>
                      <a:r>
                        <a:rPr lang="en-US" altLang="zh-CN" sz="2400"/>
                        <a:t>8000</a:t>
                      </a:r>
                      <a:endParaRPr lang="en-US" altLang="zh-CN" sz="2400"/>
                    </a:p>
                  </a:txBody>
                  <a:tcPr/>
                </a:tc>
                <a:tc>
                  <a:txBody>
                    <a:bodyPr/>
                    <a:p>
                      <a:pPr algn="ctr">
                        <a:buNone/>
                      </a:pPr>
                      <a:r>
                        <a:rPr lang="en-US" altLang="zh-CN" sz="2400"/>
                        <a:t>3000</a:t>
                      </a:r>
                      <a:endParaRPr lang="en-US" altLang="zh-CN" sz="2400"/>
                    </a:p>
                  </a:txBody>
                  <a:tcPr/>
                </a:tc>
              </a:tr>
              <a:tr h="560705">
                <a:tc>
                  <a:txBody>
                    <a:bodyPr/>
                    <a:p>
                      <a:pPr algn="ctr">
                        <a:buNone/>
                      </a:pPr>
                      <a:r>
                        <a:rPr lang="zh-CN" altLang="en-US" sz="2400"/>
                        <a:t>年化收益率</a:t>
                      </a:r>
                      <a:endParaRPr lang="zh-CN" altLang="en-US" sz="2400"/>
                    </a:p>
                  </a:txBody>
                  <a:tcPr/>
                </a:tc>
                <a:tc>
                  <a:txBody>
                    <a:bodyPr/>
                    <a:p>
                      <a:pPr algn="ctr">
                        <a:buNone/>
                      </a:pPr>
                      <a:r>
                        <a:rPr lang="en-US" altLang="zh-CN" sz="2400"/>
                        <a:t>0.1</a:t>
                      </a:r>
                      <a:endParaRPr lang="en-US" altLang="zh-CN" sz="2400"/>
                    </a:p>
                  </a:txBody>
                  <a:tcPr/>
                </a:tc>
                <a:tc>
                  <a:txBody>
                    <a:bodyPr/>
                    <a:p>
                      <a:pPr algn="ctr">
                        <a:buNone/>
                      </a:pPr>
                      <a:r>
                        <a:rPr lang="en-US" altLang="zh-CN" sz="2400"/>
                        <a:t>0.12</a:t>
                      </a:r>
                      <a:endParaRPr lang="en-US" altLang="zh-CN" sz="2400"/>
                    </a:p>
                  </a:txBody>
                  <a:tcPr/>
                </a:tc>
                <a:tc>
                  <a:txBody>
                    <a:bodyPr/>
                    <a:p>
                      <a:pPr algn="ctr">
                        <a:buNone/>
                      </a:pPr>
                      <a:r>
                        <a:rPr lang="en-US" altLang="zh-CN" sz="2400"/>
                        <a:t>0.08</a:t>
                      </a:r>
                      <a:endParaRPr lang="en-US" altLang="zh-CN" sz="2400"/>
                    </a:p>
                  </a:txBody>
                  <a:tcPr/>
                </a:tc>
              </a:tr>
            </a:tbl>
          </a:graphicData>
        </a:graphic>
      </p:graphicFrame>
      <p:sp>
        <p:nvSpPr>
          <p:cNvPr id="3" name="文本框 2"/>
          <p:cNvSpPr txBox="1"/>
          <p:nvPr/>
        </p:nvSpPr>
        <p:spPr>
          <a:xfrm>
            <a:off x="317500" y="2733040"/>
            <a:ext cx="5270500" cy="3046095"/>
          </a:xfrm>
          <a:prstGeom prst="rect">
            <a:avLst/>
          </a:prstGeom>
          <a:noFill/>
        </p:spPr>
        <p:txBody>
          <a:bodyPr wrap="square" rtlCol="0">
            <a:spAutoFit/>
          </a:bodyPr>
          <a:p>
            <a:r>
              <a:rPr lang="zh-CN" altLang="en-US" sz="2400">
                <a:latin typeface="黑体" panose="02010609060101010101" charset="-122"/>
                <a:ea typeface="黑体" panose="02010609060101010101" charset="-122"/>
                <a:cs typeface="黑体" panose="02010609060101010101" charset="-122"/>
              </a:rPr>
              <a:t>有总资金</a:t>
            </a:r>
            <a:r>
              <a:rPr lang="en-US" altLang="zh-CN" sz="2400">
                <a:latin typeface="黑体" panose="02010609060101010101" charset="-122"/>
                <a:ea typeface="黑体" panose="02010609060101010101" charset="-122"/>
                <a:cs typeface="黑体" panose="02010609060101010101" charset="-122"/>
              </a:rPr>
              <a:t>20000</a:t>
            </a:r>
            <a:r>
              <a:rPr lang="zh-CN" altLang="en-US" sz="2400">
                <a:latin typeface="黑体" panose="02010609060101010101" charset="-122"/>
                <a:ea typeface="黑体" panose="02010609060101010101" charset="-122"/>
                <a:cs typeface="黑体" panose="02010609060101010101" charset="-122"/>
              </a:rPr>
              <a:t>元用于投资，并且规定项目</a:t>
            </a:r>
            <a:r>
              <a:rPr lang="en-US" altLang="zh-CN" sz="2400">
                <a:latin typeface="黑体" panose="02010609060101010101" charset="-122"/>
                <a:ea typeface="黑体" panose="02010609060101010101" charset="-122"/>
                <a:cs typeface="黑体" panose="02010609060101010101" charset="-122"/>
              </a:rPr>
              <a:t>A</a:t>
            </a:r>
            <a:r>
              <a:rPr lang="zh-CN" altLang="en-US" sz="2400">
                <a:latin typeface="黑体" panose="02010609060101010101" charset="-122"/>
                <a:ea typeface="黑体" panose="02010609060101010101" charset="-122"/>
                <a:cs typeface="黑体" panose="02010609060101010101" charset="-122"/>
              </a:rPr>
              <a:t>最多投资</a:t>
            </a:r>
            <a:r>
              <a:rPr lang="en-US" altLang="zh-CN" sz="2400">
                <a:latin typeface="黑体" panose="02010609060101010101" charset="-122"/>
                <a:ea typeface="黑体" panose="02010609060101010101" charset="-122"/>
                <a:cs typeface="黑体" panose="02010609060101010101" charset="-122"/>
              </a:rPr>
              <a:t>2</a:t>
            </a:r>
            <a:r>
              <a:rPr lang="zh-CN" altLang="en-US" sz="2400">
                <a:latin typeface="黑体" panose="02010609060101010101" charset="-122"/>
                <a:ea typeface="黑体" panose="02010609060101010101" charset="-122"/>
                <a:cs typeface="黑体" panose="02010609060101010101" charset="-122"/>
              </a:rPr>
              <a:t>份（即最多投资</a:t>
            </a:r>
            <a:r>
              <a:rPr lang="en-US" altLang="zh-CN" sz="2400">
                <a:latin typeface="黑体" panose="02010609060101010101" charset="-122"/>
                <a:ea typeface="黑体" panose="02010609060101010101" charset="-122"/>
                <a:cs typeface="黑体" panose="02010609060101010101" charset="-122"/>
              </a:rPr>
              <a:t>2 * 5000 = 10000</a:t>
            </a:r>
            <a:r>
              <a:rPr lang="zh-CN" altLang="en-US" sz="2400">
                <a:latin typeface="黑体" panose="02010609060101010101" charset="-122"/>
                <a:ea typeface="黑体" panose="02010609060101010101" charset="-122"/>
                <a:cs typeface="黑体" panose="02010609060101010101" charset="-122"/>
              </a:rPr>
              <a:t>元），项目</a:t>
            </a:r>
            <a:r>
              <a:rPr lang="en-US" altLang="zh-CN" sz="2400">
                <a:latin typeface="黑体" panose="02010609060101010101" charset="-122"/>
                <a:ea typeface="黑体" panose="02010609060101010101" charset="-122"/>
                <a:cs typeface="黑体" panose="02010609060101010101" charset="-122"/>
              </a:rPr>
              <a:t>B</a:t>
            </a:r>
            <a:r>
              <a:rPr lang="zh-CN" altLang="en-US" sz="2400">
                <a:latin typeface="黑体" panose="02010609060101010101" charset="-122"/>
                <a:ea typeface="黑体" panose="02010609060101010101" charset="-122"/>
                <a:cs typeface="黑体" panose="02010609060101010101" charset="-122"/>
              </a:rPr>
              <a:t>和项目</a:t>
            </a:r>
            <a:r>
              <a:rPr lang="en-US" altLang="zh-CN" sz="2400">
                <a:latin typeface="黑体" panose="02010609060101010101" charset="-122"/>
                <a:ea typeface="黑体" panose="02010609060101010101" charset="-122"/>
                <a:cs typeface="黑体" panose="02010609060101010101" charset="-122"/>
              </a:rPr>
              <a:t>C</a:t>
            </a:r>
            <a:r>
              <a:rPr lang="zh-CN" altLang="en-US" sz="2400">
                <a:latin typeface="黑体" panose="02010609060101010101" charset="-122"/>
                <a:ea typeface="黑体" panose="02010609060101010101" charset="-122"/>
                <a:cs typeface="黑体" panose="02010609060101010101" charset="-122"/>
              </a:rPr>
              <a:t>无投资份数限制。</a:t>
            </a:r>
            <a:r>
              <a:rPr lang="zh-CN" altLang="en-US" sz="2400">
                <a:latin typeface="黑体" panose="02010609060101010101" charset="-122"/>
                <a:ea typeface="黑体" panose="02010609060101010101" charset="-122"/>
                <a:cs typeface="黑体" panose="02010609060101010101" charset="-122"/>
              </a:rPr>
              <a:t>但是要求投资项目</a:t>
            </a:r>
            <a:r>
              <a:rPr lang="en-US" altLang="zh-CN" sz="2400">
                <a:latin typeface="黑体" panose="02010609060101010101" charset="-122"/>
                <a:ea typeface="黑体" panose="02010609060101010101" charset="-122"/>
                <a:cs typeface="黑体" panose="02010609060101010101" charset="-122"/>
              </a:rPr>
              <a:t>B</a:t>
            </a:r>
            <a:r>
              <a:rPr lang="zh-CN" altLang="en-US" sz="2400">
                <a:latin typeface="黑体" panose="02010609060101010101" charset="-122"/>
                <a:ea typeface="黑体" panose="02010609060101010101" charset="-122"/>
                <a:cs typeface="黑体" panose="02010609060101010101" charset="-122"/>
              </a:rPr>
              <a:t>或者项目</a:t>
            </a:r>
            <a:r>
              <a:rPr lang="en-US" altLang="zh-CN" sz="2400">
                <a:latin typeface="黑体" panose="02010609060101010101" charset="-122"/>
                <a:ea typeface="黑体" panose="02010609060101010101" charset="-122"/>
                <a:cs typeface="黑体" panose="02010609060101010101" charset="-122"/>
              </a:rPr>
              <a:t>C</a:t>
            </a:r>
            <a:r>
              <a:rPr lang="zh-CN" altLang="en-US" sz="2400">
                <a:latin typeface="黑体" panose="02010609060101010101" charset="-122"/>
                <a:ea typeface="黑体" panose="02010609060101010101" charset="-122"/>
                <a:cs typeface="黑体" panose="02010609060101010101" charset="-122"/>
              </a:rPr>
              <a:t>至少选择一个进行投资（即两者中至少有一个投资份数不为</a:t>
            </a:r>
            <a:r>
              <a:rPr lang="en-US" altLang="zh-CN" sz="2400">
                <a:latin typeface="黑体" panose="02010609060101010101" charset="-122"/>
                <a:ea typeface="黑体" panose="02010609060101010101" charset="-122"/>
                <a:cs typeface="黑体" panose="02010609060101010101" charset="-122"/>
              </a:rPr>
              <a:t>0</a:t>
            </a:r>
            <a:r>
              <a:rPr lang="zh-CN" altLang="en-US" sz="2400">
                <a:latin typeface="黑体" panose="02010609060101010101" charset="-122"/>
                <a:ea typeface="黑体" panose="02010609060101010101" charset="-122"/>
                <a:cs typeface="黑体" panose="02010609060101010101" charset="-122"/>
              </a:rPr>
              <a:t>）。现在要确定如何投资使得年化收益率最高。</a:t>
            </a:r>
            <a:endParaRPr lang="en-US" altLang="zh-CN" sz="2400">
              <a:latin typeface="黑体" panose="02010609060101010101" charset="-122"/>
              <a:ea typeface="黑体" panose="02010609060101010101" charset="-122"/>
              <a:cs typeface="黑体" panose="02010609060101010101" charset="-122"/>
            </a:endParaRPr>
          </a:p>
        </p:txBody>
      </p:sp>
      <p:sp>
        <p:nvSpPr>
          <p:cNvPr id="4" name="文本框 3"/>
          <p:cNvSpPr txBox="1"/>
          <p:nvPr/>
        </p:nvSpPr>
        <p:spPr>
          <a:xfrm>
            <a:off x="6106160" y="360045"/>
            <a:ext cx="5683250" cy="6462395"/>
          </a:xfrm>
          <a:prstGeom prst="rect">
            <a:avLst/>
          </a:prstGeom>
          <a:noFill/>
        </p:spPr>
        <p:txBody>
          <a:bodyPr wrap="square" rtlCol="0">
            <a:spAutoFit/>
          </a:bodyPr>
          <a:p>
            <a:r>
              <a:rPr lang="en-US" altLang="zh-CN">
                <a:latin typeface="黑体" panose="02010609060101010101" charset="-122"/>
                <a:ea typeface="黑体" panose="02010609060101010101" charset="-122"/>
                <a:cs typeface="黑体" panose="02010609060101010101" charset="-122"/>
              </a:rPr>
              <a:t>import pulp</a:t>
            </a:r>
            <a:endParaRPr lang="en-US" altLang="zh-CN">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 </a:t>
            </a:r>
            <a:r>
              <a:rPr lang="zh-CN" altLang="en-US">
                <a:latin typeface="黑体" panose="02010609060101010101" charset="-122"/>
                <a:ea typeface="黑体" panose="02010609060101010101" charset="-122"/>
                <a:cs typeface="黑体" panose="02010609060101010101" charset="-122"/>
              </a:rPr>
              <a:t>定义问题</a:t>
            </a:r>
            <a:endParaRPr lang="zh-CN" altLang="en-US">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prob = pulp.LpProblem("Investment_Portfolio", pulp.LpMaximize)</a:t>
            </a:r>
            <a:endParaRPr lang="en-US" altLang="zh-CN">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 </a:t>
            </a:r>
            <a:r>
              <a:rPr lang="zh-CN" altLang="en-US">
                <a:latin typeface="黑体" panose="02010609060101010101" charset="-122"/>
                <a:ea typeface="黑体" panose="02010609060101010101" charset="-122"/>
                <a:cs typeface="黑体" panose="02010609060101010101" charset="-122"/>
              </a:rPr>
              <a:t>定义决策变量，设置为整数类型</a:t>
            </a:r>
            <a:endParaRPr lang="zh-CN" altLang="en-US">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x1 = pulp.LpVariable("x1", lowBound=0, upBound=2, cat=pulp.LpInteger)</a:t>
            </a:r>
            <a:endParaRPr lang="en-US" altLang="zh-CN">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x2 = pulp.LpVariable("x2", lowBound=0, cat=pulp.LpInteger)</a:t>
            </a:r>
            <a:endParaRPr lang="en-US" altLang="zh-CN">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x2 = pulp.LpVariable("x2", lowBound=0, cat=pulp.LpInteger)</a:t>
            </a:r>
            <a:endParaRPr lang="en-US" altLang="zh-CN">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x3 = pulp.LpVariable("x3", lowBound=0, cat=pulp.LpInteger)</a:t>
            </a:r>
            <a:endParaRPr lang="en-US" altLang="zh-CN">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 </a:t>
            </a:r>
            <a:r>
              <a:rPr lang="zh-CN" altLang="en-US">
                <a:latin typeface="黑体" panose="02010609060101010101" charset="-122"/>
                <a:ea typeface="黑体" panose="02010609060101010101" charset="-122"/>
                <a:cs typeface="黑体" panose="02010609060101010101" charset="-122"/>
              </a:rPr>
              <a:t>定义目标函数</a:t>
            </a:r>
            <a:endParaRPr lang="zh-CN" altLang="en-US">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prob += 0.1 * 5000 * x1 + 0.12 * 8000 * x2 + 0.08 * 3000 * x3</a:t>
            </a:r>
            <a:endParaRPr lang="en-US" altLang="zh-CN">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 </a:t>
            </a:r>
            <a:r>
              <a:rPr lang="zh-CN" altLang="en-US">
                <a:latin typeface="黑体" panose="02010609060101010101" charset="-122"/>
                <a:ea typeface="黑体" panose="02010609060101010101" charset="-122"/>
                <a:cs typeface="黑体" panose="02010609060101010101" charset="-122"/>
              </a:rPr>
              <a:t>定义约束条件</a:t>
            </a:r>
            <a:endParaRPr lang="zh-CN" altLang="en-US">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prob += 5000 * x1 + 8000 * x2 + 3000 * x3 &lt;= 20000</a:t>
            </a:r>
            <a:endParaRPr lang="en-US" altLang="zh-CN">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prob += x1 &lt;= 2</a:t>
            </a:r>
            <a:endParaRPr lang="en-US" altLang="zh-CN">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prob += x2 + x3 &gt;= 1</a:t>
            </a:r>
            <a:endParaRPr lang="en-US" altLang="zh-CN">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 </a:t>
            </a:r>
            <a:r>
              <a:rPr lang="zh-CN" altLang="en-US">
                <a:latin typeface="黑体" panose="02010609060101010101" charset="-122"/>
                <a:ea typeface="黑体" panose="02010609060101010101" charset="-122"/>
                <a:cs typeface="黑体" panose="02010609060101010101" charset="-122"/>
              </a:rPr>
              <a:t>求解问题</a:t>
            </a:r>
            <a:endParaRPr lang="zh-CN" altLang="en-US">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prob.solve()</a:t>
            </a:r>
            <a:endParaRPr lang="en-US" altLang="zh-CN">
              <a:latin typeface="黑体" panose="02010609060101010101" charset="-122"/>
              <a:ea typeface="黑体" panose="02010609060101010101" charset="-122"/>
              <a:cs typeface="黑体" panose="02010609060101010101" charset="-122"/>
            </a:endParaRPr>
          </a:p>
        </p:txBody>
      </p:sp>
    </p:spTree>
    <p:custDataLst>
      <p:tags r:id="rId2"/>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custDataLst>
              <p:tags r:id="rId1"/>
            </p:custDataLst>
          </p:nvPr>
        </p:nvSpPr>
        <p:spPr/>
        <p:txBody>
          <a:bodyPr/>
          <a:lstStyle/>
          <a:p>
            <a:r>
              <a:rPr lang="zh-CN" altLang="en-US"/>
              <a:t>二阶锥规划</a:t>
            </a:r>
            <a:endParaRPr lang="zh-CN" altLang="en-US"/>
          </a:p>
        </p:txBody>
      </p:sp>
      <p:pic>
        <p:nvPicPr>
          <p:cNvPr id="6" name="图片 5"/>
          <p:cNvPicPr>
            <a:picLocks noChangeAspect="1"/>
          </p:cNvPicPr>
          <p:nvPr/>
        </p:nvPicPr>
        <p:blipFill>
          <a:blip r:embed="rId2"/>
          <a:stretch>
            <a:fillRect/>
          </a:stretch>
        </p:blipFill>
        <p:spPr>
          <a:xfrm>
            <a:off x="381000" y="1492250"/>
            <a:ext cx="6283960" cy="4382770"/>
          </a:xfrm>
          <a:prstGeom prst="rect">
            <a:avLst/>
          </a:prstGeom>
        </p:spPr>
      </p:pic>
      <p:graphicFrame>
        <p:nvGraphicFramePr>
          <p:cNvPr id="7" name="对象 6">
            <a:hlinkClick r:id="" action="ppaction://ole?verb="/>
          </p:cNvPr>
          <p:cNvGraphicFramePr>
            <a:graphicFrameLocks noChangeAspect="1"/>
          </p:cNvGraphicFramePr>
          <p:nvPr/>
        </p:nvGraphicFramePr>
        <p:xfrm>
          <a:off x="6839585" y="2840990"/>
          <a:ext cx="5301615" cy="1685290"/>
        </p:xfrm>
        <a:graphic>
          <a:graphicData uri="http://schemas.openxmlformats.org/presentationml/2006/ole">
            <mc:AlternateContent xmlns:mc="http://schemas.openxmlformats.org/markup-compatibility/2006">
              <mc:Choice xmlns:v="urn:schemas-microsoft-com:vml" Requires="v">
                <p:oleObj spid="_x0000_s2049" name="" r:id="rId3" imgW="2691765" imgH="749300" progId="Equation.KSEE3">
                  <p:embed/>
                </p:oleObj>
              </mc:Choice>
              <mc:Fallback>
                <p:oleObj name="" r:id="rId3" imgW="2691765" imgH="749300" progId="Equation.KSEE3">
                  <p:embed/>
                  <p:pic>
                    <p:nvPicPr>
                      <p:cNvPr id="0" name="图片 2048"/>
                      <p:cNvPicPr/>
                      <p:nvPr/>
                    </p:nvPicPr>
                    <p:blipFill>
                      <a:blip r:embed="rId4"/>
                      <a:stretch>
                        <a:fillRect/>
                      </a:stretch>
                    </p:blipFill>
                    <p:spPr>
                      <a:xfrm>
                        <a:off x="6839585" y="2840990"/>
                        <a:ext cx="5301615" cy="1685290"/>
                      </a:xfrm>
                      <a:prstGeom prst="rect">
                        <a:avLst/>
                      </a:prstGeom>
                    </p:spPr>
                  </p:pic>
                </p:oleObj>
              </mc:Fallback>
            </mc:AlternateContent>
          </a:graphicData>
        </a:graphic>
      </p:graphicFrame>
    </p:spTree>
    <p:custDataLst>
      <p:tags r:id="rId5"/>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zh-CN" altLang="en-US"/>
              <a:t>二阶锥规划</a:t>
            </a:r>
            <a:r>
              <a:rPr lang="zh-CN" altLang="en-US"/>
              <a:t>实例分析</a:t>
            </a:r>
            <a:endParaRPr lang="zh-CN" altLang="en-US"/>
          </a:p>
        </p:txBody>
      </p:sp>
      <p:graphicFrame>
        <p:nvGraphicFramePr>
          <p:cNvPr id="3" name="表格 2"/>
          <p:cNvGraphicFramePr/>
          <p:nvPr>
            <p:custDataLst>
              <p:tags r:id="rId1"/>
            </p:custDataLst>
          </p:nvPr>
        </p:nvGraphicFramePr>
        <p:xfrm>
          <a:off x="436880" y="1012190"/>
          <a:ext cx="6082665" cy="1623060"/>
        </p:xfrm>
        <a:graphic>
          <a:graphicData uri="http://schemas.openxmlformats.org/drawingml/2006/table">
            <a:tbl>
              <a:tblPr firstRow="1" bandRow="1">
                <a:tableStyleId>{5C22544A-7EE6-4342-B048-85BDC9FD1C3A}</a:tableStyleId>
              </a:tblPr>
              <a:tblGrid>
                <a:gridCol w="2027555"/>
                <a:gridCol w="2027555"/>
                <a:gridCol w="2027555"/>
              </a:tblGrid>
              <a:tr h="405765">
                <a:tc>
                  <a:txBody>
                    <a:bodyPr/>
                    <a:p>
                      <a:pPr algn="ctr">
                        <a:buNone/>
                      </a:pPr>
                      <a:endParaRPr lang="zh-CN" altLang="en-US"/>
                    </a:p>
                  </a:txBody>
                  <a:tcPr anchor="ctr" anchorCtr="0"/>
                </a:tc>
                <a:tc>
                  <a:txBody>
                    <a:bodyPr/>
                    <a:p>
                      <a:pPr algn="ctr">
                        <a:buNone/>
                      </a:pPr>
                      <a:r>
                        <a:rPr lang="zh-CN" altLang="en-US"/>
                        <a:t>资产</a:t>
                      </a:r>
                      <a:r>
                        <a:rPr lang="en-US" altLang="zh-CN"/>
                        <a:t>1</a:t>
                      </a:r>
                      <a:endParaRPr lang="en-US" altLang="zh-CN"/>
                    </a:p>
                  </a:txBody>
                  <a:tcPr anchor="ctr" anchorCtr="0"/>
                </a:tc>
                <a:tc>
                  <a:txBody>
                    <a:bodyPr/>
                    <a:p>
                      <a:pPr algn="ctr">
                        <a:buNone/>
                      </a:pPr>
                      <a:r>
                        <a:rPr lang="zh-CN" altLang="en-US"/>
                        <a:t>资产</a:t>
                      </a:r>
                      <a:r>
                        <a:rPr lang="en-US" altLang="zh-CN"/>
                        <a:t>2</a:t>
                      </a:r>
                      <a:endParaRPr lang="en-US" altLang="zh-CN"/>
                    </a:p>
                  </a:txBody>
                  <a:tcPr anchor="ctr" anchorCtr="0"/>
                </a:tc>
              </a:tr>
              <a:tr h="405765">
                <a:tc>
                  <a:txBody>
                    <a:bodyPr/>
                    <a:p>
                      <a:pPr algn="ctr">
                        <a:buNone/>
                      </a:pPr>
                      <a:r>
                        <a:rPr lang="zh-CN" altLang="en-US"/>
                        <a:t>收益率</a:t>
                      </a:r>
                      <a:endParaRPr lang="zh-CN" altLang="en-US"/>
                    </a:p>
                  </a:txBody>
                  <a:tcPr anchor="ctr" anchorCtr="0"/>
                </a:tc>
                <a:tc>
                  <a:txBody>
                    <a:bodyPr/>
                    <a:p>
                      <a:pPr algn="ctr">
                        <a:buNone/>
                      </a:pPr>
                      <a:r>
                        <a:rPr lang="en-US" altLang="zh-CN"/>
                        <a:t>0.1</a:t>
                      </a:r>
                      <a:endParaRPr lang="en-US" altLang="zh-CN"/>
                    </a:p>
                  </a:txBody>
                  <a:tcPr anchor="ctr" anchorCtr="0"/>
                </a:tc>
                <a:tc>
                  <a:txBody>
                    <a:bodyPr/>
                    <a:p>
                      <a:pPr algn="ctr">
                        <a:buNone/>
                      </a:pPr>
                      <a:r>
                        <a:rPr lang="en-US" altLang="zh-CN"/>
                        <a:t>0.15</a:t>
                      </a:r>
                      <a:endParaRPr lang="en-US" altLang="zh-CN"/>
                    </a:p>
                  </a:txBody>
                  <a:tcPr anchor="ctr" anchorCtr="0"/>
                </a:tc>
              </a:tr>
              <a:tr h="405765">
                <a:tc>
                  <a:txBody>
                    <a:bodyPr/>
                    <a:p>
                      <a:pPr algn="ctr">
                        <a:buNone/>
                      </a:pPr>
                      <a:r>
                        <a:rPr lang="zh-CN" altLang="en-US"/>
                        <a:t>波动率</a:t>
                      </a:r>
                      <a:endParaRPr lang="zh-CN" altLang="en-US"/>
                    </a:p>
                  </a:txBody>
                  <a:tcPr anchor="ctr" anchorCtr="0"/>
                </a:tc>
                <a:tc>
                  <a:txBody>
                    <a:bodyPr/>
                    <a:p>
                      <a:pPr algn="ctr">
                        <a:buNone/>
                      </a:pPr>
                      <a:r>
                        <a:rPr lang="en-US" altLang="zh-CN"/>
                        <a:t>0.2</a:t>
                      </a:r>
                      <a:endParaRPr lang="en-US" altLang="zh-CN"/>
                    </a:p>
                  </a:txBody>
                  <a:tcPr anchor="ctr" anchorCtr="0"/>
                </a:tc>
                <a:tc>
                  <a:txBody>
                    <a:bodyPr/>
                    <a:p>
                      <a:pPr algn="ctr">
                        <a:buNone/>
                      </a:pPr>
                      <a:r>
                        <a:rPr lang="en-US" altLang="zh-CN"/>
                        <a:t>0.3</a:t>
                      </a:r>
                      <a:endParaRPr lang="en-US" altLang="zh-CN"/>
                    </a:p>
                  </a:txBody>
                  <a:tcPr anchor="ctr" anchorCtr="0"/>
                </a:tc>
              </a:tr>
              <a:tr h="405765">
                <a:tc>
                  <a:txBody>
                    <a:bodyPr/>
                    <a:p>
                      <a:pPr algn="ctr">
                        <a:buNone/>
                      </a:pPr>
                      <a:r>
                        <a:rPr lang="zh-CN" altLang="en-US"/>
                        <a:t>投资比例</a:t>
                      </a:r>
                      <a:endParaRPr lang="zh-CN" altLang="en-US"/>
                    </a:p>
                  </a:txBody>
                  <a:tcPr anchor="ctr" anchorCtr="0"/>
                </a:tc>
                <a:tc>
                  <a:txBody>
                    <a:bodyPr/>
                    <a:p>
                      <a:pPr algn="ctr">
                        <a:buNone/>
                      </a:pPr>
                      <a:r>
                        <a:rPr lang="en-US" altLang="zh-CN"/>
                        <a:t>X1</a:t>
                      </a:r>
                      <a:endParaRPr lang="en-US" altLang="zh-CN"/>
                    </a:p>
                  </a:txBody>
                  <a:tcPr anchor="ctr" anchorCtr="0"/>
                </a:tc>
                <a:tc>
                  <a:txBody>
                    <a:bodyPr/>
                    <a:p>
                      <a:pPr algn="ctr">
                        <a:buNone/>
                      </a:pPr>
                      <a:r>
                        <a:rPr lang="en-US" altLang="zh-CN"/>
                        <a:t>X2</a:t>
                      </a:r>
                      <a:endParaRPr lang="en-US" altLang="zh-CN"/>
                    </a:p>
                  </a:txBody>
                  <a:tcPr anchor="ctr" anchorCtr="0"/>
                </a:tc>
              </a:tr>
            </a:tbl>
          </a:graphicData>
        </a:graphic>
      </p:graphicFrame>
      <p:sp>
        <p:nvSpPr>
          <p:cNvPr id="6" name="文本框 5"/>
          <p:cNvSpPr txBox="1"/>
          <p:nvPr/>
        </p:nvSpPr>
        <p:spPr>
          <a:xfrm>
            <a:off x="6997700" y="360045"/>
            <a:ext cx="4976495" cy="6407785"/>
          </a:xfrm>
          <a:prstGeom prst="rect">
            <a:avLst/>
          </a:prstGeom>
          <a:noFill/>
        </p:spPr>
        <p:txBody>
          <a:bodyPr wrap="square" rtlCol="0">
            <a:noAutofit/>
          </a:bodyPr>
          <a:p>
            <a:r>
              <a:rPr lang="en-US" altLang="zh-CN">
                <a:latin typeface="黑体" panose="02010609060101010101" charset="-122"/>
                <a:ea typeface="黑体" panose="02010609060101010101" charset="-122"/>
                <a:cs typeface="黑体" panose="02010609060101010101" charset="-122"/>
              </a:rPr>
              <a:t># </a:t>
            </a:r>
            <a:r>
              <a:rPr lang="zh-CN" altLang="en-US">
                <a:latin typeface="黑体" panose="02010609060101010101" charset="-122"/>
                <a:ea typeface="黑体" panose="02010609060101010101" charset="-122"/>
                <a:cs typeface="黑体" panose="02010609060101010101" charset="-122"/>
              </a:rPr>
              <a:t>定义变量</a:t>
            </a:r>
            <a:endParaRPr lang="zh-CN" altLang="en-US">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x1 = cp.Variable()</a:t>
            </a:r>
            <a:endParaRPr lang="en-US" altLang="zh-CN">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x2 = cp.Variable()</a:t>
            </a:r>
            <a:endParaRPr lang="en-US" altLang="zh-CN">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 </a:t>
            </a:r>
            <a:r>
              <a:rPr lang="zh-CN" altLang="en-US">
                <a:latin typeface="黑体" panose="02010609060101010101" charset="-122"/>
                <a:ea typeface="黑体" panose="02010609060101010101" charset="-122"/>
                <a:cs typeface="黑体" panose="02010609060101010101" charset="-122"/>
              </a:rPr>
              <a:t>定义已知参数</a:t>
            </a:r>
            <a:endParaRPr lang="zh-CN" altLang="en-US">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r1 = 0.1</a:t>
            </a:r>
            <a:endParaRPr lang="en-US" altLang="zh-CN">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r2 = 0.15</a:t>
            </a:r>
            <a:endParaRPr lang="en-US" altLang="zh-CN">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sigma1 = 0.2</a:t>
            </a:r>
            <a:endParaRPr lang="en-US" altLang="zh-CN">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sigma2 = 0.3</a:t>
            </a:r>
            <a:endParaRPr lang="en-US" altLang="zh-CN">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rho = 0.1</a:t>
            </a:r>
            <a:endParaRPr lang="en-US" altLang="zh-CN">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sigma_max = 0.25</a:t>
            </a:r>
            <a:endParaRPr lang="en-US" altLang="zh-CN">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 </a:t>
            </a:r>
            <a:r>
              <a:rPr lang="zh-CN" altLang="en-US">
                <a:latin typeface="黑体" panose="02010609060101010101" charset="-122"/>
                <a:ea typeface="黑体" panose="02010609060101010101" charset="-122"/>
                <a:cs typeface="黑体" panose="02010609060101010101" charset="-122"/>
              </a:rPr>
              <a:t>构建目标函数</a:t>
            </a:r>
            <a:endParaRPr lang="zh-CN" altLang="en-US">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objective = cp.Maximize(r1 * x1 + r2 * x2)</a:t>
            </a:r>
            <a:endParaRPr lang="en-US" altLang="zh-CN">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 </a:t>
            </a:r>
            <a:r>
              <a:rPr lang="zh-CN" altLang="en-US">
                <a:latin typeface="黑体" panose="02010609060101010101" charset="-122"/>
                <a:ea typeface="黑体" panose="02010609060101010101" charset="-122"/>
                <a:cs typeface="黑体" panose="02010609060101010101" charset="-122"/>
              </a:rPr>
              <a:t>构建约束条件</a:t>
            </a:r>
            <a:endParaRPr lang="zh-CN" altLang="en-US">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constraints = [cp.norm2(cp.vstack([sigma1 * x1, sigma2 * x2])) &lt;= sigma_max,</a:t>
            </a:r>
            <a:endParaRPr lang="en-US" altLang="zh-CN">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    x1 + x2 == 1,</a:t>
            </a:r>
            <a:endParaRPr lang="en-US" altLang="zh-CN">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    x1 &gt;= 0,</a:t>
            </a:r>
            <a:endParaRPr lang="en-US" altLang="zh-CN">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    x2 &gt;= 0</a:t>
            </a:r>
            <a:endParaRPr lang="en-US" altLang="zh-CN">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a:t>
            </a:r>
            <a:endParaRPr lang="en-US" altLang="zh-CN">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 </a:t>
            </a:r>
            <a:r>
              <a:rPr lang="zh-CN" altLang="en-US">
                <a:latin typeface="黑体" panose="02010609060101010101" charset="-122"/>
                <a:ea typeface="黑体" panose="02010609060101010101" charset="-122"/>
                <a:cs typeface="黑体" panose="02010609060101010101" charset="-122"/>
              </a:rPr>
              <a:t>定义并求解问题</a:t>
            </a:r>
            <a:endParaRPr lang="zh-CN" altLang="en-US">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prob = cp.Problem(objective, constraints)</a:t>
            </a:r>
            <a:endParaRPr lang="en-US" altLang="zh-CN">
              <a:latin typeface="黑体" panose="02010609060101010101" charset="-122"/>
              <a:ea typeface="黑体" panose="02010609060101010101" charset="-122"/>
              <a:cs typeface="黑体" panose="02010609060101010101" charset="-122"/>
            </a:endParaRPr>
          </a:p>
          <a:p>
            <a:r>
              <a:rPr lang="en-US" altLang="zh-CN">
                <a:latin typeface="黑体" panose="02010609060101010101" charset="-122"/>
                <a:ea typeface="黑体" panose="02010609060101010101" charset="-122"/>
                <a:cs typeface="黑体" panose="02010609060101010101" charset="-122"/>
              </a:rPr>
              <a:t>prob.solve()</a:t>
            </a:r>
            <a:endParaRPr lang="en-US" altLang="zh-CN">
              <a:latin typeface="黑体" panose="02010609060101010101" charset="-122"/>
              <a:ea typeface="黑体" panose="02010609060101010101" charset="-122"/>
              <a:cs typeface="黑体" panose="02010609060101010101" charset="-122"/>
            </a:endParaRPr>
          </a:p>
        </p:txBody>
      </p:sp>
      <p:graphicFrame>
        <p:nvGraphicFramePr>
          <p:cNvPr id="8" name="对象 7">
            <a:hlinkClick r:id="" action="ppaction://ole?verb="/>
          </p:cNvPr>
          <p:cNvGraphicFramePr>
            <a:graphicFrameLocks noChangeAspect="1"/>
          </p:cNvGraphicFramePr>
          <p:nvPr/>
        </p:nvGraphicFramePr>
        <p:xfrm>
          <a:off x="436880" y="3028950"/>
          <a:ext cx="6035040" cy="754380"/>
        </p:xfrm>
        <a:graphic>
          <a:graphicData uri="http://schemas.openxmlformats.org/presentationml/2006/ole">
            <mc:AlternateContent xmlns:mc="http://schemas.openxmlformats.org/markup-compatibility/2006">
              <mc:Choice xmlns:v="urn:schemas-microsoft-com:vml" Requires="v">
                <p:oleObj spid="_x0000_s3073" name="" r:id="rId2" imgW="2133600" imgH="266700" progId="Equation.KSEE3">
                  <p:embed/>
                </p:oleObj>
              </mc:Choice>
              <mc:Fallback>
                <p:oleObj name="" r:id="rId2" imgW="2133600" imgH="266700" progId="Equation.KSEE3">
                  <p:embed/>
                  <p:pic>
                    <p:nvPicPr>
                      <p:cNvPr id="0" name="图片 3072"/>
                      <p:cNvPicPr/>
                      <p:nvPr/>
                    </p:nvPicPr>
                    <p:blipFill>
                      <a:blip r:embed="rId3"/>
                      <a:stretch>
                        <a:fillRect/>
                      </a:stretch>
                    </p:blipFill>
                    <p:spPr>
                      <a:xfrm>
                        <a:off x="436880" y="3028950"/>
                        <a:ext cx="6035040" cy="754380"/>
                      </a:xfrm>
                      <a:prstGeom prst="rect">
                        <a:avLst/>
                      </a:prstGeom>
                    </p:spPr>
                  </p:pic>
                </p:oleObj>
              </mc:Fallback>
            </mc:AlternateContent>
          </a:graphicData>
        </a:graphic>
      </p:graphicFrame>
      <p:graphicFrame>
        <p:nvGraphicFramePr>
          <p:cNvPr id="9" name="对象 8">
            <a:hlinkClick r:id="" action="ppaction://ole?verb="/>
          </p:cNvPr>
          <p:cNvGraphicFramePr>
            <a:graphicFrameLocks noChangeAspect="1"/>
          </p:cNvGraphicFramePr>
          <p:nvPr/>
        </p:nvGraphicFramePr>
        <p:xfrm>
          <a:off x="436880" y="4272915"/>
          <a:ext cx="4832350" cy="1127760"/>
        </p:xfrm>
        <a:graphic>
          <a:graphicData uri="http://schemas.openxmlformats.org/presentationml/2006/ole">
            <mc:AlternateContent xmlns:mc="http://schemas.openxmlformats.org/markup-compatibility/2006">
              <mc:Choice xmlns:v="urn:schemas-microsoft-com:vml" Requires="v">
                <p:oleObj spid="_x0000_s3074" name="" r:id="rId4" imgW="1155700" imgH="508000" progId="Equation.KSEE3">
                  <p:embed/>
                </p:oleObj>
              </mc:Choice>
              <mc:Fallback>
                <p:oleObj name="" r:id="rId4" imgW="1155700" imgH="508000" progId="Equation.KSEE3">
                  <p:embed/>
                  <p:pic>
                    <p:nvPicPr>
                      <p:cNvPr id="0" name="图片 3073"/>
                      <p:cNvPicPr/>
                      <p:nvPr/>
                    </p:nvPicPr>
                    <p:blipFill>
                      <a:blip r:embed="rId5"/>
                      <a:stretch>
                        <a:fillRect/>
                      </a:stretch>
                    </p:blipFill>
                    <p:spPr>
                      <a:xfrm>
                        <a:off x="436880" y="4272915"/>
                        <a:ext cx="4832350" cy="1127760"/>
                      </a:xfrm>
                      <a:prstGeom prst="rect">
                        <a:avLst/>
                      </a:prstGeom>
                    </p:spPr>
                  </p:pic>
                </p:oleObj>
              </mc:Fallback>
            </mc:AlternateContent>
          </a:graphicData>
        </a:graphic>
      </p:graphicFrame>
    </p:spTree>
    <p:custDataLst>
      <p:tags r:id="rId6"/>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文本占位符 1"/>
          <p:cNvSpPr>
            <a:spLocks noGrp="1"/>
          </p:cNvSpPr>
          <p:nvPr>
            <p:ph type="body" idx="2"/>
            <p:custDataLst>
              <p:tags r:id="rId1"/>
            </p:custDataLst>
          </p:nvPr>
        </p:nvSpPr>
        <p:spPr/>
        <p:txBody>
          <a:bodyPr/>
          <a:lstStyle/>
          <a:p>
            <a:r>
              <a:rPr lang="zh-CN" altLang="en-US"/>
              <a:t>PART 02  </a:t>
            </a:r>
            <a:endParaRPr lang="zh-CN" altLang="en-US"/>
          </a:p>
        </p:txBody>
      </p:sp>
      <p:sp>
        <p:nvSpPr>
          <p:cNvPr id="3" name="标题 2"/>
          <p:cNvSpPr>
            <a:spLocks noGrp="1"/>
          </p:cNvSpPr>
          <p:nvPr>
            <p:ph type="title" idx="1"/>
            <p:custDataLst>
              <p:tags r:id="rId2"/>
            </p:custDataLst>
          </p:nvPr>
        </p:nvSpPr>
        <p:spPr/>
        <p:txBody>
          <a:bodyPr/>
          <a:lstStyle/>
          <a:p>
            <a:r>
              <a:rPr lang="zh-CN" altLang="en-US"/>
              <a:t>凸集与极点</a:t>
            </a:r>
            <a:endParaRPr lang="zh-CN" altLang="en-US"/>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凸集和</a:t>
            </a:r>
            <a:r>
              <a:rPr lang="zh-CN" altLang="en-US"/>
              <a:t>极点概念</a:t>
            </a:r>
            <a:endParaRPr lang="zh-CN" altLang="en-US"/>
          </a:p>
        </p:txBody>
      </p:sp>
      <p:pic>
        <p:nvPicPr>
          <p:cNvPr id="3" name="图片 2"/>
          <p:cNvPicPr>
            <a:picLocks noChangeAspect="1"/>
          </p:cNvPicPr>
          <p:nvPr/>
        </p:nvPicPr>
        <p:blipFill>
          <a:blip r:embed="rId2"/>
          <a:stretch>
            <a:fillRect/>
          </a:stretch>
        </p:blipFill>
        <p:spPr>
          <a:xfrm>
            <a:off x="6339840" y="3494405"/>
            <a:ext cx="4254500" cy="2530475"/>
          </a:xfrm>
          <a:prstGeom prst="rect">
            <a:avLst/>
          </a:prstGeom>
        </p:spPr>
      </p:pic>
      <p:sp>
        <p:nvSpPr>
          <p:cNvPr id="6" name="文本框 5"/>
          <p:cNvSpPr txBox="1"/>
          <p:nvPr/>
        </p:nvSpPr>
        <p:spPr>
          <a:xfrm>
            <a:off x="695960" y="1559560"/>
            <a:ext cx="9843135" cy="1568450"/>
          </a:xfrm>
          <a:prstGeom prst="rect">
            <a:avLst/>
          </a:prstGeom>
          <a:noFill/>
        </p:spPr>
        <p:txBody>
          <a:bodyPr wrap="square" rtlCol="0">
            <a:spAutoFit/>
          </a:bodyPr>
          <a:p>
            <a:r>
              <a:rPr lang="zh-CN" altLang="en-US" sz="2400">
                <a:solidFill>
                  <a:srgbClr val="262626"/>
                </a:solidFill>
                <a:latin typeface="黑体" panose="02010609060101010101" charset="-122"/>
                <a:ea typeface="黑体" panose="02010609060101010101" charset="-122"/>
                <a:cs typeface="+mn-ea"/>
                <a:sym typeface="+mn-ea"/>
              </a:rPr>
              <a:t>凸集是包含其任意两点连线的所有点的集合，具有封闭性和直线段性质。</a:t>
            </a:r>
            <a:endParaRPr lang="zh-CN" altLang="en-US" sz="2400">
              <a:solidFill>
                <a:srgbClr val="262626"/>
              </a:solidFill>
              <a:latin typeface="黑体" panose="02010609060101010101" charset="-122"/>
              <a:ea typeface="黑体" panose="02010609060101010101" charset="-122"/>
              <a:cs typeface="+mn-ea"/>
              <a:sym typeface="+mn-ea"/>
            </a:endParaRPr>
          </a:p>
          <a:p>
            <a:endParaRPr lang="zh-CN" altLang="en-US" sz="2400" dirty="0">
              <a:solidFill>
                <a:schemeClr val="tx1"/>
              </a:solidFill>
              <a:latin typeface="黑体" panose="02010609060101010101" charset="-122"/>
              <a:ea typeface="黑体" panose="02010609060101010101" charset="-122"/>
              <a:cs typeface="+mn-ea"/>
              <a:sym typeface="+mn-ea"/>
            </a:endParaRPr>
          </a:p>
          <a:p>
            <a:r>
              <a:rPr lang="zh-CN" altLang="en-US" sz="2400" dirty="0">
                <a:solidFill>
                  <a:schemeClr val="tx1"/>
                </a:solidFill>
                <a:latin typeface="黑体" panose="02010609060101010101" charset="-122"/>
                <a:ea typeface="黑体" panose="02010609060101010101" charset="-122"/>
                <a:cs typeface="+mn-ea"/>
                <a:sym typeface="+mn-ea"/>
              </a:rPr>
              <a:t>极点是凸集边界上不能由集合中其他两点线性组合得到的点，具有几何上的独特性。</a:t>
            </a:r>
            <a:endParaRPr lang="zh-CN" altLang="en-US" sz="2400" dirty="0">
              <a:solidFill>
                <a:schemeClr val="tx1"/>
              </a:solidFill>
              <a:latin typeface="黑体" panose="02010609060101010101" charset="-122"/>
              <a:ea typeface="黑体" panose="02010609060101010101" charset="-122"/>
              <a:cs typeface="+mn-ea"/>
            </a:endParaRPr>
          </a:p>
        </p:txBody>
      </p:sp>
      <p:pic>
        <p:nvPicPr>
          <p:cNvPr id="7" name="图片 6"/>
          <p:cNvPicPr>
            <a:picLocks noChangeAspect="1"/>
          </p:cNvPicPr>
          <p:nvPr/>
        </p:nvPicPr>
        <p:blipFill>
          <a:blip r:embed="rId3"/>
          <a:stretch>
            <a:fillRect/>
          </a:stretch>
        </p:blipFill>
        <p:spPr>
          <a:xfrm>
            <a:off x="695960" y="3494405"/>
            <a:ext cx="4137025" cy="2530475"/>
          </a:xfrm>
          <a:prstGeom prst="rect">
            <a:avLst/>
          </a:prstGeom>
        </p:spPr>
      </p:pic>
    </p:spTree>
    <p:custDataLst>
      <p:tags r:id="rId4"/>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文本占位符 1"/>
          <p:cNvSpPr>
            <a:spLocks noGrp="1"/>
          </p:cNvSpPr>
          <p:nvPr>
            <p:ph type="body" idx="2"/>
            <p:custDataLst>
              <p:tags r:id="rId1"/>
            </p:custDataLst>
          </p:nvPr>
        </p:nvSpPr>
        <p:spPr/>
        <p:txBody>
          <a:bodyPr/>
          <a:lstStyle/>
          <a:p>
            <a:r>
              <a:rPr lang="zh-CN" altLang="en-US"/>
              <a:t>PART 03  </a:t>
            </a:r>
            <a:endParaRPr lang="zh-CN" altLang="en-US"/>
          </a:p>
        </p:txBody>
      </p:sp>
      <p:sp>
        <p:nvSpPr>
          <p:cNvPr id="3" name="标题 2"/>
          <p:cNvSpPr>
            <a:spLocks noGrp="1"/>
          </p:cNvSpPr>
          <p:nvPr>
            <p:ph type="title" idx="1"/>
            <p:custDataLst>
              <p:tags r:id="rId2"/>
            </p:custDataLst>
          </p:nvPr>
        </p:nvSpPr>
        <p:spPr/>
        <p:txBody>
          <a:bodyPr/>
          <a:lstStyle/>
          <a:p>
            <a:r>
              <a:rPr lang="zh-CN" altLang="en-US"/>
              <a:t>多面体与超平面</a:t>
            </a:r>
            <a:endParaRPr lang="zh-CN" altLang="en-US"/>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p:txBody>
          <a:bodyPr/>
          <a:lstStyle/>
          <a:p>
            <a:r>
              <a:rPr lang="zh-CN" altLang="en-US" dirty="0">
                <a:sym typeface="+mn-ea"/>
              </a:rPr>
              <a:t>多面体概念</a:t>
            </a:r>
            <a:endParaRPr lang="zh-CN" altLang="en-US" dirty="0">
              <a:sym typeface="+mn-ea"/>
            </a:endParaRPr>
          </a:p>
        </p:txBody>
      </p:sp>
      <p:sp>
        <p:nvSpPr>
          <p:cNvPr id="11" name="矩形 10"/>
          <p:cNvSpPr/>
          <p:nvPr>
            <p:custDataLst>
              <p:tags r:id="rId2"/>
            </p:custDataLst>
          </p:nvPr>
        </p:nvSpPr>
        <p:spPr>
          <a:xfrm>
            <a:off x="695960" y="1918018"/>
            <a:ext cx="3599046" cy="3585964"/>
          </a:xfrm>
          <a:prstGeom prst="rect">
            <a:avLst/>
          </a:prstGeom>
          <a:solidFill>
            <a:schemeClr val="accent1">
              <a:lumMod val="10000"/>
              <a:lumOff val="90000"/>
            </a:schemeClr>
          </a:solidFill>
          <a:ln w="9525" cap="flat" cmpd="sng" algn="ctr">
            <a:noFill/>
            <a:prstDash val="solid"/>
            <a:miter lim="800000"/>
            <a:headEnd type="none" w="med" len="med"/>
            <a:tailEnd type="none" w="med" len="med"/>
          </a:ln>
          <a:effectLst>
            <a:outerShdw blurRad="101600" sx="102000" sy="102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12" name="图片 11" descr="/data/temp/88c09a76-942e-11ef-9100-0206093b1b26.jpg@base@tag=imgScale&amp;m=1&amp;w=484&amp;h=995&amp;q=9588c09a76-942e-11ef-9100-0206093b1b26"/>
          <p:cNvPicPr>
            <a:picLocks noChangeAspect="1"/>
          </p:cNvPicPr>
          <p:nvPr>
            <p:custDataLst>
              <p:tags r:id="rId3"/>
            </p:custDataLst>
          </p:nvPr>
        </p:nvPicPr>
        <p:blipFill rotWithShape="1">
          <a:blip r:embed="rId4"/>
          <a:srcRect l="39846" r="27723"/>
          <a:stretch>
            <a:fillRect/>
          </a:stretch>
        </p:blipFill>
        <p:spPr>
          <a:xfrm>
            <a:off x="695960" y="1918018"/>
            <a:ext cx="1745048" cy="3585964"/>
          </a:xfrm>
          <a:prstGeom prst="rect">
            <a:avLst/>
          </a:prstGeom>
          <a:ln w="3175" cap="flat" cmpd="sng" algn="ctr">
            <a:solidFill>
              <a:schemeClr val="tx1">
                <a:lumMod val="40000"/>
                <a:lumOff val="60000"/>
                <a:alpha val="20000"/>
              </a:schemeClr>
            </a:solidFill>
            <a:prstDash val="solid"/>
            <a:round/>
            <a:headEnd type="none" w="med" len="med"/>
            <a:tailEnd type="none" w="med" len="med"/>
          </a:ln>
        </p:spPr>
      </p:pic>
      <p:sp>
        <p:nvSpPr>
          <p:cNvPr id="14" name="矩形 13"/>
          <p:cNvSpPr/>
          <p:nvPr>
            <p:custDataLst>
              <p:tags r:id="rId5"/>
            </p:custDataLst>
          </p:nvPr>
        </p:nvSpPr>
        <p:spPr>
          <a:xfrm>
            <a:off x="4295140" y="1918018"/>
            <a:ext cx="3599046" cy="3585964"/>
          </a:xfrm>
          <a:prstGeom prst="rect">
            <a:avLst/>
          </a:prstGeom>
          <a:solidFill>
            <a:schemeClr val="accent1">
              <a:lumMod val="10000"/>
              <a:lumOff val="90000"/>
            </a:schemeClr>
          </a:solidFill>
          <a:ln w="9525" cap="flat" cmpd="sng" algn="ctr">
            <a:noFill/>
            <a:prstDash val="solid"/>
            <a:miter lim="800000"/>
            <a:headEnd type="none" w="med" len="med"/>
            <a:tailEnd type="none" w="med" len="med"/>
          </a:ln>
          <a:effectLst>
            <a:outerShdw blurRad="101600" sx="102000" sy="102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15" name="图片 14" descr="/data/temp/88c09b2f-942e-11ef-9100-0206093b1b26.jpg@base@tag=imgScale&amp;m=1&amp;w=484&amp;h=995&amp;q=9588c09b2f-942e-11ef-9100-0206093b1b26"/>
          <p:cNvPicPr>
            <a:picLocks noChangeAspect="1"/>
          </p:cNvPicPr>
          <p:nvPr>
            <p:custDataLst>
              <p:tags r:id="rId6"/>
            </p:custDataLst>
          </p:nvPr>
        </p:nvPicPr>
        <p:blipFill rotWithShape="1">
          <a:blip r:embed="rId7"/>
          <a:srcRect l="13493" r="13493"/>
          <a:stretch>
            <a:fillRect/>
          </a:stretch>
        </p:blipFill>
        <p:spPr>
          <a:xfrm>
            <a:off x="4295140" y="1918018"/>
            <a:ext cx="1745508" cy="3585964"/>
          </a:xfrm>
          <a:prstGeom prst="rect">
            <a:avLst/>
          </a:prstGeom>
          <a:ln w="3175" cap="flat" cmpd="sng" algn="ctr">
            <a:solidFill>
              <a:schemeClr val="tx1">
                <a:lumMod val="40000"/>
                <a:lumOff val="60000"/>
                <a:alpha val="20000"/>
              </a:schemeClr>
            </a:solidFill>
            <a:prstDash val="solid"/>
            <a:round/>
            <a:headEnd type="none" w="med" len="med"/>
            <a:tailEnd type="none" w="med" len="med"/>
          </a:ln>
        </p:spPr>
      </p:pic>
      <p:sp>
        <p:nvSpPr>
          <p:cNvPr id="17" name="矩形 16"/>
          <p:cNvSpPr/>
          <p:nvPr>
            <p:custDataLst>
              <p:tags r:id="rId8"/>
            </p:custDataLst>
          </p:nvPr>
        </p:nvSpPr>
        <p:spPr>
          <a:xfrm>
            <a:off x="2714625" y="3081338"/>
            <a:ext cx="1307101" cy="2234538"/>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400" b="1" kern="0" dirty="0">
                <a:solidFill>
                  <a:srgbClr val="262626"/>
                </a:solidFill>
                <a:latin typeface="黑体" panose="02010609060101010101" charset="-122"/>
                <a:ea typeface="黑体" panose="02010609060101010101" charset="-122"/>
                <a:cs typeface="+mn-ea"/>
              </a:rPr>
              <a:t>多面体是由多个多边形面组成的几何体，每个面都是一个平面图形，且相邻面在公共边上相交。</a:t>
            </a:r>
            <a:endParaRPr lang="zh-CN" altLang="en-US" sz="1400" b="1" kern="0" dirty="0">
              <a:solidFill>
                <a:srgbClr val="262626"/>
              </a:solidFill>
              <a:latin typeface="黑体" panose="02010609060101010101" charset="-122"/>
              <a:ea typeface="黑体" panose="02010609060101010101" charset="-122"/>
              <a:cs typeface="+mn-ea"/>
            </a:endParaRPr>
          </a:p>
        </p:txBody>
      </p:sp>
      <p:sp>
        <p:nvSpPr>
          <p:cNvPr id="18" name="矩形 17"/>
          <p:cNvSpPr/>
          <p:nvPr>
            <p:custDataLst>
              <p:tags r:id="rId9"/>
            </p:custDataLst>
          </p:nvPr>
        </p:nvSpPr>
        <p:spPr>
          <a:xfrm>
            <a:off x="2714625" y="2351723"/>
            <a:ext cx="1307101" cy="650063"/>
          </a:xfrm>
          <a:prstGeom prst="rect">
            <a:avLst/>
          </a:prstGeom>
          <a:noFill/>
        </p:spPr>
        <p:txBody>
          <a:bodyPr wrap="square" lIns="0" tIns="0" rIns="0" bIns="0" rtlCol="0" anchor="b">
            <a:noAutofit/>
          </a:bodyPr>
          <a:p>
            <a:pPr algn="just">
              <a:spcBef>
                <a:spcPct val="0"/>
              </a:spcBef>
              <a:spcAft>
                <a:spcPct val="0"/>
              </a:spcAft>
            </a:pPr>
            <a:r>
              <a:rPr lang="zh-CN" altLang="en-US" sz="2000" b="1" kern="0" dirty="0">
                <a:solidFill>
                  <a:schemeClr val="accent1"/>
                </a:solidFill>
                <a:latin typeface="+mn-ea"/>
                <a:cs typeface="+mn-ea"/>
              </a:rPr>
              <a:t>多面体的定义</a:t>
            </a:r>
            <a:endParaRPr lang="zh-CN" altLang="en-US" sz="2000" b="1" kern="0" dirty="0">
              <a:solidFill>
                <a:schemeClr val="accent1"/>
              </a:solidFill>
              <a:latin typeface="+mn-ea"/>
              <a:cs typeface="+mn-ea"/>
            </a:endParaRPr>
          </a:p>
        </p:txBody>
      </p:sp>
      <p:sp>
        <p:nvSpPr>
          <p:cNvPr id="19" name="矩形 18"/>
          <p:cNvSpPr/>
          <p:nvPr>
            <p:custDataLst>
              <p:tags r:id="rId10"/>
            </p:custDataLst>
          </p:nvPr>
        </p:nvSpPr>
        <p:spPr>
          <a:xfrm>
            <a:off x="2718435" y="2199958"/>
            <a:ext cx="288000" cy="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just"/>
            <a:endParaRPr lang="zh-CN" altLang="en-US"/>
          </a:p>
        </p:txBody>
      </p:sp>
      <p:sp>
        <p:nvSpPr>
          <p:cNvPr id="20" name="矩形 19"/>
          <p:cNvSpPr/>
          <p:nvPr>
            <p:custDataLst>
              <p:tags r:id="rId11"/>
            </p:custDataLst>
          </p:nvPr>
        </p:nvSpPr>
        <p:spPr>
          <a:xfrm>
            <a:off x="6315075" y="3081338"/>
            <a:ext cx="1307101" cy="2234538"/>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600" kern="0" dirty="0">
                <a:solidFill>
                  <a:srgbClr val="262626"/>
                </a:solidFill>
                <a:latin typeface="黑体" panose="02010609060101010101" charset="-122"/>
                <a:ea typeface="黑体" panose="02010609060101010101" charset="-122"/>
                <a:cs typeface="+mn-ea"/>
              </a:rPr>
              <a:t>根据面的形状和数量，多面体分为正多面体、半正多面体和不规则多面体等类型。</a:t>
            </a:r>
            <a:endParaRPr lang="zh-CN" altLang="en-US" sz="1600" kern="0" dirty="0">
              <a:solidFill>
                <a:srgbClr val="262626"/>
              </a:solidFill>
              <a:latin typeface="黑体" panose="02010609060101010101" charset="-122"/>
              <a:ea typeface="黑体" panose="02010609060101010101" charset="-122"/>
              <a:cs typeface="+mn-ea"/>
            </a:endParaRPr>
          </a:p>
        </p:txBody>
      </p:sp>
      <p:sp>
        <p:nvSpPr>
          <p:cNvPr id="21" name="矩形 20"/>
          <p:cNvSpPr/>
          <p:nvPr>
            <p:custDataLst>
              <p:tags r:id="rId12"/>
            </p:custDataLst>
          </p:nvPr>
        </p:nvSpPr>
        <p:spPr>
          <a:xfrm>
            <a:off x="6315075" y="2351723"/>
            <a:ext cx="1307101" cy="650063"/>
          </a:xfrm>
          <a:prstGeom prst="rect">
            <a:avLst/>
          </a:prstGeom>
          <a:noFill/>
        </p:spPr>
        <p:txBody>
          <a:bodyPr wrap="square" lIns="0" tIns="0" rIns="0" bIns="0" rtlCol="0" anchor="b">
            <a:noAutofit/>
          </a:bodyPr>
          <a:p>
            <a:pPr algn="just">
              <a:spcBef>
                <a:spcPct val="0"/>
              </a:spcBef>
              <a:spcAft>
                <a:spcPct val="0"/>
              </a:spcAft>
            </a:pPr>
            <a:r>
              <a:rPr lang="zh-CN" altLang="en-US" sz="2000" b="1" kern="0">
                <a:solidFill>
                  <a:schemeClr val="accent1"/>
                </a:solidFill>
                <a:latin typeface="+mn-ea"/>
                <a:cs typeface="+mn-ea"/>
              </a:rPr>
              <a:t>多面体的分类</a:t>
            </a:r>
            <a:endParaRPr lang="zh-CN" altLang="en-US" sz="2000" b="1" kern="0">
              <a:solidFill>
                <a:schemeClr val="accent1"/>
              </a:solidFill>
              <a:latin typeface="+mn-ea"/>
              <a:cs typeface="+mn-ea"/>
            </a:endParaRPr>
          </a:p>
        </p:txBody>
      </p:sp>
      <p:sp>
        <p:nvSpPr>
          <p:cNvPr id="22" name="矩形 21"/>
          <p:cNvSpPr/>
          <p:nvPr>
            <p:custDataLst>
              <p:tags r:id="rId13"/>
            </p:custDataLst>
          </p:nvPr>
        </p:nvSpPr>
        <p:spPr>
          <a:xfrm>
            <a:off x="6318885" y="2199958"/>
            <a:ext cx="288000" cy="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just"/>
            <a:endParaRPr lang="zh-CN" altLang="en-US"/>
          </a:p>
        </p:txBody>
      </p:sp>
      <p:sp>
        <p:nvSpPr>
          <p:cNvPr id="23" name="矩形 22"/>
          <p:cNvSpPr/>
          <p:nvPr>
            <p:custDataLst>
              <p:tags r:id="rId14"/>
            </p:custDataLst>
          </p:nvPr>
        </p:nvSpPr>
        <p:spPr>
          <a:xfrm>
            <a:off x="7896860" y="1918018"/>
            <a:ext cx="3599046" cy="3585964"/>
          </a:xfrm>
          <a:prstGeom prst="rect">
            <a:avLst/>
          </a:prstGeom>
          <a:solidFill>
            <a:schemeClr val="accent1">
              <a:lumMod val="10000"/>
              <a:lumOff val="90000"/>
            </a:schemeClr>
          </a:solidFill>
          <a:ln w="9525" cap="flat" cmpd="sng" algn="ctr">
            <a:noFill/>
            <a:prstDash val="solid"/>
            <a:miter lim="800000"/>
            <a:headEnd type="none" w="med" len="med"/>
            <a:tailEnd type="none" w="med" len="med"/>
          </a:ln>
          <a:effectLst>
            <a:outerShdw blurRad="101600" sx="102000" sy="102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24" name="图片 23" descr="/data/temp/88c09b0e-942e-11ef-9100-0206093b1b26.jpg@base@tag=imgScale&amp;m=1&amp;w=484&amp;h=995&amp;q=9588c09b0e-942e-11ef-9100-0206093b1b26"/>
          <p:cNvPicPr>
            <a:picLocks noChangeAspect="1"/>
          </p:cNvPicPr>
          <p:nvPr>
            <p:custDataLst>
              <p:tags r:id="rId15"/>
            </p:custDataLst>
          </p:nvPr>
        </p:nvPicPr>
        <p:blipFill>
          <a:blip r:embed="rId16"/>
          <a:srcRect l="25662" r="25662"/>
          <a:stretch>
            <a:fillRect/>
          </a:stretch>
        </p:blipFill>
        <p:spPr>
          <a:xfrm>
            <a:off x="7896860" y="1918018"/>
            <a:ext cx="1745508" cy="3585964"/>
          </a:xfrm>
          <a:prstGeom prst="rect">
            <a:avLst/>
          </a:prstGeom>
          <a:ln w="3175" cap="flat" cmpd="sng" algn="ctr">
            <a:solidFill>
              <a:schemeClr val="tx1">
                <a:lumMod val="40000"/>
                <a:lumOff val="60000"/>
                <a:alpha val="20000"/>
              </a:schemeClr>
            </a:solidFill>
            <a:prstDash val="solid"/>
            <a:round/>
            <a:headEnd type="none" w="med" len="med"/>
            <a:tailEnd type="none" w="med" len="med"/>
          </a:ln>
        </p:spPr>
      </p:pic>
      <p:sp>
        <p:nvSpPr>
          <p:cNvPr id="25" name="矩形 24"/>
          <p:cNvSpPr/>
          <p:nvPr>
            <p:custDataLst>
              <p:tags r:id="rId17"/>
            </p:custDataLst>
          </p:nvPr>
        </p:nvSpPr>
        <p:spPr>
          <a:xfrm>
            <a:off x="9915525" y="3081338"/>
            <a:ext cx="1307101" cy="2234538"/>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400" kern="0" dirty="0">
                <a:solidFill>
                  <a:srgbClr val="262626"/>
                </a:solidFill>
                <a:latin typeface="黑体" panose="02010609060101010101" charset="-122"/>
                <a:ea typeface="黑体" panose="02010609060101010101" charset="-122"/>
                <a:cs typeface="黑体" panose="02010609060101010101" charset="-122"/>
              </a:rPr>
              <a:t>多面体的性质包括顶点数、边数和面数之间的关系，例如欧拉公式V-E+F=2，适用于简单多面体。</a:t>
            </a:r>
            <a:endParaRPr lang="zh-CN" altLang="en-US" sz="1400" kern="0" dirty="0">
              <a:solidFill>
                <a:srgbClr val="262626"/>
              </a:solidFill>
              <a:latin typeface="黑体" panose="02010609060101010101" charset="-122"/>
              <a:ea typeface="黑体" panose="02010609060101010101" charset="-122"/>
              <a:cs typeface="黑体" panose="02010609060101010101" charset="-122"/>
            </a:endParaRPr>
          </a:p>
        </p:txBody>
      </p:sp>
      <p:sp>
        <p:nvSpPr>
          <p:cNvPr id="26" name="矩形 25"/>
          <p:cNvSpPr/>
          <p:nvPr>
            <p:custDataLst>
              <p:tags r:id="rId18"/>
            </p:custDataLst>
          </p:nvPr>
        </p:nvSpPr>
        <p:spPr>
          <a:xfrm>
            <a:off x="9915525" y="2351723"/>
            <a:ext cx="1307101" cy="650063"/>
          </a:xfrm>
          <a:prstGeom prst="rect">
            <a:avLst/>
          </a:prstGeom>
          <a:noFill/>
        </p:spPr>
        <p:txBody>
          <a:bodyPr wrap="square" lIns="0" tIns="0" rIns="0" bIns="0" rtlCol="0" anchor="b">
            <a:noAutofit/>
          </a:bodyPr>
          <a:p>
            <a:pPr algn="just">
              <a:spcBef>
                <a:spcPct val="0"/>
              </a:spcBef>
              <a:spcAft>
                <a:spcPct val="0"/>
              </a:spcAft>
            </a:pPr>
            <a:r>
              <a:rPr lang="zh-CN" altLang="en-US" sz="2000" b="1" kern="0">
                <a:solidFill>
                  <a:schemeClr val="accent1"/>
                </a:solidFill>
                <a:latin typeface="+mn-ea"/>
                <a:cs typeface="+mn-ea"/>
              </a:rPr>
              <a:t>多面体的性质</a:t>
            </a:r>
            <a:endParaRPr lang="zh-CN" altLang="en-US" sz="2000" b="1" kern="0">
              <a:solidFill>
                <a:schemeClr val="accent1"/>
              </a:solidFill>
              <a:latin typeface="+mn-ea"/>
              <a:cs typeface="+mn-ea"/>
            </a:endParaRPr>
          </a:p>
        </p:txBody>
      </p:sp>
      <p:sp>
        <p:nvSpPr>
          <p:cNvPr id="27" name="矩形 26"/>
          <p:cNvSpPr/>
          <p:nvPr>
            <p:custDataLst>
              <p:tags r:id="rId19"/>
            </p:custDataLst>
          </p:nvPr>
        </p:nvSpPr>
        <p:spPr>
          <a:xfrm>
            <a:off x="9919335" y="2199958"/>
            <a:ext cx="288000" cy="7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just"/>
            <a:endParaRPr lang="zh-CN" altLang="en-US"/>
          </a:p>
        </p:txBody>
      </p:sp>
    </p:spTree>
    <p:custDataLst>
      <p:tags r:id="rId20"/>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a:xfrm>
            <a:off x="694800" y="360000"/>
            <a:ext cx="5401200" cy="720000"/>
          </a:xfrm>
        </p:spPr>
        <p:txBody>
          <a:bodyPr lIns="0" tIns="0" rIns="0" bIns="0" anchor="b"/>
          <a:lstStyle/>
          <a:p>
            <a:pPr algn="l"/>
            <a:r>
              <a:rPr lang="zh-CN" altLang="en-US"/>
              <a:t>超平面定义</a:t>
            </a:r>
            <a:endParaRPr lang="zh-CN" altLang="en-US"/>
          </a:p>
        </p:txBody>
      </p:sp>
      <p:sp>
        <p:nvSpPr>
          <p:cNvPr id="5" name="矩形 4"/>
          <p:cNvSpPr/>
          <p:nvPr>
            <p:custDataLst>
              <p:tags r:id="rId2"/>
            </p:custDataLst>
          </p:nvPr>
        </p:nvSpPr>
        <p:spPr>
          <a:xfrm>
            <a:off x="1676018" y="2077460"/>
            <a:ext cx="4300220" cy="1039436"/>
          </a:xfrm>
          <a:prstGeom prst="rect">
            <a:avLst/>
          </a:prstGeom>
          <a:noFill/>
        </p:spPr>
        <p:txBody>
          <a:bodyPr wrap="square" lIns="0" tIns="0" rIns="0" bIns="0" rtlCol="0" anchor="t" anchorCtr="0">
            <a:noAutofit/>
          </a:bodyPr>
          <a:p>
            <a:pPr>
              <a:lnSpc>
                <a:spcPct val="150000"/>
              </a:lnSpc>
              <a:spcBef>
                <a:spcPct val="0"/>
              </a:spcBef>
              <a:spcAft>
                <a:spcPct val="0"/>
              </a:spcAft>
            </a:pPr>
            <a:r>
              <a:rPr lang="zh-CN" altLang="en-US" sz="1600">
                <a:solidFill>
                  <a:schemeClr val="tx1">
                    <a:lumMod val="85000"/>
                    <a:lumOff val="15000"/>
                  </a:schemeClr>
                </a:solidFill>
                <a:latin typeface="+mn-ea"/>
                <a:cs typeface="+mn-ea"/>
              </a:rPr>
              <a:t>超平面是n维空间中的一个n-1维子空间，可以用线性方程来描述其位置。</a:t>
            </a:r>
            <a:endParaRPr lang="zh-CN" altLang="en-US" sz="1600">
              <a:solidFill>
                <a:schemeClr val="tx1">
                  <a:lumMod val="85000"/>
                  <a:lumOff val="15000"/>
                </a:schemeClr>
              </a:solidFill>
              <a:latin typeface="+mn-ea"/>
              <a:cs typeface="+mn-ea"/>
            </a:endParaRPr>
          </a:p>
        </p:txBody>
      </p:sp>
      <p:sp>
        <p:nvSpPr>
          <p:cNvPr id="6" name="矩形 5"/>
          <p:cNvSpPr/>
          <p:nvPr>
            <p:custDataLst>
              <p:tags r:id="rId3"/>
            </p:custDataLst>
          </p:nvPr>
        </p:nvSpPr>
        <p:spPr>
          <a:xfrm>
            <a:off x="1676018" y="1713605"/>
            <a:ext cx="4300220" cy="322555"/>
          </a:xfrm>
          <a:prstGeom prst="rect">
            <a:avLst/>
          </a:prstGeom>
          <a:noFill/>
        </p:spPr>
        <p:txBody>
          <a:bodyPr wrap="square" lIns="0" tIns="0" rIns="0" bIns="0" rtlCol="0" anchor="b">
            <a:noAutofit/>
          </a:bodyPr>
          <a:p>
            <a:pPr>
              <a:spcBef>
                <a:spcPct val="0"/>
              </a:spcBef>
              <a:spcAft>
                <a:spcPct val="0"/>
              </a:spcAft>
            </a:pPr>
            <a:r>
              <a:rPr lang="zh-CN" altLang="en-US" sz="2000" b="1">
                <a:solidFill>
                  <a:schemeClr val="tx1"/>
                </a:solidFill>
                <a:latin typeface="+mn-ea"/>
                <a:cs typeface="+mn-ea"/>
              </a:rPr>
              <a:t>超平面的数学表达</a:t>
            </a:r>
            <a:endParaRPr lang="zh-CN" altLang="en-US" sz="2000" b="1">
              <a:solidFill>
                <a:schemeClr val="tx1"/>
              </a:solidFill>
              <a:latin typeface="+mn-ea"/>
              <a:cs typeface="+mn-ea"/>
            </a:endParaRPr>
          </a:p>
        </p:txBody>
      </p:sp>
      <p:sp>
        <p:nvSpPr>
          <p:cNvPr id="10" name="椭圆 9"/>
          <p:cNvSpPr/>
          <p:nvPr>
            <p:custDataLst>
              <p:tags r:id="rId4"/>
            </p:custDataLst>
          </p:nvPr>
        </p:nvSpPr>
        <p:spPr>
          <a:xfrm>
            <a:off x="720343" y="1765040"/>
            <a:ext cx="667385" cy="667385"/>
          </a:xfrm>
          <a:prstGeom prst="ellipse">
            <a:avLst/>
          </a:prstGeom>
          <a:solidFill>
            <a:schemeClr val="accent1"/>
          </a:solidFill>
          <a:ln w="25400">
            <a:noFill/>
          </a:ln>
          <a:effectLst>
            <a:outerShdw blurRad="254000" dist="76200" dir="5399998" algn="ctr" rotWithShape="0">
              <a:schemeClr val="accent1">
                <a:alpha val="25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lIns="0" tIns="0" rIns="0" bIns="0" numCol="1" spcCol="0" rtlCol="0" fromWordArt="0" anchor="ctr" anchorCtr="0" forceAA="0" compatLnSpc="1">
            <a:noAutofit/>
          </a:bodyPr>
          <a:p>
            <a:pPr lvl="0" indent="0" algn="ctr" fontAlgn="auto">
              <a:spcBef>
                <a:spcPct val="0"/>
              </a:spcBef>
              <a:spcAft>
                <a:spcPct val="0"/>
              </a:spcAft>
              <a:buClrTx/>
              <a:buSzTx/>
              <a:buFontTx/>
            </a:pPr>
            <a:r>
              <a:rPr lang="en-US" altLang="zh-CN" sz="2400" b="1">
                <a:solidFill>
                  <a:srgbClr val="FFFFFF"/>
                </a:solidFill>
                <a:latin typeface="+mn-ea"/>
                <a:cs typeface="+mn-ea"/>
                <a:sym typeface="+mn-ea"/>
              </a:rPr>
              <a:t>01</a:t>
            </a:r>
            <a:endParaRPr lang="en-US" altLang="zh-CN" sz="2400" b="1" dirty="0">
              <a:solidFill>
                <a:srgbClr val="FFFFFF"/>
              </a:solidFill>
              <a:latin typeface="+mn-ea"/>
              <a:cs typeface="+mn-ea"/>
              <a:sym typeface="+mn-ea"/>
            </a:endParaRPr>
          </a:p>
        </p:txBody>
      </p:sp>
      <p:sp>
        <p:nvSpPr>
          <p:cNvPr id="11" name="矩形 10"/>
          <p:cNvSpPr/>
          <p:nvPr>
            <p:custDataLst>
              <p:tags r:id="rId5"/>
            </p:custDataLst>
          </p:nvPr>
        </p:nvSpPr>
        <p:spPr>
          <a:xfrm>
            <a:off x="1676653" y="3689725"/>
            <a:ext cx="4300220" cy="1039436"/>
          </a:xfrm>
          <a:prstGeom prst="rect">
            <a:avLst/>
          </a:prstGeom>
          <a:noFill/>
        </p:spPr>
        <p:txBody>
          <a:bodyPr wrap="square" lIns="0" tIns="0" rIns="0" bIns="0" rtlCol="0" anchor="t" anchorCtr="0">
            <a:noAutofit/>
          </a:bodyPr>
          <a:p>
            <a:pPr>
              <a:lnSpc>
                <a:spcPct val="150000"/>
              </a:lnSpc>
              <a:spcBef>
                <a:spcPct val="0"/>
              </a:spcBef>
              <a:spcAft>
                <a:spcPct val="0"/>
              </a:spcAft>
            </a:pPr>
            <a:r>
              <a:rPr lang="zh-CN" altLang="en-US" sz="1600">
                <a:solidFill>
                  <a:schemeClr val="tx1">
                    <a:lumMod val="85000"/>
                    <a:lumOff val="15000"/>
                  </a:schemeClr>
                </a:solidFill>
                <a:latin typeface="+mn-ea"/>
                <a:cs typeface="+mn-ea"/>
              </a:rPr>
              <a:t>在运筹学中，超平面用于定义线性规划问题中的约束条件，是决策变量的取值范围的边界。</a:t>
            </a:r>
            <a:endParaRPr lang="zh-CN" altLang="en-US" sz="1600">
              <a:solidFill>
                <a:schemeClr val="tx1">
                  <a:lumMod val="85000"/>
                  <a:lumOff val="15000"/>
                </a:schemeClr>
              </a:solidFill>
              <a:latin typeface="+mn-ea"/>
              <a:cs typeface="+mn-ea"/>
            </a:endParaRPr>
          </a:p>
        </p:txBody>
      </p:sp>
      <p:sp>
        <p:nvSpPr>
          <p:cNvPr id="13" name="矩形 12"/>
          <p:cNvSpPr/>
          <p:nvPr>
            <p:custDataLst>
              <p:tags r:id="rId6"/>
            </p:custDataLst>
          </p:nvPr>
        </p:nvSpPr>
        <p:spPr>
          <a:xfrm>
            <a:off x="1676653" y="3325870"/>
            <a:ext cx="4300220" cy="322555"/>
          </a:xfrm>
          <a:prstGeom prst="rect">
            <a:avLst/>
          </a:prstGeom>
          <a:noFill/>
        </p:spPr>
        <p:txBody>
          <a:bodyPr wrap="square" lIns="0" tIns="0" rIns="0" bIns="0" rtlCol="0" anchor="b">
            <a:noAutofit/>
          </a:bodyPr>
          <a:p>
            <a:pPr>
              <a:spcBef>
                <a:spcPct val="0"/>
              </a:spcBef>
              <a:spcAft>
                <a:spcPct val="0"/>
              </a:spcAft>
            </a:pPr>
            <a:r>
              <a:rPr lang="zh-CN" altLang="en-US" sz="2000" b="1">
                <a:solidFill>
                  <a:schemeClr val="tx1"/>
                </a:solidFill>
                <a:latin typeface="+mn-ea"/>
                <a:cs typeface="+mn-ea"/>
              </a:rPr>
              <a:t>超平面与线性规划</a:t>
            </a:r>
            <a:endParaRPr lang="zh-CN" altLang="en-US" sz="2000" b="1">
              <a:solidFill>
                <a:schemeClr val="tx1"/>
              </a:solidFill>
              <a:latin typeface="+mn-ea"/>
              <a:cs typeface="+mn-ea"/>
            </a:endParaRPr>
          </a:p>
        </p:txBody>
      </p:sp>
      <p:sp>
        <p:nvSpPr>
          <p:cNvPr id="18" name="椭圆 17"/>
          <p:cNvSpPr/>
          <p:nvPr>
            <p:custDataLst>
              <p:tags r:id="rId7"/>
            </p:custDataLst>
          </p:nvPr>
        </p:nvSpPr>
        <p:spPr>
          <a:xfrm>
            <a:off x="720343" y="3392545"/>
            <a:ext cx="667385" cy="667385"/>
          </a:xfrm>
          <a:prstGeom prst="ellipse">
            <a:avLst/>
          </a:prstGeom>
          <a:solidFill>
            <a:schemeClr val="accent1"/>
          </a:solidFill>
          <a:ln w="25400">
            <a:noFill/>
          </a:ln>
          <a:effectLst>
            <a:outerShdw blurRad="254000" dist="76200" dir="5399998" algn="ctr" rotWithShape="0">
              <a:schemeClr val="accent1">
                <a:alpha val="25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lIns="0" tIns="0" rIns="0" bIns="0" numCol="1" spcCol="0" rtlCol="0" fromWordArt="0" anchor="ctr" anchorCtr="0" forceAA="0" compatLnSpc="1">
            <a:noAutofit/>
          </a:bodyPr>
          <a:p>
            <a:pPr lvl="0" indent="0" algn="ctr" fontAlgn="auto">
              <a:spcBef>
                <a:spcPct val="0"/>
              </a:spcBef>
              <a:spcAft>
                <a:spcPct val="0"/>
              </a:spcAft>
              <a:buClrTx/>
              <a:buSzTx/>
              <a:buFontTx/>
            </a:pPr>
            <a:r>
              <a:rPr lang="en-US" altLang="zh-CN" sz="2400" b="1">
                <a:solidFill>
                  <a:srgbClr val="FFFFFF"/>
                </a:solidFill>
                <a:latin typeface="+mn-ea"/>
                <a:cs typeface="+mn-ea"/>
                <a:sym typeface="+mn-ea"/>
              </a:rPr>
              <a:t>02</a:t>
            </a:r>
            <a:endParaRPr lang="en-US" altLang="zh-CN" sz="2400" b="1" dirty="0">
              <a:solidFill>
                <a:srgbClr val="FFFFFF"/>
              </a:solidFill>
              <a:latin typeface="+mn-ea"/>
              <a:cs typeface="+mn-ea"/>
              <a:sym typeface="+mn-ea"/>
            </a:endParaRPr>
          </a:p>
        </p:txBody>
      </p:sp>
      <p:sp>
        <p:nvSpPr>
          <p:cNvPr id="19" name="矩形 18"/>
          <p:cNvSpPr/>
          <p:nvPr>
            <p:custDataLst>
              <p:tags r:id="rId8"/>
            </p:custDataLst>
          </p:nvPr>
        </p:nvSpPr>
        <p:spPr>
          <a:xfrm>
            <a:off x="1677288" y="5301990"/>
            <a:ext cx="4300220" cy="1039436"/>
          </a:xfrm>
          <a:prstGeom prst="rect">
            <a:avLst/>
          </a:prstGeom>
          <a:noFill/>
        </p:spPr>
        <p:txBody>
          <a:bodyPr wrap="square" lIns="0" tIns="0" rIns="0" bIns="0" rtlCol="0" anchor="t" anchorCtr="0">
            <a:noAutofit/>
          </a:bodyPr>
          <a:p>
            <a:pPr>
              <a:lnSpc>
                <a:spcPct val="150000"/>
              </a:lnSpc>
              <a:spcBef>
                <a:spcPct val="0"/>
              </a:spcBef>
              <a:spcAft>
                <a:spcPct val="0"/>
              </a:spcAft>
            </a:pPr>
            <a:r>
              <a:rPr lang="zh-CN" altLang="en-US" sz="1600">
                <a:solidFill>
                  <a:schemeClr val="tx1">
                    <a:lumMod val="85000"/>
                    <a:lumOff val="15000"/>
                  </a:schemeClr>
                </a:solidFill>
                <a:latin typeface="+mn-ea"/>
                <a:cs typeface="+mn-ea"/>
              </a:rPr>
              <a:t>超平面将空间分割成两个半空间，它在几何上代表了能够将多维空间分割成两部分的“平面”。</a:t>
            </a:r>
            <a:endParaRPr lang="zh-CN" altLang="en-US" sz="1600">
              <a:solidFill>
                <a:schemeClr val="tx1">
                  <a:lumMod val="85000"/>
                  <a:lumOff val="15000"/>
                </a:schemeClr>
              </a:solidFill>
              <a:latin typeface="+mn-ea"/>
              <a:cs typeface="+mn-ea"/>
            </a:endParaRPr>
          </a:p>
        </p:txBody>
      </p:sp>
      <p:sp>
        <p:nvSpPr>
          <p:cNvPr id="20" name="矩形 19"/>
          <p:cNvSpPr/>
          <p:nvPr>
            <p:custDataLst>
              <p:tags r:id="rId9"/>
            </p:custDataLst>
          </p:nvPr>
        </p:nvSpPr>
        <p:spPr>
          <a:xfrm>
            <a:off x="1677288" y="4938135"/>
            <a:ext cx="4300220" cy="322555"/>
          </a:xfrm>
          <a:prstGeom prst="rect">
            <a:avLst/>
          </a:prstGeom>
          <a:noFill/>
        </p:spPr>
        <p:txBody>
          <a:bodyPr wrap="square" lIns="0" tIns="0" rIns="0" bIns="0" rtlCol="0" anchor="b">
            <a:noAutofit/>
          </a:bodyPr>
          <a:p>
            <a:pPr>
              <a:spcBef>
                <a:spcPct val="0"/>
              </a:spcBef>
              <a:spcAft>
                <a:spcPct val="0"/>
              </a:spcAft>
            </a:pPr>
            <a:r>
              <a:rPr lang="zh-CN" altLang="en-US" sz="2000" b="1">
                <a:solidFill>
                  <a:schemeClr val="tx1"/>
                </a:solidFill>
                <a:latin typeface="+mn-ea"/>
                <a:cs typeface="+mn-ea"/>
              </a:rPr>
              <a:t>超平面的几何意义</a:t>
            </a:r>
            <a:endParaRPr lang="zh-CN" altLang="en-US" sz="2000" b="1">
              <a:solidFill>
                <a:schemeClr val="tx1"/>
              </a:solidFill>
              <a:latin typeface="+mn-ea"/>
              <a:cs typeface="+mn-ea"/>
            </a:endParaRPr>
          </a:p>
        </p:txBody>
      </p:sp>
      <p:sp>
        <p:nvSpPr>
          <p:cNvPr id="21" name="椭圆 20"/>
          <p:cNvSpPr/>
          <p:nvPr>
            <p:custDataLst>
              <p:tags r:id="rId10"/>
            </p:custDataLst>
          </p:nvPr>
        </p:nvSpPr>
        <p:spPr>
          <a:xfrm>
            <a:off x="720343" y="5002905"/>
            <a:ext cx="667385" cy="667385"/>
          </a:xfrm>
          <a:prstGeom prst="ellipse">
            <a:avLst/>
          </a:prstGeom>
          <a:solidFill>
            <a:schemeClr val="accent1"/>
          </a:solidFill>
          <a:ln w="25400">
            <a:noFill/>
          </a:ln>
          <a:effectLst>
            <a:outerShdw blurRad="254000" dist="76200" dir="5399998" algn="ctr" rotWithShape="0">
              <a:schemeClr val="accent1">
                <a:alpha val="25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none" lIns="0" tIns="0" rIns="0" bIns="0" numCol="1" spcCol="0" rtlCol="0" fromWordArt="0" anchor="ctr" anchorCtr="0" forceAA="0" compatLnSpc="1">
            <a:noAutofit/>
          </a:bodyPr>
          <a:p>
            <a:pPr lvl="0" indent="0" algn="ctr" fontAlgn="auto">
              <a:spcBef>
                <a:spcPct val="0"/>
              </a:spcBef>
              <a:spcAft>
                <a:spcPct val="0"/>
              </a:spcAft>
              <a:buClrTx/>
              <a:buSzTx/>
              <a:buFontTx/>
            </a:pPr>
            <a:r>
              <a:rPr lang="en-US" altLang="zh-CN" sz="2400" b="1">
                <a:solidFill>
                  <a:srgbClr val="FFFFFF"/>
                </a:solidFill>
                <a:latin typeface="+mn-ea"/>
                <a:cs typeface="+mn-ea"/>
                <a:sym typeface="+mn-ea"/>
              </a:rPr>
              <a:t>03</a:t>
            </a:r>
            <a:endParaRPr lang="en-US" altLang="zh-CN" sz="2400" b="1" dirty="0">
              <a:solidFill>
                <a:srgbClr val="FFFFFF"/>
              </a:solidFill>
              <a:latin typeface="+mn-ea"/>
              <a:cs typeface="+mn-ea"/>
              <a:sym typeface="+mn-ea"/>
            </a:endParaRPr>
          </a:p>
        </p:txBody>
      </p:sp>
    </p:spTree>
    <p:custDataLst>
      <p:tags r:id="rId11"/>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p:txBody>
          <a:bodyPr/>
          <a:lstStyle/>
          <a:p>
            <a:r>
              <a:rPr lang="zh-CN" altLang="en-US"/>
              <a:t>半空间概念</a:t>
            </a:r>
            <a:endParaRPr lang="zh-CN" altLang="en-US"/>
          </a:p>
        </p:txBody>
      </p:sp>
      <p:sp>
        <p:nvSpPr>
          <p:cNvPr id="2" name="矩形 1"/>
          <p:cNvSpPr/>
          <p:nvPr>
            <p:custDataLst>
              <p:tags r:id="rId2"/>
            </p:custDataLst>
          </p:nvPr>
        </p:nvSpPr>
        <p:spPr>
          <a:xfrm>
            <a:off x="2146395" y="1944963"/>
            <a:ext cx="8999550" cy="1789340"/>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a:solidFill>
                  <a:schemeClr val="tx1">
                    <a:lumMod val="85000"/>
                    <a:lumOff val="15000"/>
                  </a:schemeClr>
                </a:solidFill>
                <a:latin typeface="+mn-ea"/>
                <a:cs typeface="+mn-ea"/>
                <a:sym typeface="+mn-ea"/>
              </a:rPr>
              <a:t>半空间是由一个超平面将空间分成两部分，每部分称为一个半空间，具有无限延伸的特性。</a:t>
            </a:r>
            <a:endParaRPr lang="zh-CN" altLang="en-US">
              <a:solidFill>
                <a:schemeClr val="tx1">
                  <a:lumMod val="85000"/>
                  <a:lumOff val="15000"/>
                </a:schemeClr>
              </a:solidFill>
              <a:latin typeface="+mn-ea"/>
              <a:cs typeface="+mn-ea"/>
              <a:sym typeface="+mn-ea"/>
            </a:endParaRPr>
          </a:p>
        </p:txBody>
      </p:sp>
      <p:sp>
        <p:nvSpPr>
          <p:cNvPr id="3" name="矩形 2"/>
          <p:cNvSpPr/>
          <p:nvPr>
            <p:custDataLst>
              <p:tags r:id="rId3"/>
            </p:custDataLst>
          </p:nvPr>
        </p:nvSpPr>
        <p:spPr>
          <a:xfrm>
            <a:off x="2146395" y="1475721"/>
            <a:ext cx="8999549" cy="461719"/>
          </a:xfrm>
          <a:prstGeom prst="rect">
            <a:avLst/>
          </a:prstGeom>
          <a:noFill/>
        </p:spPr>
        <p:txBody>
          <a:bodyPr wrap="square" lIns="0" tIns="0" rIns="0" bIns="0" rtlCol="0" anchor="ctr" anchorCtr="0">
            <a:noAutofit/>
          </a:bodyPr>
          <a:p>
            <a:pPr algn="just">
              <a:spcBef>
                <a:spcPct val="0"/>
              </a:spcBef>
              <a:spcAft>
                <a:spcPct val="0"/>
              </a:spcAft>
            </a:pPr>
            <a:r>
              <a:rPr lang="zh-CN" altLang="en-US" sz="2200" b="1">
                <a:solidFill>
                  <a:schemeClr val="accent1"/>
                </a:solidFill>
                <a:latin typeface="+mn-ea"/>
                <a:cs typeface="+mn-ea"/>
                <a:sym typeface="+mn-ea"/>
              </a:rPr>
              <a:t>定义与性质</a:t>
            </a:r>
            <a:endParaRPr lang="zh-CN" altLang="en-US" sz="2200" b="1">
              <a:solidFill>
                <a:schemeClr val="accent1"/>
              </a:solidFill>
              <a:latin typeface="+mn-ea"/>
              <a:cs typeface="+mn-ea"/>
              <a:sym typeface="+mn-ea"/>
            </a:endParaRPr>
          </a:p>
        </p:txBody>
      </p:sp>
      <p:sp>
        <p:nvSpPr>
          <p:cNvPr id="14" name="矩形 13"/>
          <p:cNvSpPr/>
          <p:nvPr>
            <p:custDataLst>
              <p:tags r:id="rId4"/>
            </p:custDataLst>
          </p:nvPr>
        </p:nvSpPr>
        <p:spPr>
          <a:xfrm>
            <a:off x="1246646" y="1542393"/>
            <a:ext cx="579571" cy="579571"/>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p>
            <a:pPr algn="ctr">
              <a:spcBef>
                <a:spcPct val="0"/>
              </a:spcBef>
              <a:spcAft>
                <a:spcPct val="0"/>
              </a:spcAft>
            </a:pPr>
            <a:r>
              <a:rPr lang="en-US" altLang="zh-CN" sz="2400">
                <a:solidFill>
                  <a:schemeClr val="lt1">
                    <a:lumMod val="100000"/>
                  </a:schemeClr>
                </a:solidFill>
                <a:latin typeface="+mn-ea"/>
                <a:cs typeface="+mn-ea"/>
                <a:sym typeface="+mn-ea"/>
              </a:rPr>
              <a:t>01</a:t>
            </a:r>
            <a:endParaRPr lang="zh-CN" altLang="en-US" sz="2400">
              <a:solidFill>
                <a:schemeClr val="lt1">
                  <a:lumMod val="100000"/>
                </a:schemeClr>
              </a:solidFill>
              <a:latin typeface="+mn-ea"/>
              <a:cs typeface="+mn-ea"/>
              <a:sym typeface="+mn-ea"/>
            </a:endParaRPr>
          </a:p>
        </p:txBody>
      </p:sp>
      <p:sp>
        <p:nvSpPr>
          <p:cNvPr id="15" name="矩形 14"/>
          <p:cNvSpPr/>
          <p:nvPr>
            <p:custDataLst>
              <p:tags r:id="rId5"/>
            </p:custDataLst>
          </p:nvPr>
        </p:nvSpPr>
        <p:spPr>
          <a:xfrm>
            <a:off x="2145761" y="4412449"/>
            <a:ext cx="8999549" cy="1789340"/>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a:solidFill>
                  <a:schemeClr val="tx1">
                    <a:lumMod val="85000"/>
                    <a:lumOff val="15000"/>
                  </a:schemeClr>
                </a:solidFill>
                <a:latin typeface="+mn-ea"/>
                <a:cs typeface="+mn-ea"/>
                <a:sym typeface="+mn-ea"/>
              </a:rPr>
              <a:t>在运筹学中，半空间用于定义约束条件，如线性规划问题中的不等式约束，限制解的可行区域。</a:t>
            </a:r>
            <a:endParaRPr lang="zh-CN" altLang="en-US">
              <a:solidFill>
                <a:schemeClr val="tx1">
                  <a:lumMod val="85000"/>
                  <a:lumOff val="15000"/>
                </a:schemeClr>
              </a:solidFill>
              <a:latin typeface="+mn-ea"/>
              <a:cs typeface="+mn-ea"/>
              <a:sym typeface="+mn-ea"/>
            </a:endParaRPr>
          </a:p>
        </p:txBody>
      </p:sp>
      <p:sp>
        <p:nvSpPr>
          <p:cNvPr id="16" name="矩形 15"/>
          <p:cNvSpPr/>
          <p:nvPr>
            <p:custDataLst>
              <p:tags r:id="rId6"/>
            </p:custDataLst>
          </p:nvPr>
        </p:nvSpPr>
        <p:spPr>
          <a:xfrm>
            <a:off x="2145761" y="3943208"/>
            <a:ext cx="8999549" cy="461719"/>
          </a:xfrm>
          <a:prstGeom prst="rect">
            <a:avLst/>
          </a:prstGeom>
          <a:noFill/>
        </p:spPr>
        <p:txBody>
          <a:bodyPr wrap="square" lIns="0" tIns="0" rIns="0" bIns="0" rtlCol="0" anchor="ctr" anchorCtr="0">
            <a:noAutofit/>
          </a:bodyPr>
          <a:p>
            <a:pPr algn="just">
              <a:spcBef>
                <a:spcPct val="0"/>
              </a:spcBef>
              <a:spcAft>
                <a:spcPct val="0"/>
              </a:spcAft>
            </a:pPr>
            <a:r>
              <a:rPr lang="zh-CN" altLang="en-US" sz="2200" b="1">
                <a:solidFill>
                  <a:schemeClr val="accent1"/>
                </a:solidFill>
                <a:latin typeface="+mn-ea"/>
                <a:cs typeface="+mn-ea"/>
                <a:sym typeface="+mn-ea"/>
              </a:rPr>
              <a:t>半空间在优化中的应用</a:t>
            </a:r>
            <a:endParaRPr lang="zh-CN" altLang="en-US" sz="2200" b="1">
              <a:solidFill>
                <a:schemeClr val="accent1"/>
              </a:solidFill>
              <a:latin typeface="+mn-ea"/>
              <a:cs typeface="+mn-ea"/>
              <a:sym typeface="+mn-ea"/>
            </a:endParaRPr>
          </a:p>
        </p:txBody>
      </p:sp>
      <p:sp>
        <p:nvSpPr>
          <p:cNvPr id="17" name="矩形 16"/>
          <p:cNvSpPr/>
          <p:nvPr>
            <p:custDataLst>
              <p:tags r:id="rId7"/>
            </p:custDataLst>
          </p:nvPr>
        </p:nvSpPr>
        <p:spPr>
          <a:xfrm>
            <a:off x="1246011" y="4009879"/>
            <a:ext cx="579571" cy="579571"/>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p>
            <a:pPr algn="ctr">
              <a:spcBef>
                <a:spcPct val="0"/>
              </a:spcBef>
              <a:spcAft>
                <a:spcPct val="0"/>
              </a:spcAft>
            </a:pPr>
            <a:r>
              <a:rPr lang="en-US" altLang="zh-CN" sz="2400">
                <a:solidFill>
                  <a:schemeClr val="lt1">
                    <a:lumMod val="100000"/>
                  </a:schemeClr>
                </a:solidFill>
                <a:latin typeface="+mn-ea"/>
                <a:cs typeface="+mn-ea"/>
                <a:sym typeface="+mn-ea"/>
              </a:rPr>
              <a:t>02</a:t>
            </a:r>
            <a:endParaRPr lang="zh-CN" altLang="en-US" sz="2400">
              <a:solidFill>
                <a:schemeClr val="lt1">
                  <a:lumMod val="100000"/>
                </a:schemeClr>
              </a:solidFill>
              <a:latin typeface="+mn-ea"/>
              <a:cs typeface="+mn-ea"/>
              <a:sym typeface="+mn-ea"/>
            </a:endParaRPr>
          </a:p>
        </p:txBody>
      </p:sp>
    </p:spTree>
    <p:custDataLst>
      <p:tags r:id="rId8"/>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文本占位符 1"/>
          <p:cNvSpPr>
            <a:spLocks noGrp="1"/>
          </p:cNvSpPr>
          <p:nvPr>
            <p:ph type="body" idx="2"/>
            <p:custDataLst>
              <p:tags r:id="rId1"/>
            </p:custDataLst>
          </p:nvPr>
        </p:nvSpPr>
        <p:spPr/>
        <p:txBody>
          <a:bodyPr/>
          <a:lstStyle/>
          <a:p>
            <a:r>
              <a:rPr lang="zh-CN" altLang="en-US"/>
              <a:t>PART 04  </a:t>
            </a:r>
            <a:endParaRPr lang="zh-CN" altLang="en-US"/>
          </a:p>
        </p:txBody>
      </p:sp>
      <p:sp>
        <p:nvSpPr>
          <p:cNvPr id="3" name="标题 2"/>
          <p:cNvSpPr>
            <a:spLocks noGrp="1"/>
          </p:cNvSpPr>
          <p:nvPr>
            <p:ph type="title" idx="1"/>
            <p:custDataLst>
              <p:tags r:id="rId2"/>
            </p:custDataLst>
          </p:nvPr>
        </p:nvSpPr>
        <p:spPr/>
        <p:txBody>
          <a:bodyPr/>
          <a:lstStyle/>
          <a:p>
            <a:r>
              <a:rPr lang="zh-CN" altLang="en-US"/>
              <a:t>凸组合与凸包</a:t>
            </a:r>
            <a:endParaRPr lang="zh-CN" altLang="en-US"/>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696000" y="394405"/>
            <a:ext cx="10800000" cy="792000"/>
          </a:xfrm>
        </p:spPr>
        <p:txBody>
          <a:bodyPr/>
          <a:lstStyle/>
          <a:p>
            <a:r>
              <a:rPr lang="zh-CN" altLang="en-US"/>
              <a:t>凸组合定义</a:t>
            </a:r>
            <a:endParaRPr lang="zh-CN" altLang="en-US"/>
          </a:p>
        </p:txBody>
      </p:sp>
      <p:sp>
        <p:nvSpPr>
          <p:cNvPr id="2" name="圆角矩形 13"/>
          <p:cNvSpPr/>
          <p:nvPr>
            <p:custDataLst>
              <p:tags r:id="rId2"/>
            </p:custDataLst>
          </p:nvPr>
        </p:nvSpPr>
        <p:spPr>
          <a:xfrm>
            <a:off x="6228372" y="1656899"/>
            <a:ext cx="1833359" cy="375762"/>
          </a:xfrm>
          <a:prstGeom prst="roundRect">
            <a:avLst>
              <a:gd name="adj" fmla="val 11999"/>
            </a:avLst>
          </a:prstGeom>
          <a:solidFill>
            <a:schemeClr val="accent1"/>
          </a:solidFill>
          <a:ln>
            <a:noFill/>
          </a:ln>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lIns="0" tIns="0" rIns="0" bIns="0" numCol="1" spcCol="0" rtlCol="0" fromWordArt="0" anchor="ctr" anchorCtr="0" forceAA="0" compatLnSpc="1">
            <a:noAutofit/>
          </a:bodyPr>
          <a:p>
            <a:pPr algn="ctr">
              <a:spcBef>
                <a:spcPct val="0"/>
              </a:spcBef>
              <a:spcAft>
                <a:spcPct val="0"/>
              </a:spcAft>
            </a:pPr>
            <a:r>
              <a:rPr lang="zh-CN" altLang="en-US" b="1">
                <a:solidFill>
                  <a:schemeClr val="lt1">
                    <a:lumMod val="100000"/>
                  </a:schemeClr>
                </a:solidFill>
                <a:latin typeface="+mn-ea"/>
                <a:cs typeface="+mn-ea"/>
                <a:sym typeface="+mn-ea"/>
              </a:rPr>
              <a:t>线性组合与凸性</a:t>
            </a:r>
            <a:endParaRPr lang="zh-CN" altLang="en-US" b="1">
              <a:solidFill>
                <a:schemeClr val="lt1">
                  <a:lumMod val="100000"/>
                </a:schemeClr>
              </a:solidFill>
              <a:latin typeface="+mn-ea"/>
              <a:cs typeface="+mn-ea"/>
              <a:sym typeface="+mn-ea"/>
            </a:endParaRPr>
          </a:p>
        </p:txBody>
      </p:sp>
      <p:sp>
        <p:nvSpPr>
          <p:cNvPr id="4" name="矩形 3"/>
          <p:cNvSpPr/>
          <p:nvPr>
            <p:custDataLst>
              <p:tags r:id="rId3"/>
            </p:custDataLst>
          </p:nvPr>
        </p:nvSpPr>
        <p:spPr>
          <a:xfrm>
            <a:off x="6227734" y="2032306"/>
            <a:ext cx="5246268" cy="1087458"/>
          </a:xfrm>
          <a:prstGeom prst="rect">
            <a:avLst/>
          </a:prstGeom>
          <a:noFill/>
        </p:spPr>
        <p:txBody>
          <a:bodyPr wrap="square" lIns="0" tIns="0" rIns="0" bIns="0" rtlCol="0" anchor="t" anchorCtr="0">
            <a:noAutofit/>
          </a:bodyPr>
          <a:p>
            <a:pPr algn="just">
              <a:lnSpc>
                <a:spcPct val="140000"/>
              </a:lnSpc>
              <a:spcBef>
                <a:spcPct val="0"/>
              </a:spcBef>
              <a:spcAft>
                <a:spcPct val="0"/>
              </a:spcAft>
            </a:pPr>
            <a:r>
              <a:rPr lang="zh-CN" altLang="en-US" sz="2000">
                <a:solidFill>
                  <a:schemeClr val="tx1">
                    <a:lumMod val="85000"/>
                    <a:lumOff val="15000"/>
                  </a:schemeClr>
                </a:solidFill>
                <a:latin typeface="黑体" panose="02010609060101010101" charset="-122"/>
                <a:ea typeface="黑体" panose="02010609060101010101" charset="-122"/>
                <a:cs typeface="+mn-ea"/>
                <a:sym typeface="+mn-ea"/>
              </a:rPr>
              <a:t>凸组合是线性组合的一种特殊形式，其中所有组合系数非负且和为一。</a:t>
            </a:r>
            <a:endParaRPr lang="zh-CN" altLang="en-US" sz="2000">
              <a:solidFill>
                <a:schemeClr val="tx1">
                  <a:lumMod val="85000"/>
                  <a:lumOff val="15000"/>
                </a:schemeClr>
              </a:solidFill>
              <a:latin typeface="黑体" panose="02010609060101010101" charset="-122"/>
              <a:ea typeface="黑体" panose="02010609060101010101" charset="-122"/>
              <a:cs typeface="+mn-ea"/>
              <a:sym typeface="+mn-ea"/>
            </a:endParaRPr>
          </a:p>
        </p:txBody>
      </p:sp>
      <p:sp>
        <p:nvSpPr>
          <p:cNvPr id="9" name="圆角矩形 24"/>
          <p:cNvSpPr/>
          <p:nvPr>
            <p:custDataLst>
              <p:tags r:id="rId4"/>
            </p:custDataLst>
          </p:nvPr>
        </p:nvSpPr>
        <p:spPr>
          <a:xfrm>
            <a:off x="6228372" y="3242659"/>
            <a:ext cx="1833359" cy="375762"/>
          </a:xfrm>
          <a:prstGeom prst="roundRect">
            <a:avLst>
              <a:gd name="adj" fmla="val 11999"/>
            </a:avLst>
          </a:prstGeom>
          <a:solidFill>
            <a:schemeClr val="accent1"/>
          </a:solidFill>
          <a:ln>
            <a:noFill/>
          </a:ln>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lIns="0" tIns="0" rIns="0" bIns="0" numCol="1" spcCol="0" rtlCol="0" fromWordArt="0" anchor="ctr" anchorCtr="0" forceAA="0" compatLnSpc="1">
            <a:noAutofit/>
          </a:bodyPr>
          <a:p>
            <a:pPr algn="ctr">
              <a:spcBef>
                <a:spcPct val="0"/>
              </a:spcBef>
              <a:spcAft>
                <a:spcPct val="0"/>
              </a:spcAft>
            </a:pPr>
            <a:r>
              <a:rPr lang="zh-CN" altLang="en-US" b="1">
                <a:solidFill>
                  <a:schemeClr val="lt1">
                    <a:lumMod val="100000"/>
                  </a:schemeClr>
                </a:solidFill>
                <a:latin typeface="+mn-ea"/>
                <a:cs typeface="+mn-ea"/>
                <a:sym typeface="+mn-ea"/>
              </a:rPr>
              <a:t>几何意义</a:t>
            </a:r>
            <a:endParaRPr lang="zh-CN" altLang="en-US" b="1">
              <a:solidFill>
                <a:schemeClr val="lt1">
                  <a:lumMod val="100000"/>
                </a:schemeClr>
              </a:solidFill>
              <a:latin typeface="+mn-ea"/>
              <a:cs typeface="+mn-ea"/>
              <a:sym typeface="+mn-ea"/>
            </a:endParaRPr>
          </a:p>
        </p:txBody>
      </p:sp>
      <p:sp>
        <p:nvSpPr>
          <p:cNvPr id="10" name="矩形 9"/>
          <p:cNvSpPr/>
          <p:nvPr>
            <p:custDataLst>
              <p:tags r:id="rId5"/>
            </p:custDataLst>
          </p:nvPr>
        </p:nvSpPr>
        <p:spPr>
          <a:xfrm>
            <a:off x="6228372" y="3609142"/>
            <a:ext cx="5246268" cy="1087458"/>
          </a:xfrm>
          <a:prstGeom prst="rect">
            <a:avLst/>
          </a:prstGeom>
          <a:noFill/>
        </p:spPr>
        <p:txBody>
          <a:bodyPr wrap="square" lIns="0" tIns="0" rIns="0" bIns="0" rtlCol="0" anchor="t" anchorCtr="0">
            <a:noAutofit/>
          </a:bodyPr>
          <a:p>
            <a:pPr algn="just">
              <a:lnSpc>
                <a:spcPct val="140000"/>
              </a:lnSpc>
              <a:spcBef>
                <a:spcPct val="0"/>
              </a:spcBef>
              <a:spcAft>
                <a:spcPct val="0"/>
              </a:spcAft>
            </a:pPr>
            <a:r>
              <a:rPr lang="zh-CN" altLang="en-US">
                <a:solidFill>
                  <a:schemeClr val="tx1">
                    <a:lumMod val="85000"/>
                    <a:lumOff val="15000"/>
                  </a:schemeClr>
                </a:solidFill>
                <a:latin typeface="黑体" panose="02010609060101010101" charset="-122"/>
                <a:ea typeface="黑体" panose="02010609060101010101" charset="-122"/>
                <a:cs typeface="+mn-ea"/>
                <a:sym typeface="+mn-ea"/>
              </a:rPr>
              <a:t>在几何上，凸组合可以理解为在多维空间中，一组点通过凸组合形成的点集始终位于这些点构成的凸多边形内部或边界上。</a:t>
            </a:r>
            <a:endParaRPr lang="zh-CN" altLang="en-US">
              <a:solidFill>
                <a:schemeClr val="tx1">
                  <a:lumMod val="85000"/>
                  <a:lumOff val="15000"/>
                </a:schemeClr>
              </a:solidFill>
              <a:latin typeface="黑体" panose="02010609060101010101" charset="-122"/>
              <a:ea typeface="黑体" panose="02010609060101010101" charset="-122"/>
              <a:cs typeface="+mn-ea"/>
              <a:sym typeface="+mn-ea"/>
            </a:endParaRPr>
          </a:p>
        </p:txBody>
      </p:sp>
      <p:sp>
        <p:nvSpPr>
          <p:cNvPr id="11" name="圆角矩形 28"/>
          <p:cNvSpPr/>
          <p:nvPr>
            <p:custDataLst>
              <p:tags r:id="rId6"/>
            </p:custDataLst>
          </p:nvPr>
        </p:nvSpPr>
        <p:spPr>
          <a:xfrm>
            <a:off x="6228372" y="4819495"/>
            <a:ext cx="1833359" cy="375762"/>
          </a:xfrm>
          <a:prstGeom prst="roundRect">
            <a:avLst>
              <a:gd name="adj" fmla="val 11999"/>
            </a:avLst>
          </a:prstGeom>
          <a:solidFill>
            <a:schemeClr val="accent1"/>
          </a:solidFill>
          <a:ln>
            <a:noFill/>
          </a:ln>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lIns="0" tIns="0" rIns="0" bIns="0" numCol="1" spcCol="0" rtlCol="0" fromWordArt="0" anchor="ctr" anchorCtr="0" forceAA="0" compatLnSpc="1">
            <a:noAutofit/>
          </a:bodyPr>
          <a:p>
            <a:pPr algn="ctr">
              <a:spcBef>
                <a:spcPct val="0"/>
              </a:spcBef>
              <a:spcAft>
                <a:spcPct val="0"/>
              </a:spcAft>
            </a:pPr>
            <a:r>
              <a:rPr lang="zh-CN" altLang="en-US" b="1">
                <a:solidFill>
                  <a:schemeClr val="lt1">
                    <a:lumMod val="100000"/>
                  </a:schemeClr>
                </a:solidFill>
                <a:latin typeface="+mn-ea"/>
                <a:cs typeface="+mn-ea"/>
                <a:sym typeface="+mn-ea"/>
              </a:rPr>
              <a:t>应用实例</a:t>
            </a:r>
            <a:endParaRPr lang="zh-CN" altLang="en-US" b="1">
              <a:solidFill>
                <a:schemeClr val="lt1">
                  <a:lumMod val="100000"/>
                </a:schemeClr>
              </a:solidFill>
              <a:latin typeface="+mn-ea"/>
              <a:cs typeface="+mn-ea"/>
              <a:sym typeface="+mn-ea"/>
            </a:endParaRPr>
          </a:p>
        </p:txBody>
      </p:sp>
      <p:sp>
        <p:nvSpPr>
          <p:cNvPr id="12" name="矩形 11"/>
          <p:cNvSpPr/>
          <p:nvPr>
            <p:custDataLst>
              <p:tags r:id="rId7"/>
            </p:custDataLst>
          </p:nvPr>
        </p:nvSpPr>
        <p:spPr>
          <a:xfrm>
            <a:off x="6228080" y="5196840"/>
            <a:ext cx="5246370" cy="1272540"/>
          </a:xfrm>
          <a:prstGeom prst="rect">
            <a:avLst/>
          </a:prstGeom>
          <a:noFill/>
        </p:spPr>
        <p:txBody>
          <a:bodyPr wrap="square" lIns="0" tIns="0" rIns="0" bIns="0" rtlCol="0" anchor="t" anchorCtr="0">
            <a:noAutofit/>
          </a:bodyPr>
          <a:p>
            <a:pPr algn="just">
              <a:lnSpc>
                <a:spcPct val="140000"/>
              </a:lnSpc>
              <a:spcBef>
                <a:spcPct val="0"/>
              </a:spcBef>
              <a:spcAft>
                <a:spcPct val="0"/>
              </a:spcAft>
            </a:pPr>
            <a:r>
              <a:rPr lang="zh-CN" altLang="en-US" sz="2000">
                <a:solidFill>
                  <a:schemeClr val="tx1">
                    <a:lumMod val="85000"/>
                    <a:lumOff val="15000"/>
                  </a:schemeClr>
                </a:solidFill>
                <a:latin typeface="黑体" panose="02010609060101010101" charset="-122"/>
                <a:ea typeface="黑体" panose="02010609060101010101" charset="-122"/>
                <a:cs typeface="黑体" panose="02010609060101010101" charset="-122"/>
                <a:sym typeface="+mn-ea"/>
              </a:rPr>
              <a:t>在机器学习中，支持向量机（SVM）的优化问题就涉及到凸组合的概念，以找到最优的分类超平面。</a:t>
            </a:r>
            <a:endParaRPr lang="zh-CN" altLang="en-US" sz="2000">
              <a:solidFill>
                <a:schemeClr val="tx1">
                  <a:lumMod val="85000"/>
                  <a:lumOff val="15000"/>
                </a:schemeClr>
              </a:solidFill>
              <a:latin typeface="黑体" panose="02010609060101010101" charset="-122"/>
              <a:ea typeface="黑体" panose="02010609060101010101" charset="-122"/>
              <a:cs typeface="黑体" panose="02010609060101010101" charset="-122"/>
              <a:sym typeface="+mn-ea"/>
            </a:endParaRPr>
          </a:p>
        </p:txBody>
      </p:sp>
      <p:pic>
        <p:nvPicPr>
          <p:cNvPr id="5" name="图片 4"/>
          <p:cNvPicPr/>
          <p:nvPr/>
        </p:nvPicPr>
        <p:blipFill>
          <a:blip r:embed="rId8"/>
          <a:stretch>
            <a:fillRect/>
          </a:stretch>
        </p:blipFill>
        <p:spPr>
          <a:xfrm>
            <a:off x="576580" y="1656080"/>
            <a:ext cx="5062220" cy="4113530"/>
          </a:xfrm>
          <a:prstGeom prst="rect">
            <a:avLst/>
          </a:prstGeom>
        </p:spPr>
      </p:pic>
    </p:spTree>
    <p:custDataLst>
      <p:tags r:id="rId9"/>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凸包</a:t>
            </a:r>
            <a:r>
              <a:rPr lang="zh-CN" altLang="en-US"/>
              <a:t>求解</a:t>
            </a:r>
            <a:endParaRPr lang="zh-CN" altLang="en-US"/>
          </a:p>
        </p:txBody>
      </p:sp>
      <p:pic>
        <p:nvPicPr>
          <p:cNvPr id="6" name="图片 5"/>
          <p:cNvPicPr/>
          <p:nvPr/>
        </p:nvPicPr>
        <p:blipFill>
          <a:blip r:embed="rId2"/>
          <a:stretch>
            <a:fillRect/>
          </a:stretch>
        </p:blipFill>
        <p:spPr>
          <a:xfrm>
            <a:off x="1541780" y="1384935"/>
            <a:ext cx="8863330" cy="5208905"/>
          </a:xfrm>
          <a:prstGeom prst="rect">
            <a:avLst/>
          </a:prstGeom>
        </p:spPr>
      </p:pic>
    </p:spTree>
    <p:custDataLst>
      <p:tags r:id="rId3"/>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标题 20"/>
          <p:cNvSpPr>
            <a:spLocks noGrp="1"/>
          </p:cNvSpPr>
          <p:nvPr>
            <p:ph type="title"/>
            <p:custDataLst>
              <p:tags r:id="rId1"/>
            </p:custDataLst>
          </p:nvPr>
        </p:nvSpPr>
        <p:spPr>
          <a:xfrm>
            <a:off x="886968" y="329184"/>
            <a:ext cx="10415016" cy="875665"/>
          </a:xfrm>
          <a:noFill/>
        </p:spPr>
        <p:txBody>
          <a:bodyPr wrap="square" lIns="91440" tIns="45720" rIns="91440" bIns="45720" rtlCol="0" anchor="b">
            <a:noAutofit/>
          </a:bodyPr>
          <a:lstStyle/>
          <a:p>
            <a:pPr>
              <a:lnSpc>
                <a:spcPct val="150000"/>
              </a:lnSpc>
            </a:pPr>
            <a:r>
              <a:rPr lang="zh-CN" altLang="en-US" sz="3400" dirty="0">
                <a:cs typeface="+mn-cs"/>
              </a:rPr>
              <a:t>应用场景</a:t>
            </a:r>
            <a:endParaRPr lang="zh-CN" altLang="en-US" sz="3400" dirty="0">
              <a:cs typeface="+mn-cs"/>
            </a:endParaRPr>
          </a:p>
        </p:txBody>
      </p:sp>
      <p:sp>
        <p:nvSpPr>
          <p:cNvPr id="3" name="Rectangle 41732_#color_#shadow_$dk1-788&amp;2007"/>
          <p:cNvSpPr/>
          <p:nvPr>
            <p:custDataLst>
              <p:tags r:id="rId2"/>
            </p:custDataLst>
          </p:nvPr>
        </p:nvSpPr>
        <p:spPr>
          <a:xfrm>
            <a:off x="998220" y="1755402"/>
            <a:ext cx="10195560" cy="1368000"/>
          </a:xfrm>
          <a:prstGeom prst="roundRect">
            <a:avLst/>
          </a:prstGeom>
          <a:solidFill>
            <a:srgbClr val="FFFFFF"/>
          </a:solidFill>
          <a:effectLst>
            <a:outerShdw blurRad="508000" dist="76200" dir="5400000" algn="bl" rotWithShape="0">
              <a:schemeClr val="accent1">
                <a:alpha val="20000"/>
              </a:schemeClr>
            </a:outerShdw>
          </a:effectLst>
        </p:spPr>
        <p:txBody>
          <a:bodyPr/>
          <a:p>
            <a:endParaRPr lang="zh-CN" altLang="en-US"/>
          </a:p>
        </p:txBody>
      </p:sp>
      <p:sp>
        <p:nvSpPr>
          <p:cNvPr id="4" name="矩形 3"/>
          <p:cNvSpPr/>
          <p:nvPr>
            <p:custDataLst>
              <p:tags r:id="rId3"/>
            </p:custDataLst>
          </p:nvPr>
        </p:nvSpPr>
        <p:spPr>
          <a:xfrm>
            <a:off x="1218565" y="2153547"/>
            <a:ext cx="876512" cy="571437"/>
          </a:xfrm>
          <a:prstGeom prst="rect">
            <a:avLst/>
          </a:prstGeom>
          <a:noFill/>
        </p:spPr>
        <p:txBody>
          <a:bodyPr wrap="none" rtlCol="0" anchor="ctr" anchorCtr="0">
            <a:noAutofit/>
          </a:bodyPr>
          <a:p>
            <a:pPr algn="ctr">
              <a:spcBef>
                <a:spcPct val="0"/>
              </a:spcBef>
              <a:spcAft>
                <a:spcPct val="0"/>
              </a:spcAft>
            </a:pPr>
            <a:r>
              <a:rPr lang="en-US" altLang="zh-CN" sz="3200" b="1">
                <a:solidFill>
                  <a:schemeClr val="accent1"/>
                </a:solidFill>
                <a:latin typeface="+mn-ea"/>
                <a:cs typeface="+mn-ea"/>
              </a:rPr>
              <a:t>01</a:t>
            </a:r>
            <a:endParaRPr lang="en-US" altLang="zh-CN" sz="3200" b="1">
              <a:solidFill>
                <a:schemeClr val="accent1"/>
              </a:solidFill>
              <a:latin typeface="+mn-ea"/>
              <a:cs typeface="+mn-ea"/>
            </a:endParaRPr>
          </a:p>
        </p:txBody>
      </p:sp>
      <p:sp>
        <p:nvSpPr>
          <p:cNvPr id="5" name="矩形 4"/>
          <p:cNvSpPr/>
          <p:nvPr>
            <p:custDataLst>
              <p:tags r:id="rId4"/>
            </p:custDataLst>
          </p:nvPr>
        </p:nvSpPr>
        <p:spPr>
          <a:xfrm>
            <a:off x="2239010" y="2305947"/>
            <a:ext cx="8481142" cy="700576"/>
          </a:xfrm>
          <a:prstGeom prst="rect">
            <a:avLst/>
          </a:prstGeom>
          <a:noFill/>
        </p:spPr>
        <p:txBody>
          <a:bodyPr wrap="square" lIns="0" tIns="0" rIns="0" bIns="0" rtlCol="0" anchor="t">
            <a:noAutofit/>
          </a:bodyPr>
          <a:p>
            <a:pPr algn="just">
              <a:lnSpc>
                <a:spcPct val="150000"/>
              </a:lnSpc>
              <a:spcBef>
                <a:spcPct val="0"/>
              </a:spcBef>
              <a:spcAft>
                <a:spcPct val="0"/>
              </a:spcAft>
            </a:pPr>
            <a:r>
              <a:rPr lang="zh-CN" altLang="en-US" sz="2000">
                <a:solidFill>
                  <a:srgbClr val="404040"/>
                </a:solidFill>
                <a:latin typeface="黑体" panose="02010609060101010101" charset="-122"/>
                <a:ea typeface="黑体" panose="02010609060101010101" charset="-122"/>
                <a:cs typeface="+mn-ea"/>
              </a:rPr>
              <a:t>在机器学习中，凸组合用于特征选择，帮助优化模型性能，减少过拟合</a:t>
            </a:r>
            <a:r>
              <a:rPr lang="zh-CN" altLang="en-US" sz="1400">
                <a:solidFill>
                  <a:srgbClr val="404040"/>
                </a:solidFill>
                <a:latin typeface="+mn-ea"/>
                <a:cs typeface="+mn-ea"/>
              </a:rPr>
              <a:t>。</a:t>
            </a:r>
            <a:endParaRPr lang="zh-CN" altLang="en-US" sz="1400">
              <a:solidFill>
                <a:srgbClr val="404040"/>
              </a:solidFill>
              <a:latin typeface="+mn-ea"/>
              <a:cs typeface="+mn-ea"/>
            </a:endParaRPr>
          </a:p>
        </p:txBody>
      </p:sp>
      <p:sp>
        <p:nvSpPr>
          <p:cNvPr id="6" name="矩形 5"/>
          <p:cNvSpPr/>
          <p:nvPr>
            <p:custDataLst>
              <p:tags r:id="rId5"/>
            </p:custDataLst>
          </p:nvPr>
        </p:nvSpPr>
        <p:spPr>
          <a:xfrm>
            <a:off x="2239010" y="1896372"/>
            <a:ext cx="8481141" cy="407291"/>
          </a:xfrm>
          <a:prstGeom prst="rect">
            <a:avLst/>
          </a:prstGeom>
          <a:noFill/>
        </p:spPr>
        <p:txBody>
          <a:bodyPr wrap="square" lIns="0" tIns="0" rIns="0" bIns="0" rtlCol="0" anchor="ctr">
            <a:noAutofit/>
          </a:bodyPr>
          <a:p>
            <a:pPr>
              <a:spcBef>
                <a:spcPct val="0"/>
              </a:spcBef>
              <a:spcAft>
                <a:spcPct val="0"/>
              </a:spcAft>
            </a:pPr>
            <a:r>
              <a:rPr lang="zh-CN" altLang="en-US" sz="2000" b="1" dirty="0">
                <a:solidFill>
                  <a:srgbClr val="151515"/>
                </a:solidFill>
                <a:latin typeface="+mn-ea"/>
                <a:cs typeface="+mn-ea"/>
              </a:rPr>
              <a:t>机器学习中的特征选择</a:t>
            </a:r>
            <a:endParaRPr lang="zh-CN" altLang="en-US" sz="2000" b="1" dirty="0">
              <a:solidFill>
                <a:srgbClr val="151515"/>
              </a:solidFill>
              <a:latin typeface="+mn-ea"/>
              <a:cs typeface="+mn-ea"/>
            </a:endParaRPr>
          </a:p>
        </p:txBody>
      </p:sp>
      <p:sp>
        <p:nvSpPr>
          <p:cNvPr id="7" name="Rectangle 41732_#color_#shadow_$dk1-788&amp;2007"/>
          <p:cNvSpPr/>
          <p:nvPr>
            <p:custDataLst>
              <p:tags r:id="rId6"/>
            </p:custDataLst>
          </p:nvPr>
        </p:nvSpPr>
        <p:spPr>
          <a:xfrm>
            <a:off x="998220" y="3254002"/>
            <a:ext cx="10195560" cy="1368000"/>
          </a:xfrm>
          <a:prstGeom prst="roundRect">
            <a:avLst/>
          </a:prstGeom>
          <a:solidFill>
            <a:srgbClr val="FFFFFF"/>
          </a:solidFill>
          <a:effectLst>
            <a:outerShdw blurRad="508000" dist="76200" dir="5400000" algn="bl" rotWithShape="0">
              <a:schemeClr val="accent1">
                <a:alpha val="20000"/>
              </a:schemeClr>
            </a:outerShdw>
          </a:effectLst>
        </p:spPr>
        <p:txBody>
          <a:bodyPr/>
          <a:p>
            <a:endParaRPr lang="zh-CN" altLang="en-US"/>
          </a:p>
        </p:txBody>
      </p:sp>
      <p:sp>
        <p:nvSpPr>
          <p:cNvPr id="8" name="矩形 7"/>
          <p:cNvSpPr/>
          <p:nvPr>
            <p:custDataLst>
              <p:tags r:id="rId7"/>
            </p:custDataLst>
          </p:nvPr>
        </p:nvSpPr>
        <p:spPr>
          <a:xfrm>
            <a:off x="1218565" y="3652147"/>
            <a:ext cx="876512" cy="571437"/>
          </a:xfrm>
          <a:prstGeom prst="rect">
            <a:avLst/>
          </a:prstGeom>
          <a:noFill/>
        </p:spPr>
        <p:txBody>
          <a:bodyPr wrap="none" rtlCol="0" anchor="ctr" anchorCtr="0">
            <a:noAutofit/>
          </a:bodyPr>
          <a:p>
            <a:pPr algn="ctr">
              <a:spcBef>
                <a:spcPct val="0"/>
              </a:spcBef>
              <a:spcAft>
                <a:spcPct val="0"/>
              </a:spcAft>
            </a:pPr>
            <a:r>
              <a:rPr lang="en-US" altLang="zh-CN" sz="3200" b="1">
                <a:solidFill>
                  <a:schemeClr val="accent1"/>
                </a:solidFill>
                <a:latin typeface="+mn-ea"/>
                <a:cs typeface="+mn-ea"/>
              </a:rPr>
              <a:t>02</a:t>
            </a:r>
            <a:endParaRPr lang="en-US" altLang="zh-CN" sz="3200" b="1">
              <a:solidFill>
                <a:schemeClr val="accent1"/>
              </a:solidFill>
              <a:latin typeface="+mn-ea"/>
              <a:cs typeface="+mn-ea"/>
            </a:endParaRPr>
          </a:p>
        </p:txBody>
      </p:sp>
      <p:sp>
        <p:nvSpPr>
          <p:cNvPr id="28" name="矩形 27"/>
          <p:cNvSpPr/>
          <p:nvPr>
            <p:custDataLst>
              <p:tags r:id="rId8"/>
            </p:custDataLst>
          </p:nvPr>
        </p:nvSpPr>
        <p:spPr>
          <a:xfrm>
            <a:off x="2239010" y="3803912"/>
            <a:ext cx="8481142" cy="700576"/>
          </a:xfrm>
          <a:prstGeom prst="rect">
            <a:avLst/>
          </a:prstGeom>
          <a:noFill/>
        </p:spPr>
        <p:txBody>
          <a:bodyPr wrap="square" lIns="0" tIns="0" rIns="0" bIns="0" rtlCol="0" anchor="t">
            <a:noAutofit/>
          </a:bodyPr>
          <a:p>
            <a:pPr algn="just">
              <a:lnSpc>
                <a:spcPct val="150000"/>
              </a:lnSpc>
              <a:spcBef>
                <a:spcPct val="0"/>
              </a:spcBef>
              <a:spcAft>
                <a:spcPct val="0"/>
              </a:spcAft>
            </a:pPr>
            <a:r>
              <a:rPr lang="zh-CN" altLang="en-US" sz="2000">
                <a:solidFill>
                  <a:srgbClr val="404040"/>
                </a:solidFill>
                <a:latin typeface="黑体" panose="02010609060101010101" charset="-122"/>
                <a:ea typeface="黑体" panose="02010609060101010101" charset="-122"/>
                <a:cs typeface="+mn-ea"/>
              </a:rPr>
              <a:t>凸包概念在经济学中用于资源分配问题，确保资源分配的效率和公平性。</a:t>
            </a:r>
            <a:endParaRPr lang="zh-CN" altLang="en-US" sz="2000">
              <a:solidFill>
                <a:srgbClr val="404040"/>
              </a:solidFill>
              <a:latin typeface="黑体" panose="02010609060101010101" charset="-122"/>
              <a:ea typeface="黑体" panose="02010609060101010101" charset="-122"/>
              <a:cs typeface="+mn-ea"/>
            </a:endParaRPr>
          </a:p>
        </p:txBody>
      </p:sp>
      <p:sp>
        <p:nvSpPr>
          <p:cNvPr id="29" name="矩形 28"/>
          <p:cNvSpPr/>
          <p:nvPr>
            <p:custDataLst>
              <p:tags r:id="rId9"/>
            </p:custDataLst>
          </p:nvPr>
        </p:nvSpPr>
        <p:spPr>
          <a:xfrm>
            <a:off x="2239010" y="3394337"/>
            <a:ext cx="8481141" cy="407291"/>
          </a:xfrm>
          <a:prstGeom prst="rect">
            <a:avLst/>
          </a:prstGeom>
          <a:noFill/>
        </p:spPr>
        <p:txBody>
          <a:bodyPr wrap="square" lIns="0" tIns="0" rIns="0" bIns="0" rtlCol="0" anchor="ctr">
            <a:noAutofit/>
          </a:bodyPr>
          <a:p>
            <a:pPr>
              <a:spcBef>
                <a:spcPct val="0"/>
              </a:spcBef>
              <a:spcAft>
                <a:spcPct val="0"/>
              </a:spcAft>
            </a:pPr>
            <a:r>
              <a:rPr lang="zh-CN" altLang="en-US" sz="2000" b="1">
                <a:solidFill>
                  <a:srgbClr val="151515"/>
                </a:solidFill>
                <a:latin typeface="+mn-ea"/>
                <a:cs typeface="+mn-ea"/>
              </a:rPr>
              <a:t>经济学中的资源分配</a:t>
            </a:r>
            <a:endParaRPr lang="zh-CN" altLang="en-US" sz="2000" b="1">
              <a:solidFill>
                <a:srgbClr val="151515"/>
              </a:solidFill>
              <a:latin typeface="+mn-ea"/>
              <a:cs typeface="+mn-ea"/>
            </a:endParaRPr>
          </a:p>
        </p:txBody>
      </p:sp>
      <p:sp>
        <p:nvSpPr>
          <p:cNvPr id="30" name="Rectangle 41732_#color_#shadow_$dk1-788&amp;2007"/>
          <p:cNvSpPr/>
          <p:nvPr>
            <p:custDataLst>
              <p:tags r:id="rId10"/>
            </p:custDataLst>
          </p:nvPr>
        </p:nvSpPr>
        <p:spPr>
          <a:xfrm>
            <a:off x="998220" y="4752602"/>
            <a:ext cx="10195560" cy="1368000"/>
          </a:xfrm>
          <a:prstGeom prst="roundRect">
            <a:avLst/>
          </a:prstGeom>
          <a:solidFill>
            <a:srgbClr val="FFFFFF"/>
          </a:solidFill>
          <a:effectLst>
            <a:outerShdw blurRad="508000" dist="76200" dir="5400000" algn="bl" rotWithShape="0">
              <a:schemeClr val="accent1">
                <a:alpha val="20000"/>
              </a:schemeClr>
            </a:outerShdw>
          </a:effectLst>
        </p:spPr>
        <p:txBody>
          <a:bodyPr/>
          <a:p>
            <a:endParaRPr lang="zh-CN" altLang="en-US"/>
          </a:p>
        </p:txBody>
      </p:sp>
      <p:sp>
        <p:nvSpPr>
          <p:cNvPr id="33" name="矩形 32"/>
          <p:cNvSpPr/>
          <p:nvPr>
            <p:custDataLst>
              <p:tags r:id="rId11"/>
            </p:custDataLst>
          </p:nvPr>
        </p:nvSpPr>
        <p:spPr>
          <a:xfrm>
            <a:off x="1218565" y="5150747"/>
            <a:ext cx="876512" cy="571437"/>
          </a:xfrm>
          <a:prstGeom prst="rect">
            <a:avLst/>
          </a:prstGeom>
          <a:noFill/>
        </p:spPr>
        <p:txBody>
          <a:bodyPr wrap="none" rtlCol="0" anchor="ctr" anchorCtr="0">
            <a:noAutofit/>
          </a:bodyPr>
          <a:p>
            <a:pPr algn="ctr">
              <a:spcBef>
                <a:spcPct val="0"/>
              </a:spcBef>
              <a:spcAft>
                <a:spcPct val="0"/>
              </a:spcAft>
            </a:pPr>
            <a:r>
              <a:rPr lang="en-US" altLang="zh-CN" sz="3200" b="1">
                <a:solidFill>
                  <a:schemeClr val="accent1"/>
                </a:solidFill>
                <a:latin typeface="+mn-ea"/>
                <a:cs typeface="+mn-ea"/>
              </a:rPr>
              <a:t>03</a:t>
            </a:r>
            <a:endParaRPr lang="en-US" altLang="zh-CN" sz="3200" b="1">
              <a:solidFill>
                <a:schemeClr val="accent1"/>
              </a:solidFill>
              <a:latin typeface="+mn-ea"/>
              <a:cs typeface="+mn-ea"/>
            </a:endParaRPr>
          </a:p>
        </p:txBody>
      </p:sp>
      <p:sp>
        <p:nvSpPr>
          <p:cNvPr id="34" name="矩形 33"/>
          <p:cNvSpPr/>
          <p:nvPr>
            <p:custDataLst>
              <p:tags r:id="rId12"/>
            </p:custDataLst>
          </p:nvPr>
        </p:nvSpPr>
        <p:spPr>
          <a:xfrm>
            <a:off x="2239010" y="5302512"/>
            <a:ext cx="8481142" cy="700576"/>
          </a:xfrm>
          <a:prstGeom prst="rect">
            <a:avLst/>
          </a:prstGeom>
          <a:noFill/>
        </p:spPr>
        <p:txBody>
          <a:bodyPr wrap="square" lIns="0" tIns="0" rIns="0" bIns="0" rtlCol="0" anchor="t">
            <a:noAutofit/>
          </a:bodyPr>
          <a:p>
            <a:pPr algn="just">
              <a:lnSpc>
                <a:spcPct val="150000"/>
              </a:lnSpc>
              <a:spcBef>
                <a:spcPct val="0"/>
              </a:spcBef>
              <a:spcAft>
                <a:spcPct val="0"/>
              </a:spcAft>
            </a:pPr>
            <a:r>
              <a:rPr lang="zh-CN" altLang="en-US" sz="2000">
                <a:solidFill>
                  <a:srgbClr val="404040"/>
                </a:solidFill>
                <a:latin typeface="黑体" panose="02010609060101010101" charset="-122"/>
                <a:ea typeface="黑体" panose="02010609060101010101" charset="-122"/>
                <a:cs typeface="+mn-ea"/>
              </a:rPr>
              <a:t>凸包技术在计算机图形学中用于简化复杂形状，提高渲染效率。</a:t>
            </a:r>
            <a:endParaRPr lang="zh-CN" altLang="en-US" sz="2000">
              <a:solidFill>
                <a:srgbClr val="404040"/>
              </a:solidFill>
              <a:latin typeface="黑体" panose="02010609060101010101" charset="-122"/>
              <a:ea typeface="黑体" panose="02010609060101010101" charset="-122"/>
              <a:cs typeface="+mn-ea"/>
            </a:endParaRPr>
          </a:p>
        </p:txBody>
      </p:sp>
      <p:sp>
        <p:nvSpPr>
          <p:cNvPr id="35" name="矩形 34"/>
          <p:cNvSpPr/>
          <p:nvPr>
            <p:custDataLst>
              <p:tags r:id="rId13"/>
            </p:custDataLst>
          </p:nvPr>
        </p:nvSpPr>
        <p:spPr>
          <a:xfrm>
            <a:off x="2239010" y="4892937"/>
            <a:ext cx="8481141" cy="407291"/>
          </a:xfrm>
          <a:prstGeom prst="rect">
            <a:avLst/>
          </a:prstGeom>
          <a:noFill/>
        </p:spPr>
        <p:txBody>
          <a:bodyPr wrap="square" lIns="0" tIns="0" rIns="0" bIns="0" rtlCol="0" anchor="ctr">
            <a:noAutofit/>
          </a:bodyPr>
          <a:p>
            <a:pPr>
              <a:spcBef>
                <a:spcPct val="0"/>
              </a:spcBef>
              <a:spcAft>
                <a:spcPct val="0"/>
              </a:spcAft>
            </a:pPr>
            <a:r>
              <a:rPr lang="zh-CN" altLang="en-US" sz="2000" b="1">
                <a:solidFill>
                  <a:srgbClr val="151515"/>
                </a:solidFill>
                <a:latin typeface="+mn-ea"/>
                <a:cs typeface="+mn-ea"/>
              </a:rPr>
              <a:t>计算机图形学中的形状简化</a:t>
            </a:r>
            <a:endParaRPr lang="zh-CN" altLang="en-US" sz="2000" b="1">
              <a:solidFill>
                <a:srgbClr val="151515"/>
              </a:solidFill>
              <a:latin typeface="+mn-ea"/>
              <a:cs typeface="+mn-ea"/>
            </a:endParaRPr>
          </a:p>
        </p:txBody>
      </p:sp>
    </p:spTree>
    <p:custDataLst>
      <p:tags r:id="rId14"/>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2"/>
            <p:custDataLst>
              <p:tags r:id="rId1"/>
            </p:custDataLst>
          </p:nvPr>
        </p:nvSpPr>
        <p:spPr>
          <a:xfrm>
            <a:off x="1351915" y="4349115"/>
            <a:ext cx="2009775" cy="615315"/>
          </a:xfrm>
        </p:spPr>
        <p:txBody>
          <a:bodyPr/>
          <a:lstStyle/>
          <a:p>
            <a:r>
              <a:rPr lang="zh-CN" altLang="en-US" sz="2000"/>
              <a:t>汇报人：方星</a:t>
            </a:r>
            <a:endParaRPr lang="zh-CN" altLang="en-US" sz="2000"/>
          </a:p>
        </p:txBody>
      </p:sp>
      <p:sp>
        <p:nvSpPr>
          <p:cNvPr id="4" name="标题 3"/>
          <p:cNvSpPr>
            <a:spLocks noGrp="1"/>
          </p:cNvSpPr>
          <p:nvPr>
            <p:ph type="title" idx="1"/>
            <p:custDataLst>
              <p:tags r:id="rId2"/>
            </p:custDataLst>
          </p:nvPr>
        </p:nvSpPr>
        <p:spPr/>
        <p:txBody>
          <a:bodyPr/>
          <a:lstStyle/>
          <a:p>
            <a:r>
              <a:rPr lang="zh-CN" altLang="en-US"/>
              <a:t>谢谢！</a:t>
            </a:r>
            <a:endParaRPr lang="zh-CN" altLang="en-US"/>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3"/>
            <p:custDataLst>
              <p:tags r:id="rId1"/>
            </p:custDataLst>
          </p:nvPr>
        </p:nvSpPr>
        <p:spPr/>
        <p:txBody>
          <a:bodyPr/>
          <a:lstStyle/>
          <a:p>
            <a:r>
              <a:rPr lang="zh-CN" altLang="en-US"/>
              <a:t>运筹优化经典问题数学模型</a:t>
            </a:r>
            <a:endParaRPr lang="zh-CN" altLang="en-US"/>
          </a:p>
        </p:txBody>
      </p:sp>
      <p:sp>
        <p:nvSpPr>
          <p:cNvPr id="5" name="文本占位符 4"/>
          <p:cNvSpPr>
            <a:spLocks noGrp="1"/>
          </p:cNvSpPr>
          <p:nvPr>
            <p:ph type="body" idx="1"/>
            <p:custDataLst>
              <p:tags r:id="rId2"/>
            </p:custDataLst>
          </p:nvPr>
        </p:nvSpPr>
        <p:spPr>
          <a:xfrm>
            <a:off x="1351915" y="4405630"/>
            <a:ext cx="2266315" cy="633095"/>
          </a:xfrm>
        </p:spPr>
        <p:txBody>
          <a:bodyPr/>
          <a:lstStyle/>
          <a:p>
            <a:r>
              <a:rPr lang="zh-CN" altLang="en-US" sz="2000"/>
              <a:t>汇报人：方星</a:t>
            </a:r>
            <a:endParaRPr lang="zh-CN" altLang="en-US" sz="2000"/>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idx="2"/>
            <p:custDataLst>
              <p:tags r:id="rId1"/>
            </p:custDataLst>
          </p:nvPr>
        </p:nvSpPr>
        <p:spPr/>
        <p:txBody>
          <a:bodyPr/>
          <a:lstStyle/>
          <a:p>
            <a:r>
              <a:rPr lang="zh-CN" altLang="en-US"/>
              <a:t>Contents</a:t>
            </a:r>
            <a:endParaRPr lang="zh-CN" altLang="en-US"/>
          </a:p>
        </p:txBody>
      </p:sp>
      <p:sp>
        <p:nvSpPr>
          <p:cNvPr id="3" name="序号"/>
          <p:cNvSpPr txBox="1"/>
          <p:nvPr>
            <p:custDataLst>
              <p:tags r:id="rId2"/>
            </p:custDataLst>
          </p:nvPr>
        </p:nvSpPr>
        <p:spPr>
          <a:xfrm>
            <a:off x="1614170" y="1938655"/>
            <a:ext cx="2160270" cy="701675"/>
          </a:xfrm>
          <a:prstGeom prst="rect">
            <a:avLst/>
          </a:prstGeom>
          <a:noFill/>
        </p:spPr>
        <p:txBody>
          <a:bodyPr wrap="square" lIns="0" tIns="0" rIns="0" bIns="0" rtlCol="0" anchor="ctr">
            <a:normAutofit/>
          </a:bodyPr>
          <a:lstStyle/>
          <a:p>
            <a:pPr algn="l"/>
            <a:r>
              <a:rPr lang="en-US" sz="3600" dirty="0">
                <a:solidFill>
                  <a:schemeClr val="tx1">
                    <a:lumMod val="85000"/>
                    <a:lumOff val="15000"/>
                  </a:schemeClr>
                </a:solidFill>
                <a:latin typeface="+mj-ea"/>
                <a:ea typeface="+mj-ea"/>
                <a:cs typeface="MiSans Normal" panose="00000500000000000000" charset="-122"/>
                <a:sym typeface="+mn-ea"/>
              </a:rPr>
              <a:t>01</a:t>
            </a:r>
            <a:endParaRPr lang="en-US" sz="3600" dirty="0">
              <a:solidFill>
                <a:schemeClr val="tx1">
                  <a:lumMod val="85000"/>
                  <a:lumOff val="15000"/>
                </a:schemeClr>
              </a:solidFill>
              <a:latin typeface="+mj-ea"/>
              <a:ea typeface="+mj-ea"/>
              <a:cs typeface="MiSans Normal" panose="00000500000000000000" charset="-122"/>
              <a:sym typeface="+mn-ea"/>
            </a:endParaRPr>
          </a:p>
        </p:txBody>
      </p:sp>
      <p:sp>
        <p:nvSpPr>
          <p:cNvPr id="5" name="标题"/>
          <p:cNvSpPr txBox="1"/>
          <p:nvPr>
            <p:custDataLst>
              <p:tags r:id="rId3"/>
            </p:custDataLst>
          </p:nvPr>
        </p:nvSpPr>
        <p:spPr>
          <a:xfrm>
            <a:off x="1599565" y="2721610"/>
            <a:ext cx="2160270" cy="1098550"/>
          </a:xfrm>
          <a:prstGeom prst="rect">
            <a:avLst/>
          </a:prstGeom>
          <a:noFill/>
        </p:spPr>
        <p:txBody>
          <a:bodyPr wrap="square" lIns="0" tIns="0" rIns="0" bIns="0" rtlCol="0" anchor="t" anchorCtr="0">
            <a:normAutofit/>
          </a:bodyPr>
          <a:lstStyle/>
          <a:p>
            <a:pPr lvl="0" algn="l">
              <a:buClrTx/>
              <a:buSzTx/>
              <a:buFontTx/>
            </a:pPr>
            <a:r>
              <a:rPr lang="zh-CN" altLang="en-US" sz="2000" spc="300" dirty="0">
                <a:solidFill>
                  <a:schemeClr val="tx1">
                    <a:lumMod val="85000"/>
                    <a:lumOff val="15000"/>
                  </a:schemeClr>
                </a:solidFill>
                <a:latin typeface="+mj-ea"/>
                <a:ea typeface="+mj-ea"/>
                <a:cs typeface="MiSans Normal" panose="00000500000000000000" charset="-122"/>
                <a:sym typeface="+mn-ea"/>
              </a:rPr>
              <a:t>指派问题数学模型</a:t>
            </a:r>
            <a:endParaRPr lang="zh-CN" altLang="en-US" sz="2000" spc="300" dirty="0">
              <a:solidFill>
                <a:schemeClr val="tx1">
                  <a:lumMod val="85000"/>
                  <a:lumOff val="15000"/>
                </a:schemeClr>
              </a:solidFill>
              <a:latin typeface="+mj-ea"/>
              <a:ea typeface="+mj-ea"/>
              <a:cs typeface="MiSans Normal" panose="00000500000000000000" charset="-122"/>
              <a:sym typeface="+mn-ea"/>
            </a:endParaRPr>
          </a:p>
        </p:txBody>
      </p:sp>
      <p:sp>
        <p:nvSpPr>
          <p:cNvPr id="12" name="序号"/>
          <p:cNvSpPr txBox="1"/>
          <p:nvPr>
            <p:custDataLst>
              <p:tags r:id="rId4"/>
            </p:custDataLst>
          </p:nvPr>
        </p:nvSpPr>
        <p:spPr>
          <a:xfrm>
            <a:off x="6188710" y="1938655"/>
            <a:ext cx="2160270" cy="701675"/>
          </a:xfrm>
          <a:prstGeom prst="rect">
            <a:avLst/>
          </a:prstGeom>
          <a:noFill/>
        </p:spPr>
        <p:txBody>
          <a:bodyPr wrap="square" lIns="0" tIns="0" rIns="0" bIns="0" rtlCol="0" anchor="ctr">
            <a:normAutofit/>
          </a:bodyPr>
          <a:lstStyle/>
          <a:p>
            <a:pPr algn="l"/>
            <a:r>
              <a:rPr lang="en-US" sz="3600" dirty="0">
                <a:solidFill>
                  <a:schemeClr val="tx1">
                    <a:lumMod val="85000"/>
                    <a:lumOff val="15000"/>
                  </a:schemeClr>
                </a:solidFill>
                <a:latin typeface="+mj-ea"/>
                <a:ea typeface="+mj-ea"/>
                <a:cs typeface="MiSans Normal" panose="00000500000000000000" charset="-122"/>
                <a:sym typeface="+mn-ea"/>
              </a:rPr>
              <a:t>02</a:t>
            </a:r>
            <a:endParaRPr lang="en-US" sz="3600" dirty="0">
              <a:solidFill>
                <a:schemeClr val="tx1">
                  <a:lumMod val="85000"/>
                  <a:lumOff val="15000"/>
                </a:schemeClr>
              </a:solidFill>
              <a:latin typeface="+mj-ea"/>
              <a:ea typeface="+mj-ea"/>
              <a:cs typeface="MiSans Normal" panose="00000500000000000000" charset="-122"/>
              <a:sym typeface="+mn-ea"/>
            </a:endParaRPr>
          </a:p>
        </p:txBody>
      </p:sp>
      <p:sp>
        <p:nvSpPr>
          <p:cNvPr id="13" name="标题"/>
          <p:cNvSpPr txBox="1"/>
          <p:nvPr>
            <p:custDataLst>
              <p:tags r:id="rId5"/>
            </p:custDataLst>
          </p:nvPr>
        </p:nvSpPr>
        <p:spPr>
          <a:xfrm>
            <a:off x="6188710" y="2721610"/>
            <a:ext cx="2160270" cy="1098550"/>
          </a:xfrm>
          <a:prstGeom prst="rect">
            <a:avLst/>
          </a:prstGeom>
          <a:noFill/>
        </p:spPr>
        <p:txBody>
          <a:bodyPr wrap="square" lIns="0" tIns="0" rIns="0" bIns="0" rtlCol="0" anchor="t" anchorCtr="0">
            <a:normAutofit/>
          </a:bodyPr>
          <a:lstStyle/>
          <a:p>
            <a:pPr lvl="0" algn="l">
              <a:buClrTx/>
              <a:buSzTx/>
              <a:buFontTx/>
            </a:pPr>
            <a:r>
              <a:rPr lang="zh-CN" altLang="en-US" sz="2000" spc="300" dirty="0">
                <a:solidFill>
                  <a:schemeClr val="tx1">
                    <a:lumMod val="85000"/>
                    <a:lumOff val="15000"/>
                  </a:schemeClr>
                </a:solidFill>
                <a:latin typeface="+mj-ea"/>
                <a:ea typeface="+mj-ea"/>
                <a:cs typeface="MiSans Normal" panose="00000500000000000000" charset="-122"/>
                <a:sym typeface="+mn-ea"/>
              </a:rPr>
              <a:t>最短路径问题数学模型</a:t>
            </a:r>
            <a:endParaRPr lang="zh-CN" altLang="en-US" sz="2000" spc="300" dirty="0">
              <a:solidFill>
                <a:schemeClr val="tx1">
                  <a:lumMod val="85000"/>
                  <a:lumOff val="15000"/>
                </a:schemeClr>
              </a:solidFill>
              <a:latin typeface="+mj-ea"/>
              <a:ea typeface="+mj-ea"/>
              <a:cs typeface="MiSans Normal" panose="00000500000000000000" charset="-122"/>
              <a:sym typeface="+mn-ea"/>
            </a:endParaRPr>
          </a:p>
        </p:txBody>
      </p:sp>
      <p:sp>
        <p:nvSpPr>
          <p:cNvPr id="31" name="序号"/>
          <p:cNvSpPr txBox="1"/>
          <p:nvPr>
            <p:custDataLst>
              <p:tags r:id="rId6"/>
            </p:custDataLst>
          </p:nvPr>
        </p:nvSpPr>
        <p:spPr>
          <a:xfrm>
            <a:off x="1599565" y="3901440"/>
            <a:ext cx="2160270" cy="701675"/>
          </a:xfrm>
          <a:prstGeom prst="rect">
            <a:avLst/>
          </a:prstGeom>
          <a:noFill/>
        </p:spPr>
        <p:txBody>
          <a:bodyPr wrap="square" lIns="0" tIns="0" rIns="0" bIns="0" rtlCol="0" anchor="ctr">
            <a:normAutofit/>
          </a:bodyPr>
          <a:lstStyle/>
          <a:p>
            <a:pPr algn="l"/>
            <a:r>
              <a:rPr lang="en-US" sz="3600" dirty="0">
                <a:solidFill>
                  <a:schemeClr val="tx1">
                    <a:lumMod val="85000"/>
                    <a:lumOff val="15000"/>
                  </a:schemeClr>
                </a:solidFill>
                <a:latin typeface="+mj-ea"/>
                <a:ea typeface="+mj-ea"/>
                <a:cs typeface="MiSans Normal" panose="00000500000000000000" charset="-122"/>
                <a:sym typeface="+mn-ea"/>
              </a:rPr>
              <a:t>03</a:t>
            </a:r>
            <a:endParaRPr lang="en-US" sz="3600" dirty="0">
              <a:solidFill>
                <a:schemeClr val="tx1">
                  <a:lumMod val="85000"/>
                  <a:lumOff val="15000"/>
                </a:schemeClr>
              </a:solidFill>
              <a:latin typeface="+mj-ea"/>
              <a:ea typeface="+mj-ea"/>
              <a:cs typeface="MiSans Normal" panose="00000500000000000000" charset="-122"/>
              <a:sym typeface="+mn-ea"/>
            </a:endParaRPr>
          </a:p>
        </p:txBody>
      </p:sp>
      <p:sp>
        <p:nvSpPr>
          <p:cNvPr id="32" name="标题"/>
          <p:cNvSpPr txBox="1"/>
          <p:nvPr>
            <p:custDataLst>
              <p:tags r:id="rId7"/>
            </p:custDataLst>
          </p:nvPr>
        </p:nvSpPr>
        <p:spPr>
          <a:xfrm>
            <a:off x="1599565" y="4666615"/>
            <a:ext cx="2160270" cy="1098550"/>
          </a:xfrm>
          <a:prstGeom prst="rect">
            <a:avLst/>
          </a:prstGeom>
          <a:noFill/>
        </p:spPr>
        <p:txBody>
          <a:bodyPr wrap="square" lIns="0" tIns="0" rIns="0" bIns="0" rtlCol="0" anchor="t" anchorCtr="0">
            <a:normAutofit/>
          </a:bodyPr>
          <a:lstStyle/>
          <a:p>
            <a:pPr lvl="0" algn="l">
              <a:buClrTx/>
              <a:buSzTx/>
              <a:buFontTx/>
            </a:pPr>
            <a:r>
              <a:rPr lang="zh-CN" altLang="en-US" sz="2000" spc="300" dirty="0">
                <a:solidFill>
                  <a:schemeClr val="tx1">
                    <a:lumMod val="85000"/>
                    <a:lumOff val="15000"/>
                  </a:schemeClr>
                </a:solidFill>
                <a:latin typeface="+mj-ea"/>
                <a:ea typeface="+mj-ea"/>
                <a:cs typeface="MiSans Normal" panose="00000500000000000000" charset="-122"/>
                <a:sym typeface="+mn-ea"/>
              </a:rPr>
              <a:t>最大流问题数学模型</a:t>
            </a:r>
            <a:endParaRPr lang="zh-CN" altLang="en-US" sz="2000" spc="300" dirty="0">
              <a:solidFill>
                <a:schemeClr val="tx1">
                  <a:lumMod val="85000"/>
                  <a:lumOff val="15000"/>
                </a:schemeClr>
              </a:solidFill>
              <a:latin typeface="+mj-ea"/>
              <a:ea typeface="+mj-ea"/>
              <a:cs typeface="MiSans Normal" panose="00000500000000000000" charset="-122"/>
              <a:sym typeface="+mn-ea"/>
            </a:endParaRPr>
          </a:p>
        </p:txBody>
      </p:sp>
      <p:sp>
        <p:nvSpPr>
          <p:cNvPr id="46" name="序号"/>
          <p:cNvSpPr txBox="1"/>
          <p:nvPr>
            <p:custDataLst>
              <p:tags r:id="rId8"/>
            </p:custDataLst>
          </p:nvPr>
        </p:nvSpPr>
        <p:spPr>
          <a:xfrm>
            <a:off x="6188710" y="3970655"/>
            <a:ext cx="2160270" cy="701675"/>
          </a:xfrm>
          <a:prstGeom prst="rect">
            <a:avLst/>
          </a:prstGeom>
          <a:noFill/>
        </p:spPr>
        <p:txBody>
          <a:bodyPr wrap="square" lIns="0" tIns="0" rIns="0" bIns="0" rtlCol="0" anchor="ctr">
            <a:normAutofit/>
          </a:bodyPr>
          <a:lstStyle/>
          <a:p>
            <a:pPr algn="l"/>
            <a:r>
              <a:rPr lang="en-US" sz="3600" dirty="0">
                <a:solidFill>
                  <a:schemeClr val="tx1">
                    <a:lumMod val="85000"/>
                    <a:lumOff val="15000"/>
                  </a:schemeClr>
                </a:solidFill>
                <a:latin typeface="+mj-ea"/>
                <a:ea typeface="+mj-ea"/>
                <a:cs typeface="MiSans Normal" panose="00000500000000000000" charset="-122"/>
                <a:sym typeface="+mn-ea"/>
              </a:rPr>
              <a:t>04</a:t>
            </a:r>
            <a:endParaRPr lang="en-US" sz="3600" dirty="0">
              <a:solidFill>
                <a:schemeClr val="tx1">
                  <a:lumMod val="85000"/>
                  <a:lumOff val="15000"/>
                </a:schemeClr>
              </a:solidFill>
              <a:latin typeface="+mj-ea"/>
              <a:ea typeface="+mj-ea"/>
              <a:cs typeface="MiSans Normal" panose="00000500000000000000" charset="-122"/>
              <a:sym typeface="+mn-ea"/>
            </a:endParaRPr>
          </a:p>
        </p:txBody>
      </p:sp>
      <p:sp>
        <p:nvSpPr>
          <p:cNvPr id="47" name="标题"/>
          <p:cNvSpPr txBox="1"/>
          <p:nvPr>
            <p:custDataLst>
              <p:tags r:id="rId9"/>
            </p:custDataLst>
          </p:nvPr>
        </p:nvSpPr>
        <p:spPr>
          <a:xfrm>
            <a:off x="6188710" y="4753610"/>
            <a:ext cx="2160270" cy="1098550"/>
          </a:xfrm>
          <a:prstGeom prst="rect">
            <a:avLst/>
          </a:prstGeom>
          <a:noFill/>
        </p:spPr>
        <p:txBody>
          <a:bodyPr wrap="square" lIns="0" tIns="0" rIns="0" bIns="0" rtlCol="0" anchor="t" anchorCtr="0">
            <a:normAutofit/>
          </a:bodyPr>
          <a:lstStyle/>
          <a:p>
            <a:pPr lvl="0" algn="l">
              <a:buClrTx/>
              <a:buSzTx/>
              <a:buFontTx/>
            </a:pPr>
            <a:r>
              <a:rPr lang="zh-CN" altLang="en-US" sz="2000" spc="300" dirty="0">
                <a:solidFill>
                  <a:schemeClr val="tx1">
                    <a:lumMod val="85000"/>
                    <a:lumOff val="15000"/>
                  </a:schemeClr>
                </a:solidFill>
                <a:latin typeface="+mj-ea"/>
                <a:ea typeface="+mj-ea"/>
                <a:cs typeface="MiSans Normal" panose="00000500000000000000" charset="-122"/>
                <a:sym typeface="+mn-ea"/>
              </a:rPr>
              <a:t>模型优化策略</a:t>
            </a:r>
            <a:endParaRPr lang="zh-CN" altLang="en-US" sz="2000" spc="300" dirty="0">
              <a:solidFill>
                <a:schemeClr val="tx1">
                  <a:lumMod val="85000"/>
                  <a:lumOff val="15000"/>
                </a:schemeClr>
              </a:solidFill>
              <a:latin typeface="+mj-ea"/>
              <a:ea typeface="+mj-ea"/>
              <a:cs typeface="MiSans Normal" panose="00000500000000000000" charset="-122"/>
              <a:sym typeface="+mn-ea"/>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文本占位符 1"/>
          <p:cNvSpPr>
            <a:spLocks noGrp="1"/>
          </p:cNvSpPr>
          <p:nvPr>
            <p:ph type="body" idx="2"/>
            <p:custDataLst>
              <p:tags r:id="rId1"/>
            </p:custDataLst>
          </p:nvPr>
        </p:nvSpPr>
        <p:spPr/>
        <p:txBody>
          <a:bodyPr/>
          <a:lstStyle/>
          <a:p>
            <a:r>
              <a:rPr lang="zh-CN" altLang="en-US"/>
              <a:t>PART 01  </a:t>
            </a:r>
            <a:endParaRPr lang="zh-CN" altLang="en-US"/>
          </a:p>
        </p:txBody>
      </p:sp>
      <p:sp>
        <p:nvSpPr>
          <p:cNvPr id="3" name="标题 2"/>
          <p:cNvSpPr>
            <a:spLocks noGrp="1"/>
          </p:cNvSpPr>
          <p:nvPr>
            <p:ph type="title" idx="1"/>
            <p:custDataLst>
              <p:tags r:id="rId2"/>
            </p:custDataLst>
          </p:nvPr>
        </p:nvSpPr>
        <p:spPr/>
        <p:txBody>
          <a:bodyPr/>
          <a:lstStyle/>
          <a:p>
            <a:r>
              <a:rPr lang="zh-CN" altLang="en-US"/>
              <a:t>指派问题数学模型</a:t>
            </a:r>
            <a:endParaRPr lang="zh-CN" altLang="en-US"/>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custDataLst>
              <p:tags r:id="rId1"/>
            </p:custDataLst>
          </p:nvPr>
        </p:nvSpPr>
        <p:spPr/>
        <p:txBody>
          <a:bodyPr/>
          <a:lstStyle/>
          <a:p>
            <a:r>
              <a:rPr lang="zh-CN" altLang="en-US"/>
              <a:t>模型定义与特性</a:t>
            </a:r>
            <a:endParaRPr lang="zh-CN" altLang="en-US"/>
          </a:p>
        </p:txBody>
      </p:sp>
      <p:sp>
        <p:nvSpPr>
          <p:cNvPr id="3" name="矩形: 圆角 2"/>
          <p:cNvSpPr/>
          <p:nvPr>
            <p:custDataLst>
              <p:tags r:id="rId2"/>
            </p:custDataLst>
          </p:nvPr>
        </p:nvSpPr>
        <p:spPr>
          <a:xfrm>
            <a:off x="696595" y="2414509"/>
            <a:ext cx="3230435" cy="3105333"/>
          </a:xfrm>
          <a:prstGeom prst="roundRect">
            <a:avLst>
              <a:gd name="adj" fmla="val 0"/>
            </a:avLst>
          </a:prstGeom>
          <a:solidFill>
            <a:schemeClr val="tx1">
              <a:lumMod val="40000"/>
              <a:lumOff val="60000"/>
              <a:alpha val="15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p>
            <a:endParaRPr lang="zh-CN" altLang="en-US" sz="1440">
              <a:solidFill>
                <a:schemeClr val="bg1"/>
              </a:solidFill>
              <a:latin typeface="+mj-ea"/>
              <a:ea typeface="+mj-ea"/>
            </a:endParaRPr>
          </a:p>
        </p:txBody>
      </p:sp>
      <p:sp>
        <p:nvSpPr>
          <p:cNvPr id="4" name="矩形 3"/>
          <p:cNvSpPr/>
          <p:nvPr>
            <p:custDataLst>
              <p:tags r:id="rId3"/>
            </p:custDataLst>
          </p:nvPr>
        </p:nvSpPr>
        <p:spPr>
          <a:xfrm>
            <a:off x="961406" y="3647752"/>
            <a:ext cx="2702719" cy="1605374"/>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600" dirty="0">
                <a:solidFill>
                  <a:schemeClr val="tx1">
                    <a:lumMod val="85000"/>
                    <a:lumOff val="15000"/>
                  </a:schemeClr>
                </a:solidFill>
                <a:latin typeface="+mn-ea"/>
                <a:cs typeface="+mn-ea"/>
              </a:rPr>
              <a:t>指派问题是一种特殊的线性规划问题，旨在寻找最优的资源分配方案，以最小化总成本或时间。</a:t>
            </a:r>
            <a:endParaRPr lang="zh-CN" altLang="en-US" sz="1600" dirty="0">
              <a:solidFill>
                <a:schemeClr val="tx1">
                  <a:lumMod val="85000"/>
                  <a:lumOff val="15000"/>
                </a:schemeClr>
              </a:solidFill>
              <a:latin typeface="+mn-ea"/>
              <a:cs typeface="+mn-ea"/>
            </a:endParaRPr>
          </a:p>
        </p:txBody>
      </p:sp>
      <p:sp>
        <p:nvSpPr>
          <p:cNvPr id="10" name="圆角矩形 9"/>
          <p:cNvSpPr/>
          <p:nvPr>
            <p:custDataLst>
              <p:tags r:id="rId4"/>
            </p:custDataLst>
          </p:nvPr>
        </p:nvSpPr>
        <p:spPr>
          <a:xfrm>
            <a:off x="961406" y="1977603"/>
            <a:ext cx="694096" cy="680125"/>
          </a:xfrm>
          <a:prstGeom prst="roundRect">
            <a:avLst>
              <a:gd name="adj" fmla="val 0"/>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wrap="none" lIns="0" tIns="0" rIns="0" bIns="0" rtlCol="0" anchor="ctr">
            <a:noAutofit/>
          </a:bodyPr>
          <a:p>
            <a:pPr algn="ctr">
              <a:spcBef>
                <a:spcPct val="0"/>
              </a:spcBef>
              <a:spcAft>
                <a:spcPct val="0"/>
              </a:spcAft>
            </a:pPr>
            <a:r>
              <a:rPr lang="en-US" altLang="zh-CN" sz="2000" b="1">
                <a:latin typeface="+mn-ea"/>
                <a:cs typeface="+mn-ea"/>
                <a:sym typeface="+mn-ea"/>
              </a:rPr>
              <a:t>01</a:t>
            </a:r>
            <a:endParaRPr lang="en-US" altLang="zh-CN" sz="2000" b="1" dirty="0">
              <a:latin typeface="+mn-ea"/>
              <a:cs typeface="+mn-ea"/>
              <a:sym typeface="+mn-ea"/>
            </a:endParaRPr>
          </a:p>
        </p:txBody>
      </p:sp>
      <p:sp>
        <p:nvSpPr>
          <p:cNvPr id="11" name="矩形 10"/>
          <p:cNvSpPr/>
          <p:nvPr>
            <p:custDataLst>
              <p:tags r:id="rId5"/>
            </p:custDataLst>
          </p:nvPr>
        </p:nvSpPr>
        <p:spPr>
          <a:xfrm>
            <a:off x="964581" y="2832999"/>
            <a:ext cx="2703989" cy="455322"/>
          </a:xfrm>
          <a:prstGeom prst="rect">
            <a:avLst/>
          </a:prstGeom>
          <a:noFill/>
        </p:spPr>
        <p:txBody>
          <a:bodyPr wrap="square" lIns="0" tIns="0" rIns="0" bIns="0" rtlCol="0" anchor="ctr" anchorCtr="0">
            <a:noAutofit/>
          </a:bodyPr>
          <a:p>
            <a:pPr>
              <a:spcBef>
                <a:spcPct val="0"/>
              </a:spcBef>
              <a:spcAft>
                <a:spcPct val="0"/>
              </a:spcAft>
            </a:pPr>
            <a:r>
              <a:rPr lang="zh-CN" altLang="en-US" sz="2200" b="1">
                <a:solidFill>
                  <a:schemeClr val="accent1"/>
                </a:solidFill>
                <a:latin typeface="+mn-ea"/>
                <a:cs typeface="+mn-ea"/>
              </a:rPr>
              <a:t>指派问题的定义</a:t>
            </a:r>
            <a:endParaRPr lang="zh-CN" altLang="en-US" sz="2200" b="1">
              <a:solidFill>
                <a:schemeClr val="accent1"/>
              </a:solidFill>
              <a:latin typeface="+mn-ea"/>
              <a:cs typeface="+mn-ea"/>
            </a:endParaRPr>
          </a:p>
        </p:txBody>
      </p:sp>
      <p:sp>
        <p:nvSpPr>
          <p:cNvPr id="12" name="矩形: 圆角 2"/>
          <p:cNvSpPr/>
          <p:nvPr>
            <p:custDataLst>
              <p:tags r:id="rId6"/>
            </p:custDataLst>
          </p:nvPr>
        </p:nvSpPr>
        <p:spPr>
          <a:xfrm>
            <a:off x="4481418" y="2414509"/>
            <a:ext cx="3230435" cy="3105333"/>
          </a:xfrm>
          <a:prstGeom prst="roundRect">
            <a:avLst>
              <a:gd name="adj" fmla="val 0"/>
            </a:avLst>
          </a:prstGeom>
          <a:solidFill>
            <a:schemeClr val="tx1">
              <a:lumMod val="40000"/>
              <a:lumOff val="60000"/>
              <a:alpha val="15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p>
            <a:endParaRPr lang="zh-CN" altLang="en-US" sz="1440">
              <a:solidFill>
                <a:schemeClr val="bg1"/>
              </a:solidFill>
              <a:latin typeface="+mj-ea"/>
              <a:ea typeface="+mj-ea"/>
            </a:endParaRPr>
          </a:p>
        </p:txBody>
      </p:sp>
      <p:sp>
        <p:nvSpPr>
          <p:cNvPr id="13" name="矩形 12"/>
          <p:cNvSpPr/>
          <p:nvPr>
            <p:custDataLst>
              <p:tags r:id="rId7"/>
            </p:custDataLst>
          </p:nvPr>
        </p:nvSpPr>
        <p:spPr>
          <a:xfrm>
            <a:off x="4746228" y="3652832"/>
            <a:ext cx="2702719" cy="1605374"/>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600" dirty="0">
                <a:solidFill>
                  <a:schemeClr val="tx1">
                    <a:lumMod val="85000"/>
                    <a:lumOff val="15000"/>
                  </a:schemeClr>
                </a:solidFill>
                <a:latin typeface="+mn-ea"/>
                <a:cs typeface="+mn-ea"/>
              </a:rPr>
              <a:t>每个任务必须分配给一个资源，每个资源只能完成一个任务，确保资源的充分利用。</a:t>
            </a:r>
            <a:endParaRPr lang="zh-CN" altLang="en-US" sz="1600" dirty="0">
              <a:solidFill>
                <a:schemeClr val="tx1">
                  <a:lumMod val="85000"/>
                  <a:lumOff val="15000"/>
                </a:schemeClr>
              </a:solidFill>
              <a:latin typeface="+mn-ea"/>
              <a:cs typeface="+mn-ea"/>
            </a:endParaRPr>
          </a:p>
        </p:txBody>
      </p:sp>
      <p:sp>
        <p:nvSpPr>
          <p:cNvPr id="14" name="圆角矩形 13"/>
          <p:cNvSpPr/>
          <p:nvPr>
            <p:custDataLst>
              <p:tags r:id="rId8"/>
            </p:custDataLst>
          </p:nvPr>
        </p:nvSpPr>
        <p:spPr>
          <a:xfrm>
            <a:off x="4746228" y="1977603"/>
            <a:ext cx="694096" cy="680125"/>
          </a:xfrm>
          <a:prstGeom prst="roundRect">
            <a:avLst>
              <a:gd name="adj" fmla="val 0"/>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wrap="none" lIns="0" tIns="0" rIns="0" bIns="0" rtlCol="0" anchor="ctr">
            <a:noAutofit/>
          </a:bodyPr>
          <a:p>
            <a:pPr algn="ctr">
              <a:spcBef>
                <a:spcPct val="0"/>
              </a:spcBef>
              <a:spcAft>
                <a:spcPct val="0"/>
              </a:spcAft>
            </a:pPr>
            <a:r>
              <a:rPr lang="en-US" altLang="zh-CN" sz="2000" b="1">
                <a:latin typeface="+mn-ea"/>
                <a:cs typeface="+mn-ea"/>
                <a:sym typeface="+mn-ea"/>
              </a:rPr>
              <a:t>02</a:t>
            </a:r>
            <a:endParaRPr lang="en-US" altLang="zh-CN" sz="2000" b="1" dirty="0">
              <a:latin typeface="+mn-ea"/>
              <a:cs typeface="+mn-ea"/>
              <a:sym typeface="+mn-ea"/>
            </a:endParaRPr>
          </a:p>
        </p:txBody>
      </p:sp>
      <p:sp>
        <p:nvSpPr>
          <p:cNvPr id="15" name="矩形 14"/>
          <p:cNvSpPr/>
          <p:nvPr>
            <p:custDataLst>
              <p:tags r:id="rId9"/>
            </p:custDataLst>
          </p:nvPr>
        </p:nvSpPr>
        <p:spPr>
          <a:xfrm>
            <a:off x="4751944" y="2845064"/>
            <a:ext cx="2703989" cy="443256"/>
          </a:xfrm>
          <a:prstGeom prst="rect">
            <a:avLst/>
          </a:prstGeom>
          <a:noFill/>
        </p:spPr>
        <p:txBody>
          <a:bodyPr wrap="square" lIns="0" tIns="0" rIns="0" bIns="0" rtlCol="0" anchor="ctr" anchorCtr="0">
            <a:noAutofit/>
          </a:bodyPr>
          <a:p>
            <a:pPr>
              <a:spcBef>
                <a:spcPct val="0"/>
              </a:spcBef>
              <a:spcAft>
                <a:spcPct val="0"/>
              </a:spcAft>
            </a:pPr>
            <a:r>
              <a:rPr lang="zh-CN" altLang="en-US" sz="2200" b="1">
                <a:solidFill>
                  <a:schemeClr val="accent1"/>
                </a:solidFill>
                <a:latin typeface="+mn-ea"/>
                <a:cs typeface="+mn-ea"/>
              </a:rPr>
              <a:t>任务与资源的匹配特性</a:t>
            </a:r>
            <a:endParaRPr lang="zh-CN" altLang="en-US" sz="2200" b="1">
              <a:solidFill>
                <a:schemeClr val="accent1"/>
              </a:solidFill>
              <a:latin typeface="+mn-ea"/>
              <a:cs typeface="+mn-ea"/>
            </a:endParaRPr>
          </a:p>
        </p:txBody>
      </p:sp>
      <p:sp>
        <p:nvSpPr>
          <p:cNvPr id="63" name="矩形: 圆角 2"/>
          <p:cNvSpPr/>
          <p:nvPr>
            <p:custDataLst>
              <p:tags r:id="rId10"/>
            </p:custDataLst>
          </p:nvPr>
        </p:nvSpPr>
        <p:spPr>
          <a:xfrm>
            <a:off x="8266240" y="2414509"/>
            <a:ext cx="3230435" cy="3105333"/>
          </a:xfrm>
          <a:prstGeom prst="roundRect">
            <a:avLst>
              <a:gd name="adj" fmla="val 0"/>
            </a:avLst>
          </a:prstGeom>
          <a:solidFill>
            <a:schemeClr val="tx1">
              <a:lumMod val="40000"/>
              <a:lumOff val="60000"/>
              <a:alpha val="15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p>
            <a:endParaRPr lang="zh-CN" altLang="en-US" sz="1440">
              <a:solidFill>
                <a:schemeClr val="bg1"/>
              </a:solidFill>
              <a:latin typeface="+mj-ea"/>
              <a:ea typeface="+mj-ea"/>
            </a:endParaRPr>
          </a:p>
        </p:txBody>
      </p:sp>
      <p:sp>
        <p:nvSpPr>
          <p:cNvPr id="16" name="矩形 15"/>
          <p:cNvSpPr/>
          <p:nvPr>
            <p:custDataLst>
              <p:tags r:id="rId11"/>
            </p:custDataLst>
          </p:nvPr>
        </p:nvSpPr>
        <p:spPr>
          <a:xfrm>
            <a:off x="8531051" y="3647752"/>
            <a:ext cx="2702719" cy="1605374"/>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1600" dirty="0">
                <a:solidFill>
                  <a:schemeClr val="tx1">
                    <a:lumMod val="85000"/>
                    <a:lumOff val="15000"/>
                  </a:schemeClr>
                </a:solidFill>
                <a:latin typeface="+mn-ea"/>
                <a:cs typeface="+mn-ea"/>
              </a:rPr>
              <a:t>成本矩阵是解决指派问题的关键，它记录了所有资源完成所有任务的成本，用于计算最优分配方案。</a:t>
            </a:r>
            <a:endParaRPr lang="zh-CN" altLang="en-US" sz="1600" dirty="0">
              <a:solidFill>
                <a:schemeClr val="tx1">
                  <a:lumMod val="85000"/>
                  <a:lumOff val="15000"/>
                </a:schemeClr>
              </a:solidFill>
              <a:latin typeface="+mn-ea"/>
              <a:cs typeface="+mn-ea"/>
            </a:endParaRPr>
          </a:p>
        </p:txBody>
      </p:sp>
      <p:sp>
        <p:nvSpPr>
          <p:cNvPr id="65" name="圆角矩形 64"/>
          <p:cNvSpPr/>
          <p:nvPr>
            <p:custDataLst>
              <p:tags r:id="rId12"/>
            </p:custDataLst>
          </p:nvPr>
        </p:nvSpPr>
        <p:spPr>
          <a:xfrm>
            <a:off x="8531051" y="1977603"/>
            <a:ext cx="694096" cy="680125"/>
          </a:xfrm>
          <a:prstGeom prst="roundRect">
            <a:avLst>
              <a:gd name="adj" fmla="val 0"/>
            </a:avLst>
          </a:prstGeom>
          <a:solidFill>
            <a:schemeClr val="accent1"/>
          </a:solidFill>
          <a:ln>
            <a:noFill/>
          </a:ln>
          <a:effectLst/>
        </p:spPr>
        <p:style>
          <a:lnRef idx="2">
            <a:schemeClr val="accent1">
              <a:lumMod val="75000"/>
            </a:schemeClr>
          </a:lnRef>
          <a:fillRef idx="1">
            <a:schemeClr val="accent1"/>
          </a:fillRef>
          <a:effectRef idx="0">
            <a:srgbClr val="FFFFFF"/>
          </a:effectRef>
          <a:fontRef idx="minor">
            <a:schemeClr val="lt1"/>
          </a:fontRef>
        </p:style>
        <p:txBody>
          <a:bodyPr wrap="none" lIns="0" tIns="0" rIns="0" bIns="0" rtlCol="0" anchor="ctr">
            <a:noAutofit/>
          </a:bodyPr>
          <a:p>
            <a:pPr algn="ctr">
              <a:spcBef>
                <a:spcPct val="0"/>
              </a:spcBef>
              <a:spcAft>
                <a:spcPct val="0"/>
              </a:spcAft>
            </a:pPr>
            <a:r>
              <a:rPr lang="en-US" altLang="zh-CN" sz="2000" b="1" dirty="0">
                <a:latin typeface="+mn-ea"/>
                <a:cs typeface="+mn-ea"/>
                <a:sym typeface="+mn-ea"/>
              </a:rPr>
              <a:t>03</a:t>
            </a:r>
            <a:endParaRPr lang="en-US" altLang="zh-CN" sz="2000" b="1" dirty="0">
              <a:latin typeface="+mn-ea"/>
              <a:cs typeface="+mn-ea"/>
              <a:sym typeface="+mn-ea"/>
            </a:endParaRPr>
          </a:p>
        </p:txBody>
      </p:sp>
      <p:cxnSp>
        <p:nvCxnSpPr>
          <p:cNvPr id="17" name="直接连接符 16"/>
          <p:cNvCxnSpPr/>
          <p:nvPr>
            <p:custDataLst>
              <p:tags r:id="rId13"/>
            </p:custDataLst>
          </p:nvPr>
        </p:nvCxnSpPr>
        <p:spPr>
          <a:xfrm flipV="1">
            <a:off x="882026" y="3452160"/>
            <a:ext cx="2844332" cy="0"/>
          </a:xfrm>
          <a:prstGeom prst="line">
            <a:avLst/>
          </a:prstGeom>
          <a:ln w="22225">
            <a:solidFill>
              <a:schemeClr val="accent1">
                <a:alpha val="50000"/>
              </a:schemeClr>
            </a:solidFill>
          </a:ln>
        </p:spPr>
        <p:style>
          <a:lnRef idx="2">
            <a:schemeClr val="accent1"/>
          </a:lnRef>
          <a:fillRef idx="0">
            <a:srgbClr val="FFFFFF"/>
          </a:fillRef>
          <a:effectRef idx="0">
            <a:srgbClr val="FFFFFF"/>
          </a:effectRef>
          <a:fontRef idx="minor">
            <a:schemeClr val="tx1"/>
          </a:fontRef>
        </p:style>
      </p:cxnSp>
      <p:cxnSp>
        <p:nvCxnSpPr>
          <p:cNvPr id="18" name="直接连接符 17"/>
          <p:cNvCxnSpPr/>
          <p:nvPr>
            <p:custDataLst>
              <p:tags r:id="rId14"/>
            </p:custDataLst>
          </p:nvPr>
        </p:nvCxnSpPr>
        <p:spPr>
          <a:xfrm>
            <a:off x="4666849" y="3452160"/>
            <a:ext cx="2844332" cy="0"/>
          </a:xfrm>
          <a:prstGeom prst="line">
            <a:avLst/>
          </a:prstGeom>
          <a:ln w="22225">
            <a:solidFill>
              <a:schemeClr val="accent1">
                <a:alpha val="50000"/>
              </a:schemeClr>
            </a:solidFill>
          </a:ln>
        </p:spPr>
        <p:style>
          <a:lnRef idx="2">
            <a:schemeClr val="accent1"/>
          </a:lnRef>
          <a:fillRef idx="0">
            <a:srgbClr val="FFFFFF"/>
          </a:fillRef>
          <a:effectRef idx="0">
            <a:srgbClr val="FFFFFF"/>
          </a:effectRef>
          <a:fontRef idx="minor">
            <a:schemeClr val="tx1"/>
          </a:fontRef>
        </p:style>
      </p:cxnSp>
      <p:cxnSp>
        <p:nvCxnSpPr>
          <p:cNvPr id="75" name="直接连接符 74"/>
          <p:cNvCxnSpPr/>
          <p:nvPr>
            <p:custDataLst>
              <p:tags r:id="rId15"/>
            </p:custDataLst>
          </p:nvPr>
        </p:nvCxnSpPr>
        <p:spPr>
          <a:xfrm flipV="1">
            <a:off x="8451671" y="3452160"/>
            <a:ext cx="2844332" cy="0"/>
          </a:xfrm>
          <a:prstGeom prst="line">
            <a:avLst/>
          </a:prstGeom>
          <a:ln w="22225">
            <a:solidFill>
              <a:schemeClr val="accent1">
                <a:alpha val="50000"/>
              </a:schemeClr>
            </a:solidFill>
          </a:ln>
        </p:spPr>
        <p:style>
          <a:lnRef idx="2">
            <a:schemeClr val="accent1"/>
          </a:lnRef>
          <a:fillRef idx="0">
            <a:srgbClr val="FFFFFF"/>
          </a:fillRef>
          <a:effectRef idx="0">
            <a:srgbClr val="FFFFFF"/>
          </a:effectRef>
          <a:fontRef idx="minor">
            <a:schemeClr val="tx1"/>
          </a:fontRef>
        </p:style>
      </p:cxnSp>
      <p:sp>
        <p:nvSpPr>
          <p:cNvPr id="19" name="矩形 18"/>
          <p:cNvSpPr/>
          <p:nvPr>
            <p:custDataLst>
              <p:tags r:id="rId16"/>
            </p:custDataLst>
          </p:nvPr>
        </p:nvSpPr>
        <p:spPr>
          <a:xfrm>
            <a:off x="8531051" y="2850145"/>
            <a:ext cx="2703989" cy="443256"/>
          </a:xfrm>
          <a:prstGeom prst="rect">
            <a:avLst/>
          </a:prstGeom>
          <a:noFill/>
        </p:spPr>
        <p:txBody>
          <a:bodyPr wrap="square" lIns="0" tIns="0" rIns="0" bIns="0" rtlCol="0" anchor="ctr" anchorCtr="0">
            <a:noAutofit/>
          </a:bodyPr>
          <a:p>
            <a:pPr>
              <a:spcBef>
                <a:spcPct val="0"/>
              </a:spcBef>
              <a:spcAft>
                <a:spcPct val="0"/>
              </a:spcAft>
            </a:pPr>
            <a:r>
              <a:rPr lang="zh-CN" altLang="en-US" sz="2200" b="1" dirty="0">
                <a:solidFill>
                  <a:schemeClr val="accent1"/>
                </a:solidFill>
                <a:latin typeface="+mn-ea"/>
                <a:cs typeface="+mn-ea"/>
              </a:rPr>
              <a:t>成本矩阵的构建</a:t>
            </a:r>
            <a:endParaRPr lang="zh-CN" altLang="en-US" sz="2200" b="1" dirty="0">
              <a:solidFill>
                <a:schemeClr val="accent1"/>
              </a:solidFill>
              <a:latin typeface="+mn-ea"/>
              <a:cs typeface="+mn-ea"/>
            </a:endParaRPr>
          </a:p>
        </p:txBody>
      </p:sp>
    </p:spTree>
    <p:custDataLst>
      <p:tags r:id="rId17"/>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标题 40"/>
          <p:cNvSpPr>
            <a:spLocks noGrp="1"/>
          </p:cNvSpPr>
          <p:nvPr>
            <p:ph type="title"/>
            <p:custDataLst>
              <p:tags r:id="rId1"/>
            </p:custDataLst>
          </p:nvPr>
        </p:nvSpPr>
        <p:spPr>
          <a:xfrm>
            <a:off x="608400" y="608400"/>
            <a:ext cx="10969200" cy="705600"/>
          </a:xfrm>
          <a:noFill/>
        </p:spPr>
        <p:txBody>
          <a:bodyPr wrap="square" lIns="91440" tIns="45720" rIns="91440" bIns="45720" rtlCol="0" anchor="b">
            <a:noAutofit/>
          </a:bodyPr>
          <a:lstStyle/>
          <a:p>
            <a:r>
              <a:rPr lang="zh-CN" altLang="en-US" dirty="0"/>
              <a:t>模型建立方法</a:t>
            </a:r>
            <a:endParaRPr lang="zh-CN" altLang="en-US" dirty="0"/>
          </a:p>
        </p:txBody>
      </p:sp>
      <p:sp>
        <p:nvSpPr>
          <p:cNvPr id="2" name="任意形状 2"/>
          <p:cNvSpPr/>
          <p:nvPr>
            <p:custDataLst>
              <p:tags r:id="rId2"/>
            </p:custDataLst>
          </p:nvPr>
        </p:nvSpPr>
        <p:spPr>
          <a:xfrm>
            <a:off x="-4197" y="1544086"/>
            <a:ext cx="12196198" cy="5316769"/>
          </a:xfrm>
          <a:custGeom>
            <a:avLst/>
            <a:gdLst>
              <a:gd name="connsiteX0" fmla="*/ 7421879 w 9144000"/>
              <a:gd name="connsiteY0" fmla="*/ 944 h 4667042"/>
              <a:gd name="connsiteX1" fmla="*/ 8739856 w 9144000"/>
              <a:gd name="connsiteY1" fmla="*/ 200746 h 4667042"/>
              <a:gd name="connsiteX2" fmla="*/ 9144000 w 9144000"/>
              <a:gd name="connsiteY2" fmla="*/ 302125 h 4667042"/>
              <a:gd name="connsiteX3" fmla="*/ 9144000 w 9144000"/>
              <a:gd name="connsiteY3" fmla="*/ 4667042 h 4667042"/>
              <a:gd name="connsiteX4" fmla="*/ 0 w 9144000"/>
              <a:gd name="connsiteY4" fmla="*/ 4667042 h 4667042"/>
              <a:gd name="connsiteX5" fmla="*/ 0 w 9144000"/>
              <a:gd name="connsiteY5" fmla="*/ 142334 h 4667042"/>
              <a:gd name="connsiteX6" fmla="*/ 260865 w 9144000"/>
              <a:gd name="connsiteY6" fmla="*/ 125811 h 4667042"/>
              <a:gd name="connsiteX7" fmla="*/ 640079 w 9144000"/>
              <a:gd name="connsiteY7" fmla="*/ 122864 h 4667042"/>
              <a:gd name="connsiteX8" fmla="*/ 4465319 w 9144000"/>
              <a:gd name="connsiteY8" fmla="*/ 595304 h 4667042"/>
              <a:gd name="connsiteX9" fmla="*/ 7421879 w 9144000"/>
              <a:gd name="connsiteY9" fmla="*/ 944 h 4667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144000" h="4667042">
                <a:moveTo>
                  <a:pt x="7421879" y="944"/>
                </a:moveTo>
                <a:cubicBezTo>
                  <a:pt x="7809547" y="11422"/>
                  <a:pt x="8275795" y="92622"/>
                  <a:pt x="8739856" y="200746"/>
                </a:cubicBezTo>
                <a:lnTo>
                  <a:pt x="9144000" y="302125"/>
                </a:lnTo>
                <a:lnTo>
                  <a:pt x="9144000" y="4667042"/>
                </a:lnTo>
                <a:lnTo>
                  <a:pt x="0" y="4667042"/>
                </a:lnTo>
                <a:lnTo>
                  <a:pt x="0" y="142334"/>
                </a:lnTo>
                <a:lnTo>
                  <a:pt x="260865" y="125811"/>
                </a:lnTo>
                <a:cubicBezTo>
                  <a:pt x="384849" y="121237"/>
                  <a:pt x="511492" y="120007"/>
                  <a:pt x="640079" y="122864"/>
                </a:cubicBezTo>
                <a:cubicBezTo>
                  <a:pt x="1668779" y="145724"/>
                  <a:pt x="3335019" y="615624"/>
                  <a:pt x="4465319" y="595304"/>
                </a:cubicBezTo>
                <a:cubicBezTo>
                  <a:pt x="5595619" y="574984"/>
                  <a:pt x="6388099" y="-26996"/>
                  <a:pt x="7421879" y="944"/>
                </a:cubicBezTo>
                <a:close/>
              </a:path>
            </a:pathLst>
          </a:custGeom>
          <a:solidFill>
            <a:schemeClr val="accent1">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sz="3200">
              <a:latin typeface="+mj-ea"/>
              <a:ea typeface="+mj-ea"/>
              <a:sym typeface="微软雅黑" panose="020B0503020204020204" charset="-122"/>
            </a:endParaRPr>
          </a:p>
        </p:txBody>
      </p:sp>
      <p:sp>
        <p:nvSpPr>
          <p:cNvPr id="4" name="任意形状 1"/>
          <p:cNvSpPr/>
          <p:nvPr>
            <p:custDataLst>
              <p:tags r:id="rId3"/>
            </p:custDataLst>
          </p:nvPr>
        </p:nvSpPr>
        <p:spPr>
          <a:xfrm>
            <a:off x="-4197" y="1608878"/>
            <a:ext cx="12196198" cy="5251901"/>
          </a:xfrm>
          <a:custGeom>
            <a:avLst/>
            <a:gdLst>
              <a:gd name="connsiteX0" fmla="*/ 9144000 w 9144000"/>
              <a:gd name="connsiteY0" fmla="*/ 0 h 4569773"/>
              <a:gd name="connsiteX1" fmla="*/ 9144000 w 9144000"/>
              <a:gd name="connsiteY1" fmla="*/ 4569773 h 4569773"/>
              <a:gd name="connsiteX2" fmla="*/ 0 w 9144000"/>
              <a:gd name="connsiteY2" fmla="*/ 4569773 h 4569773"/>
              <a:gd name="connsiteX3" fmla="*/ 0 w 9144000"/>
              <a:gd name="connsiteY3" fmla="*/ 638493 h 4569773"/>
              <a:gd name="connsiteX4" fmla="*/ 135688 w 9144000"/>
              <a:gd name="connsiteY4" fmla="*/ 681653 h 4569773"/>
              <a:gd name="connsiteX5" fmla="*/ 487681 w 9144000"/>
              <a:gd name="connsiteY5" fmla="*/ 725542 h 4569773"/>
              <a:gd name="connsiteX6" fmla="*/ 4450081 w 9144000"/>
              <a:gd name="connsiteY6" fmla="*/ 192142 h 4569773"/>
              <a:gd name="connsiteX7" fmla="*/ 7239001 w 9144000"/>
              <a:gd name="connsiteY7" fmla="*/ 603622 h 4569773"/>
              <a:gd name="connsiteX8" fmla="*/ 9034464 w 9144000"/>
              <a:gd name="connsiteY8" fmla="*/ 37837 h 4569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0" h="4569773">
                <a:moveTo>
                  <a:pt x="9144000" y="0"/>
                </a:moveTo>
                <a:lnTo>
                  <a:pt x="9144000" y="4569773"/>
                </a:lnTo>
                <a:lnTo>
                  <a:pt x="0" y="4569773"/>
                </a:lnTo>
                <a:lnTo>
                  <a:pt x="0" y="638493"/>
                </a:lnTo>
                <a:lnTo>
                  <a:pt x="135688" y="681653"/>
                </a:lnTo>
                <a:cubicBezTo>
                  <a:pt x="248048" y="710818"/>
                  <a:pt x="365444" y="727447"/>
                  <a:pt x="487681" y="725542"/>
                </a:cubicBezTo>
                <a:cubicBezTo>
                  <a:pt x="1465581" y="710302"/>
                  <a:pt x="3324861" y="212462"/>
                  <a:pt x="4450081" y="192142"/>
                </a:cubicBezTo>
                <a:cubicBezTo>
                  <a:pt x="5575301" y="171822"/>
                  <a:pt x="6240781" y="613782"/>
                  <a:pt x="7239001" y="603622"/>
                </a:cubicBezTo>
                <a:cubicBezTo>
                  <a:pt x="7738111" y="598542"/>
                  <a:pt x="8418831" y="263262"/>
                  <a:pt x="9034464" y="37837"/>
                </a:cubicBezTo>
                <a:close/>
              </a:path>
            </a:pathLst>
          </a:custGeom>
          <a:gradFill>
            <a:gsLst>
              <a:gs pos="0">
                <a:schemeClr val="accent1">
                  <a:alpha val="75000"/>
                </a:schemeClr>
              </a:gs>
              <a:gs pos="68000">
                <a:schemeClr val="accent1"/>
              </a:gs>
            </a:gsLst>
            <a:lin ang="2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sz="3200">
              <a:latin typeface="+mj-ea"/>
              <a:ea typeface="+mj-ea"/>
              <a:sym typeface="微软雅黑" panose="020B0503020204020204" charset="-122"/>
            </a:endParaRPr>
          </a:p>
        </p:txBody>
      </p:sp>
      <p:sp>
        <p:nvSpPr>
          <p:cNvPr id="10" name="任意多边形: 形状 9"/>
          <p:cNvSpPr/>
          <p:nvPr>
            <p:custDataLst>
              <p:tags r:id="rId4"/>
            </p:custDataLst>
          </p:nvPr>
        </p:nvSpPr>
        <p:spPr>
          <a:xfrm>
            <a:off x="249" y="1230432"/>
            <a:ext cx="12193022" cy="5210063"/>
          </a:xfrm>
          <a:custGeom>
            <a:avLst/>
            <a:gdLst>
              <a:gd name="connsiteX0" fmla="*/ 2408361 w 9107329"/>
              <a:gd name="connsiteY0" fmla="*/ 434 h 2794050"/>
              <a:gd name="connsiteX1" fmla="*/ 7003480 w 9107329"/>
              <a:gd name="connsiteY1" fmla="*/ 263023 h 2794050"/>
              <a:gd name="connsiteX2" fmla="*/ 8796810 w 9107329"/>
              <a:gd name="connsiteY2" fmla="*/ 78568 h 2794050"/>
              <a:gd name="connsiteX3" fmla="*/ 9107329 w 9107329"/>
              <a:gd name="connsiteY3" fmla="*/ 30883 h 2794050"/>
              <a:gd name="connsiteX4" fmla="*/ 9107329 w 9107329"/>
              <a:gd name="connsiteY4" fmla="*/ 2794050 h 2794050"/>
              <a:gd name="connsiteX5" fmla="*/ 0 w 9107329"/>
              <a:gd name="connsiteY5" fmla="*/ 2794050 h 2794050"/>
              <a:gd name="connsiteX6" fmla="*/ 0 w 9107329"/>
              <a:gd name="connsiteY6" fmla="*/ 108284 h 2794050"/>
              <a:gd name="connsiteX7" fmla="*/ 397174 w 9107329"/>
              <a:gd name="connsiteY7" fmla="*/ 83169 h 2794050"/>
              <a:gd name="connsiteX8" fmla="*/ 2408361 w 9107329"/>
              <a:gd name="connsiteY8" fmla="*/ 434 h 2794050"/>
              <a:gd name="connsiteX0-1" fmla="*/ 2414029 w 9112997"/>
              <a:gd name="connsiteY0-2" fmla="*/ 434 h 3899264"/>
              <a:gd name="connsiteX1-3" fmla="*/ 7009148 w 9112997"/>
              <a:gd name="connsiteY1-4" fmla="*/ 263023 h 3899264"/>
              <a:gd name="connsiteX2-5" fmla="*/ 8802478 w 9112997"/>
              <a:gd name="connsiteY2-6" fmla="*/ 78568 h 3899264"/>
              <a:gd name="connsiteX3-7" fmla="*/ 9112997 w 9112997"/>
              <a:gd name="connsiteY3-8" fmla="*/ 30883 h 3899264"/>
              <a:gd name="connsiteX4-9" fmla="*/ 9112997 w 9112997"/>
              <a:gd name="connsiteY4-10" fmla="*/ 2794050 h 3899264"/>
              <a:gd name="connsiteX5-11" fmla="*/ 0 w 9112997"/>
              <a:gd name="connsiteY5-12" fmla="*/ 3899264 h 3899264"/>
              <a:gd name="connsiteX6-13" fmla="*/ 5668 w 9112997"/>
              <a:gd name="connsiteY6-14" fmla="*/ 108284 h 3899264"/>
              <a:gd name="connsiteX7-15" fmla="*/ 402842 w 9112997"/>
              <a:gd name="connsiteY7-16" fmla="*/ 83169 h 3899264"/>
              <a:gd name="connsiteX8-17" fmla="*/ 2414029 w 9112997"/>
              <a:gd name="connsiteY8-18" fmla="*/ 434 h 3899264"/>
              <a:gd name="connsiteX0-19" fmla="*/ 2414029 w 9112997"/>
              <a:gd name="connsiteY0-20" fmla="*/ 434 h 3910600"/>
              <a:gd name="connsiteX1-21" fmla="*/ 7009148 w 9112997"/>
              <a:gd name="connsiteY1-22" fmla="*/ 263023 h 3910600"/>
              <a:gd name="connsiteX2-23" fmla="*/ 8802478 w 9112997"/>
              <a:gd name="connsiteY2-24" fmla="*/ 78568 h 3910600"/>
              <a:gd name="connsiteX3-25" fmla="*/ 9112997 w 9112997"/>
              <a:gd name="connsiteY3-26" fmla="*/ 30883 h 3910600"/>
              <a:gd name="connsiteX4-27" fmla="*/ 9112997 w 9112997"/>
              <a:gd name="connsiteY4-28" fmla="*/ 3910600 h 3910600"/>
              <a:gd name="connsiteX5-29" fmla="*/ 0 w 9112997"/>
              <a:gd name="connsiteY5-30" fmla="*/ 3899264 h 3910600"/>
              <a:gd name="connsiteX6-31" fmla="*/ 5668 w 9112997"/>
              <a:gd name="connsiteY6-32" fmla="*/ 108284 h 3910600"/>
              <a:gd name="connsiteX7-33" fmla="*/ 402842 w 9112997"/>
              <a:gd name="connsiteY7-34" fmla="*/ 83169 h 3910600"/>
              <a:gd name="connsiteX8-35" fmla="*/ 2414029 w 9112997"/>
              <a:gd name="connsiteY8-36" fmla="*/ 434 h 3910600"/>
              <a:gd name="connsiteX0-37" fmla="*/ 2408613 w 9107581"/>
              <a:gd name="connsiteY0-38" fmla="*/ 434 h 3910600"/>
              <a:gd name="connsiteX1-39" fmla="*/ 7003732 w 9107581"/>
              <a:gd name="connsiteY1-40" fmla="*/ 263023 h 3910600"/>
              <a:gd name="connsiteX2-41" fmla="*/ 8797062 w 9107581"/>
              <a:gd name="connsiteY2-42" fmla="*/ 78568 h 3910600"/>
              <a:gd name="connsiteX3-43" fmla="*/ 9107581 w 9107581"/>
              <a:gd name="connsiteY3-44" fmla="*/ 30883 h 3910600"/>
              <a:gd name="connsiteX4-45" fmla="*/ 9107581 w 9107581"/>
              <a:gd name="connsiteY4-46" fmla="*/ 3910600 h 3910600"/>
              <a:gd name="connsiteX5-47" fmla="*/ 5920 w 9107581"/>
              <a:gd name="connsiteY5-48" fmla="*/ 3904932 h 3910600"/>
              <a:gd name="connsiteX6-49" fmla="*/ 252 w 9107581"/>
              <a:gd name="connsiteY6-50" fmla="*/ 108284 h 3910600"/>
              <a:gd name="connsiteX7-51" fmla="*/ 397426 w 9107581"/>
              <a:gd name="connsiteY7-52" fmla="*/ 83169 h 3910600"/>
              <a:gd name="connsiteX8-53" fmla="*/ 2408613 w 9107581"/>
              <a:gd name="connsiteY8-54" fmla="*/ 434 h 3910600"/>
              <a:gd name="connsiteX0-55" fmla="*/ 2419202 w 9118170"/>
              <a:gd name="connsiteY0-56" fmla="*/ 434 h 3910600"/>
              <a:gd name="connsiteX1-57" fmla="*/ 7014321 w 9118170"/>
              <a:gd name="connsiteY1-58" fmla="*/ 263023 h 3910600"/>
              <a:gd name="connsiteX2-59" fmla="*/ 8807651 w 9118170"/>
              <a:gd name="connsiteY2-60" fmla="*/ 78568 h 3910600"/>
              <a:gd name="connsiteX3-61" fmla="*/ 9118170 w 9118170"/>
              <a:gd name="connsiteY3-62" fmla="*/ 30883 h 3910600"/>
              <a:gd name="connsiteX4-63" fmla="*/ 9118170 w 9118170"/>
              <a:gd name="connsiteY4-64" fmla="*/ 3910600 h 3910600"/>
              <a:gd name="connsiteX5-65" fmla="*/ 16509 w 9118170"/>
              <a:gd name="connsiteY5-66" fmla="*/ 3904932 h 3910600"/>
              <a:gd name="connsiteX6-67" fmla="*/ 125 w 9118170"/>
              <a:gd name="connsiteY6-68" fmla="*/ 108284 h 3910600"/>
              <a:gd name="connsiteX7-69" fmla="*/ 408015 w 9118170"/>
              <a:gd name="connsiteY7-70" fmla="*/ 83169 h 3910600"/>
              <a:gd name="connsiteX8-71" fmla="*/ 2419202 w 9118170"/>
              <a:gd name="connsiteY8-72" fmla="*/ 434 h 3910600"/>
              <a:gd name="connsiteX0-73" fmla="*/ 2419456 w 9118424"/>
              <a:gd name="connsiteY0-74" fmla="*/ 434 h 3910600"/>
              <a:gd name="connsiteX1-75" fmla="*/ 7014575 w 9118424"/>
              <a:gd name="connsiteY1-76" fmla="*/ 263023 h 3910600"/>
              <a:gd name="connsiteX2-77" fmla="*/ 8807905 w 9118424"/>
              <a:gd name="connsiteY2-78" fmla="*/ 78568 h 3910600"/>
              <a:gd name="connsiteX3-79" fmla="*/ 9118424 w 9118424"/>
              <a:gd name="connsiteY3-80" fmla="*/ 30883 h 3910600"/>
              <a:gd name="connsiteX4-81" fmla="*/ 9118424 w 9118424"/>
              <a:gd name="connsiteY4-82" fmla="*/ 3910600 h 3910600"/>
              <a:gd name="connsiteX5-83" fmla="*/ 2476 w 9118424"/>
              <a:gd name="connsiteY5-84" fmla="*/ 3904932 h 3910600"/>
              <a:gd name="connsiteX6-85" fmla="*/ 379 w 9118424"/>
              <a:gd name="connsiteY6-86" fmla="*/ 108284 h 3910600"/>
              <a:gd name="connsiteX7-87" fmla="*/ 408269 w 9118424"/>
              <a:gd name="connsiteY7-88" fmla="*/ 83169 h 3910600"/>
              <a:gd name="connsiteX8-89" fmla="*/ 2419456 w 9118424"/>
              <a:gd name="connsiteY8-90" fmla="*/ 434 h 3910600"/>
              <a:gd name="connsiteX0-91" fmla="*/ 2419456 w 9146999"/>
              <a:gd name="connsiteY0-92" fmla="*/ 434 h 3910600"/>
              <a:gd name="connsiteX1-93" fmla="*/ 7014575 w 9146999"/>
              <a:gd name="connsiteY1-94" fmla="*/ 263023 h 3910600"/>
              <a:gd name="connsiteX2-95" fmla="*/ 8807905 w 9146999"/>
              <a:gd name="connsiteY2-96" fmla="*/ 78568 h 3910600"/>
              <a:gd name="connsiteX3-97" fmla="*/ 9118424 w 9146999"/>
              <a:gd name="connsiteY3-98" fmla="*/ 30883 h 3910600"/>
              <a:gd name="connsiteX4-99" fmla="*/ 9146999 w 9146999"/>
              <a:gd name="connsiteY4-100" fmla="*/ 3910600 h 3910600"/>
              <a:gd name="connsiteX5-101" fmla="*/ 2476 w 9146999"/>
              <a:gd name="connsiteY5-102" fmla="*/ 3904932 h 3910600"/>
              <a:gd name="connsiteX6-103" fmla="*/ 379 w 9146999"/>
              <a:gd name="connsiteY6-104" fmla="*/ 108284 h 3910600"/>
              <a:gd name="connsiteX7-105" fmla="*/ 408269 w 9146999"/>
              <a:gd name="connsiteY7-106" fmla="*/ 83169 h 3910600"/>
              <a:gd name="connsiteX8-107" fmla="*/ 2419456 w 9146999"/>
              <a:gd name="connsiteY8-108" fmla="*/ 434 h 3910600"/>
              <a:gd name="connsiteX0-109" fmla="*/ 2419456 w 9152430"/>
              <a:gd name="connsiteY0-110" fmla="*/ 434 h 3910600"/>
              <a:gd name="connsiteX1-111" fmla="*/ 7014575 w 9152430"/>
              <a:gd name="connsiteY1-112" fmla="*/ 263023 h 3910600"/>
              <a:gd name="connsiteX2-113" fmla="*/ 8807905 w 9152430"/>
              <a:gd name="connsiteY2-114" fmla="*/ 78568 h 3910600"/>
              <a:gd name="connsiteX3-115" fmla="*/ 9152430 w 9152430"/>
              <a:gd name="connsiteY3-116" fmla="*/ 13879 h 3910600"/>
              <a:gd name="connsiteX4-117" fmla="*/ 9146999 w 9152430"/>
              <a:gd name="connsiteY4-118" fmla="*/ 3910600 h 3910600"/>
              <a:gd name="connsiteX5-119" fmla="*/ 2476 w 9152430"/>
              <a:gd name="connsiteY5-120" fmla="*/ 3904932 h 3910600"/>
              <a:gd name="connsiteX6-121" fmla="*/ 379 w 9152430"/>
              <a:gd name="connsiteY6-122" fmla="*/ 108284 h 3910600"/>
              <a:gd name="connsiteX7-123" fmla="*/ 408269 w 9152430"/>
              <a:gd name="connsiteY7-124" fmla="*/ 83169 h 3910600"/>
              <a:gd name="connsiteX8-125" fmla="*/ 2419456 w 9152430"/>
              <a:gd name="connsiteY8-126" fmla="*/ 434 h 3910600"/>
              <a:gd name="connsiteX0-127" fmla="*/ 2419456 w 9158564"/>
              <a:gd name="connsiteY0-128" fmla="*/ 434 h 3910600"/>
              <a:gd name="connsiteX1-129" fmla="*/ 7014575 w 9158564"/>
              <a:gd name="connsiteY1-130" fmla="*/ 263023 h 3910600"/>
              <a:gd name="connsiteX2-131" fmla="*/ 8807905 w 9158564"/>
              <a:gd name="connsiteY2-132" fmla="*/ 78568 h 3910600"/>
              <a:gd name="connsiteX3-133" fmla="*/ 9152430 w 9158564"/>
              <a:gd name="connsiteY3-134" fmla="*/ 13879 h 3910600"/>
              <a:gd name="connsiteX4-135" fmla="*/ 9158335 w 9158564"/>
              <a:gd name="connsiteY4-136" fmla="*/ 3910600 h 3910600"/>
              <a:gd name="connsiteX5-137" fmla="*/ 2476 w 9158564"/>
              <a:gd name="connsiteY5-138" fmla="*/ 3904932 h 3910600"/>
              <a:gd name="connsiteX6-139" fmla="*/ 379 w 9158564"/>
              <a:gd name="connsiteY6-140" fmla="*/ 108284 h 3910600"/>
              <a:gd name="connsiteX7-141" fmla="*/ 408269 w 9158564"/>
              <a:gd name="connsiteY7-142" fmla="*/ 83169 h 3910600"/>
              <a:gd name="connsiteX8-143" fmla="*/ 2419456 w 9158564"/>
              <a:gd name="connsiteY8-144" fmla="*/ 434 h 3910600"/>
              <a:gd name="connsiteX0-145" fmla="*/ 2419456 w 9152430"/>
              <a:gd name="connsiteY0-146" fmla="*/ 434 h 3904932"/>
              <a:gd name="connsiteX1-147" fmla="*/ 7014575 w 9152430"/>
              <a:gd name="connsiteY1-148" fmla="*/ 263023 h 3904932"/>
              <a:gd name="connsiteX2-149" fmla="*/ 8807905 w 9152430"/>
              <a:gd name="connsiteY2-150" fmla="*/ 78568 h 3904932"/>
              <a:gd name="connsiteX3-151" fmla="*/ 9152430 w 9152430"/>
              <a:gd name="connsiteY3-152" fmla="*/ 13879 h 3904932"/>
              <a:gd name="connsiteX4-153" fmla="*/ 9141332 w 9152430"/>
              <a:gd name="connsiteY4-154" fmla="*/ 3904932 h 3904932"/>
              <a:gd name="connsiteX5-155" fmla="*/ 2476 w 9152430"/>
              <a:gd name="connsiteY5-156" fmla="*/ 3904932 h 3904932"/>
              <a:gd name="connsiteX6-157" fmla="*/ 379 w 9152430"/>
              <a:gd name="connsiteY6-158" fmla="*/ 108284 h 3904932"/>
              <a:gd name="connsiteX7-159" fmla="*/ 408269 w 9152430"/>
              <a:gd name="connsiteY7-160" fmla="*/ 83169 h 3904932"/>
              <a:gd name="connsiteX8-161" fmla="*/ 2419456 w 9152430"/>
              <a:gd name="connsiteY8-162" fmla="*/ 434 h 3904932"/>
              <a:gd name="connsiteX0-163" fmla="*/ 2419456 w 9152430"/>
              <a:gd name="connsiteY0-164" fmla="*/ 434 h 3904932"/>
              <a:gd name="connsiteX1-165" fmla="*/ 7014575 w 9152430"/>
              <a:gd name="connsiteY1-166" fmla="*/ 263023 h 3904932"/>
              <a:gd name="connsiteX2-167" fmla="*/ 8807905 w 9152430"/>
              <a:gd name="connsiteY2-168" fmla="*/ 78568 h 3904932"/>
              <a:gd name="connsiteX3-169" fmla="*/ 9152430 w 9152430"/>
              <a:gd name="connsiteY3-170" fmla="*/ 13879 h 3904932"/>
              <a:gd name="connsiteX4-171" fmla="*/ 9141332 w 9152430"/>
              <a:gd name="connsiteY4-172" fmla="*/ 3899264 h 3904932"/>
              <a:gd name="connsiteX5-173" fmla="*/ 2476 w 9152430"/>
              <a:gd name="connsiteY5-174" fmla="*/ 3904932 h 3904932"/>
              <a:gd name="connsiteX6-175" fmla="*/ 379 w 9152430"/>
              <a:gd name="connsiteY6-176" fmla="*/ 108284 h 3904932"/>
              <a:gd name="connsiteX7-177" fmla="*/ 408269 w 9152430"/>
              <a:gd name="connsiteY7-178" fmla="*/ 83169 h 3904932"/>
              <a:gd name="connsiteX8-179" fmla="*/ 2419456 w 9152430"/>
              <a:gd name="connsiteY8-180" fmla="*/ 434 h 3904932"/>
              <a:gd name="connsiteX0-181" fmla="*/ 2419456 w 9152430"/>
              <a:gd name="connsiteY0-182" fmla="*/ 434 h 3910600"/>
              <a:gd name="connsiteX1-183" fmla="*/ 7014575 w 9152430"/>
              <a:gd name="connsiteY1-184" fmla="*/ 263023 h 3910600"/>
              <a:gd name="connsiteX2-185" fmla="*/ 8807905 w 9152430"/>
              <a:gd name="connsiteY2-186" fmla="*/ 78568 h 3910600"/>
              <a:gd name="connsiteX3-187" fmla="*/ 9152430 w 9152430"/>
              <a:gd name="connsiteY3-188" fmla="*/ 13879 h 3910600"/>
              <a:gd name="connsiteX4-189" fmla="*/ 9141332 w 9152430"/>
              <a:gd name="connsiteY4-190" fmla="*/ 3899264 h 3910600"/>
              <a:gd name="connsiteX5-191" fmla="*/ 2476 w 9152430"/>
              <a:gd name="connsiteY5-192" fmla="*/ 3910600 h 3910600"/>
              <a:gd name="connsiteX6-193" fmla="*/ 379 w 9152430"/>
              <a:gd name="connsiteY6-194" fmla="*/ 108284 h 3910600"/>
              <a:gd name="connsiteX7-195" fmla="*/ 408269 w 9152430"/>
              <a:gd name="connsiteY7-196" fmla="*/ 83169 h 3910600"/>
              <a:gd name="connsiteX8-197" fmla="*/ 2419456 w 9152430"/>
              <a:gd name="connsiteY8-198" fmla="*/ 434 h 3910600"/>
              <a:gd name="connsiteX0-199" fmla="*/ 2419456 w 9141561"/>
              <a:gd name="connsiteY0-200" fmla="*/ 434 h 3910600"/>
              <a:gd name="connsiteX1-201" fmla="*/ 7014575 w 9141561"/>
              <a:gd name="connsiteY1-202" fmla="*/ 263023 h 3910600"/>
              <a:gd name="connsiteX2-203" fmla="*/ 8807905 w 9141561"/>
              <a:gd name="connsiteY2-204" fmla="*/ 78568 h 3910600"/>
              <a:gd name="connsiteX3-205" fmla="*/ 9135427 w 9141561"/>
              <a:gd name="connsiteY3-206" fmla="*/ 8210 h 3910600"/>
              <a:gd name="connsiteX4-207" fmla="*/ 9141332 w 9141561"/>
              <a:gd name="connsiteY4-208" fmla="*/ 3899264 h 3910600"/>
              <a:gd name="connsiteX5-209" fmla="*/ 2476 w 9141561"/>
              <a:gd name="connsiteY5-210" fmla="*/ 3910600 h 3910600"/>
              <a:gd name="connsiteX6-211" fmla="*/ 379 w 9141561"/>
              <a:gd name="connsiteY6-212" fmla="*/ 108284 h 3910600"/>
              <a:gd name="connsiteX7-213" fmla="*/ 408269 w 9141561"/>
              <a:gd name="connsiteY7-214" fmla="*/ 83169 h 3910600"/>
              <a:gd name="connsiteX8-215" fmla="*/ 2419456 w 9141561"/>
              <a:gd name="connsiteY8-216" fmla="*/ 434 h 39106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9141561" h="3910600">
                <a:moveTo>
                  <a:pt x="2419456" y="434"/>
                </a:moveTo>
                <a:cubicBezTo>
                  <a:pt x="4273407" y="-12534"/>
                  <a:pt x="5369874" y="269506"/>
                  <a:pt x="7014575" y="263023"/>
                </a:cubicBezTo>
                <a:cubicBezTo>
                  <a:pt x="7528545" y="260997"/>
                  <a:pt x="8159400" y="176658"/>
                  <a:pt x="8807905" y="78568"/>
                </a:cubicBezTo>
                <a:lnTo>
                  <a:pt x="9135427" y="8210"/>
                </a:lnTo>
                <a:cubicBezTo>
                  <a:pt x="9133617" y="1307117"/>
                  <a:pt x="9143142" y="2600357"/>
                  <a:pt x="9141332" y="3899264"/>
                </a:cubicBezTo>
                <a:lnTo>
                  <a:pt x="2476" y="3910600"/>
                </a:lnTo>
                <a:cubicBezTo>
                  <a:pt x="4365" y="2646940"/>
                  <a:pt x="-1510" y="1371944"/>
                  <a:pt x="379" y="108284"/>
                </a:cubicBezTo>
                <a:lnTo>
                  <a:pt x="408269" y="83169"/>
                </a:lnTo>
                <a:cubicBezTo>
                  <a:pt x="1142625" y="38298"/>
                  <a:pt x="1840096" y="4486"/>
                  <a:pt x="2419456" y="434"/>
                </a:cubicBezTo>
                <a:close/>
              </a:path>
            </a:pathLst>
          </a:custGeom>
          <a:solidFill>
            <a:schemeClr val="accent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sz="3200" dirty="0">
              <a:latin typeface="+mj-ea"/>
              <a:ea typeface="+mj-ea"/>
            </a:endParaRPr>
          </a:p>
        </p:txBody>
      </p:sp>
      <p:sp>
        <p:nvSpPr>
          <p:cNvPr id="6" name="椭圆 5"/>
          <p:cNvSpPr/>
          <p:nvPr>
            <p:custDataLst>
              <p:tags r:id="rId5"/>
            </p:custDataLst>
          </p:nvPr>
        </p:nvSpPr>
        <p:spPr>
          <a:xfrm>
            <a:off x="1571145" y="2792291"/>
            <a:ext cx="1035073" cy="1035073"/>
          </a:xfrm>
          <a:prstGeom prst="ellipse">
            <a:avLst/>
          </a:prstGeom>
          <a:noFill/>
          <a:ln w="25400">
            <a:solidFill>
              <a:schemeClr val="lt1">
                <a:lumMod val="100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3200">
              <a:latin typeface="+mj-ea"/>
              <a:ea typeface="+mj-ea"/>
              <a:sym typeface="微软雅黑" panose="020B0503020204020204" charset="-122"/>
            </a:endParaRPr>
          </a:p>
        </p:txBody>
      </p:sp>
      <p:sp>
        <p:nvSpPr>
          <p:cNvPr id="8" name="矩形 7"/>
          <p:cNvSpPr/>
          <p:nvPr>
            <p:custDataLst>
              <p:tags r:id="rId6"/>
            </p:custDataLst>
          </p:nvPr>
        </p:nvSpPr>
        <p:spPr>
          <a:xfrm>
            <a:off x="1513975" y="3926208"/>
            <a:ext cx="1149203" cy="475779"/>
          </a:xfrm>
          <a:prstGeom prst="rect">
            <a:avLst/>
          </a:prstGeom>
          <a:noFill/>
        </p:spPr>
        <p:txBody>
          <a:bodyPr wrap="none" lIns="0" tIns="0" rIns="0" bIns="0" rtlCol="0">
            <a:noAutofit/>
          </a:bodyPr>
          <a:p>
            <a:pPr algn="ctr">
              <a:spcBef>
                <a:spcPct val="0"/>
              </a:spcBef>
              <a:spcAft>
                <a:spcPct val="0"/>
              </a:spcAft>
            </a:pPr>
            <a:r>
              <a:rPr kumimoji="1" lang="en-US" altLang="zh-CN" sz="2500" b="1">
                <a:solidFill>
                  <a:schemeClr val="lt1">
                    <a:lumMod val="100000"/>
                  </a:schemeClr>
                </a:solidFill>
                <a:latin typeface="+mn-ea"/>
                <a:cs typeface="+mn-ea"/>
              </a:rPr>
              <a:t>01</a:t>
            </a:r>
            <a:endParaRPr kumimoji="1" lang="en-US" altLang="zh-CN" sz="2500" b="1">
              <a:solidFill>
                <a:schemeClr val="lt1">
                  <a:lumMod val="100000"/>
                </a:schemeClr>
              </a:solidFill>
              <a:latin typeface="+mn-ea"/>
              <a:cs typeface="+mn-ea"/>
            </a:endParaRPr>
          </a:p>
        </p:txBody>
      </p:sp>
      <p:sp>
        <p:nvSpPr>
          <p:cNvPr id="15" name="矩形 14"/>
          <p:cNvSpPr/>
          <p:nvPr>
            <p:custDataLst>
              <p:tags r:id="rId7"/>
            </p:custDataLst>
          </p:nvPr>
        </p:nvSpPr>
        <p:spPr>
          <a:xfrm>
            <a:off x="980440" y="4747260"/>
            <a:ext cx="2239010" cy="1871345"/>
          </a:xfrm>
          <a:prstGeom prst="rect">
            <a:avLst/>
          </a:prstGeom>
        </p:spPr>
        <p:txBody>
          <a:bodyPr wrap="square" lIns="0" tIns="0" rIns="0" bIns="0">
            <a:noAutofit/>
          </a:bodyPr>
          <a:p>
            <a:pPr algn="ctr">
              <a:lnSpc>
                <a:spcPct val="150000"/>
              </a:lnSpc>
              <a:spcBef>
                <a:spcPct val="0"/>
              </a:spcBef>
              <a:spcAft>
                <a:spcPct val="0"/>
              </a:spcAft>
            </a:pPr>
            <a:r>
              <a:rPr lang="zh-CN" altLang="en-US" sz="1600">
                <a:solidFill>
                  <a:schemeClr val="lt1">
                    <a:lumMod val="100000"/>
                  </a:schemeClr>
                </a:solidFill>
                <a:latin typeface="+mn-ea"/>
                <a:cs typeface="+mn-ea"/>
              </a:rPr>
              <a:t>在指派问题中，决策变量通常表示为x_ij，其中i和j分别代表任务和人员，x_ij=1表示任务i指派给人员j。</a:t>
            </a:r>
            <a:endParaRPr lang="zh-CN" altLang="en-US" sz="1600">
              <a:solidFill>
                <a:schemeClr val="lt1">
                  <a:lumMod val="100000"/>
                </a:schemeClr>
              </a:solidFill>
              <a:latin typeface="+mn-ea"/>
              <a:cs typeface="+mn-ea"/>
            </a:endParaRPr>
          </a:p>
        </p:txBody>
      </p:sp>
      <p:sp>
        <p:nvSpPr>
          <p:cNvPr id="17" name="椭圆 16"/>
          <p:cNvSpPr/>
          <p:nvPr>
            <p:custDataLst>
              <p:tags r:id="rId8"/>
            </p:custDataLst>
          </p:nvPr>
        </p:nvSpPr>
        <p:spPr>
          <a:xfrm>
            <a:off x="4256214" y="2792291"/>
            <a:ext cx="1035073" cy="1035073"/>
          </a:xfrm>
          <a:prstGeom prst="ellipse">
            <a:avLst/>
          </a:prstGeom>
          <a:noFill/>
          <a:ln w="25400">
            <a:solidFill>
              <a:schemeClr val="lt1">
                <a:lumMod val="100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3200">
              <a:latin typeface="+mj-ea"/>
              <a:ea typeface="+mj-ea"/>
              <a:sym typeface="微软雅黑" panose="020B0503020204020204" charset="-122"/>
            </a:endParaRPr>
          </a:p>
        </p:txBody>
      </p:sp>
      <p:sp>
        <p:nvSpPr>
          <p:cNvPr id="18" name="矩形 17"/>
          <p:cNvSpPr/>
          <p:nvPr>
            <p:custDataLst>
              <p:tags r:id="rId9"/>
            </p:custDataLst>
          </p:nvPr>
        </p:nvSpPr>
        <p:spPr>
          <a:xfrm>
            <a:off x="4208570" y="3926841"/>
            <a:ext cx="1149203" cy="475779"/>
          </a:xfrm>
          <a:prstGeom prst="rect">
            <a:avLst/>
          </a:prstGeom>
          <a:noFill/>
        </p:spPr>
        <p:txBody>
          <a:bodyPr wrap="none" lIns="0" tIns="0" rIns="0" bIns="0" rtlCol="0">
            <a:noAutofit/>
          </a:bodyPr>
          <a:p>
            <a:pPr algn="ctr">
              <a:spcBef>
                <a:spcPct val="0"/>
              </a:spcBef>
              <a:spcAft>
                <a:spcPct val="0"/>
              </a:spcAft>
            </a:pPr>
            <a:r>
              <a:rPr kumimoji="1" lang="en-US" altLang="zh-CN" sz="2500" b="1">
                <a:solidFill>
                  <a:schemeClr val="lt1">
                    <a:lumMod val="100000"/>
                  </a:schemeClr>
                </a:solidFill>
                <a:latin typeface="+mn-ea"/>
                <a:cs typeface="+mn-ea"/>
              </a:rPr>
              <a:t>02</a:t>
            </a:r>
            <a:endParaRPr kumimoji="1" lang="en-US" altLang="zh-CN" sz="2500" b="1">
              <a:solidFill>
                <a:schemeClr val="lt1">
                  <a:lumMod val="100000"/>
                </a:schemeClr>
              </a:solidFill>
              <a:latin typeface="+mn-ea"/>
              <a:cs typeface="+mn-ea"/>
            </a:endParaRPr>
          </a:p>
        </p:txBody>
      </p:sp>
      <p:sp>
        <p:nvSpPr>
          <p:cNvPr id="34" name="矩形 33"/>
          <p:cNvSpPr/>
          <p:nvPr>
            <p:custDataLst>
              <p:tags r:id="rId10"/>
            </p:custDataLst>
          </p:nvPr>
        </p:nvSpPr>
        <p:spPr>
          <a:xfrm>
            <a:off x="3632835" y="4747895"/>
            <a:ext cx="2312670" cy="1873250"/>
          </a:xfrm>
          <a:prstGeom prst="rect">
            <a:avLst/>
          </a:prstGeom>
        </p:spPr>
        <p:txBody>
          <a:bodyPr wrap="square" lIns="0" tIns="0" rIns="0" bIns="0">
            <a:noAutofit/>
          </a:bodyPr>
          <a:p>
            <a:pPr algn="ctr">
              <a:lnSpc>
                <a:spcPct val="150000"/>
              </a:lnSpc>
              <a:spcBef>
                <a:spcPct val="0"/>
              </a:spcBef>
              <a:spcAft>
                <a:spcPct val="0"/>
              </a:spcAft>
            </a:pPr>
            <a:r>
              <a:rPr lang="zh-CN" altLang="en-US" sz="1600">
                <a:solidFill>
                  <a:schemeClr val="lt1">
                    <a:lumMod val="100000"/>
                  </a:schemeClr>
                </a:solidFill>
                <a:latin typeface="+mn-ea"/>
                <a:cs typeface="+mn-ea"/>
              </a:rPr>
              <a:t>成本矩阵是模型的核心，它包含了所有任务与人员组合的执行成本，用于计算总成本。</a:t>
            </a:r>
            <a:endParaRPr lang="zh-CN" altLang="en-US" sz="1600">
              <a:solidFill>
                <a:schemeClr val="lt1">
                  <a:lumMod val="100000"/>
                </a:schemeClr>
              </a:solidFill>
              <a:latin typeface="+mn-ea"/>
              <a:cs typeface="+mn-ea"/>
            </a:endParaRPr>
          </a:p>
        </p:txBody>
      </p:sp>
      <p:sp>
        <p:nvSpPr>
          <p:cNvPr id="35" name="椭圆 34"/>
          <p:cNvSpPr/>
          <p:nvPr>
            <p:custDataLst>
              <p:tags r:id="rId11"/>
            </p:custDataLst>
          </p:nvPr>
        </p:nvSpPr>
        <p:spPr>
          <a:xfrm>
            <a:off x="6941284" y="2792291"/>
            <a:ext cx="1035073" cy="1035073"/>
          </a:xfrm>
          <a:prstGeom prst="ellipse">
            <a:avLst/>
          </a:prstGeom>
          <a:noFill/>
          <a:ln w="25400">
            <a:solidFill>
              <a:schemeClr val="lt1">
                <a:lumMod val="100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3200">
              <a:latin typeface="+mj-ea"/>
              <a:ea typeface="+mj-ea"/>
              <a:sym typeface="微软雅黑" panose="020B0503020204020204" charset="-122"/>
            </a:endParaRPr>
          </a:p>
        </p:txBody>
      </p:sp>
      <p:sp>
        <p:nvSpPr>
          <p:cNvPr id="36" name="矩形 35"/>
          <p:cNvSpPr/>
          <p:nvPr>
            <p:custDataLst>
              <p:tags r:id="rId12"/>
            </p:custDataLst>
          </p:nvPr>
        </p:nvSpPr>
        <p:spPr>
          <a:xfrm>
            <a:off x="6883479" y="3926841"/>
            <a:ext cx="1149203" cy="475779"/>
          </a:xfrm>
          <a:prstGeom prst="rect">
            <a:avLst/>
          </a:prstGeom>
          <a:noFill/>
        </p:spPr>
        <p:txBody>
          <a:bodyPr wrap="none" lIns="0" tIns="0" rIns="0" bIns="0" rtlCol="0">
            <a:noAutofit/>
          </a:bodyPr>
          <a:p>
            <a:pPr algn="ctr">
              <a:spcBef>
                <a:spcPct val="0"/>
              </a:spcBef>
              <a:spcAft>
                <a:spcPct val="0"/>
              </a:spcAft>
            </a:pPr>
            <a:r>
              <a:rPr kumimoji="1" lang="en-US" altLang="zh-CN" sz="2500" b="1">
                <a:solidFill>
                  <a:schemeClr val="lt1">
                    <a:lumMod val="100000"/>
                  </a:schemeClr>
                </a:solidFill>
                <a:latin typeface="+mn-ea"/>
                <a:cs typeface="+mn-ea"/>
              </a:rPr>
              <a:t>03</a:t>
            </a:r>
            <a:endParaRPr kumimoji="1" lang="en-US" altLang="zh-CN" sz="2500" b="1">
              <a:solidFill>
                <a:schemeClr val="lt1">
                  <a:lumMod val="100000"/>
                </a:schemeClr>
              </a:solidFill>
              <a:latin typeface="+mn-ea"/>
              <a:cs typeface="+mn-ea"/>
            </a:endParaRPr>
          </a:p>
        </p:txBody>
      </p:sp>
      <p:sp>
        <p:nvSpPr>
          <p:cNvPr id="37" name="矩形 36"/>
          <p:cNvSpPr/>
          <p:nvPr>
            <p:custDataLst>
              <p:tags r:id="rId13"/>
            </p:custDataLst>
          </p:nvPr>
        </p:nvSpPr>
        <p:spPr>
          <a:xfrm>
            <a:off x="6328410" y="4798060"/>
            <a:ext cx="2260600" cy="1637665"/>
          </a:xfrm>
          <a:prstGeom prst="rect">
            <a:avLst/>
          </a:prstGeom>
        </p:spPr>
        <p:txBody>
          <a:bodyPr wrap="square" lIns="0" tIns="0" rIns="0" bIns="0">
            <a:noAutofit/>
          </a:bodyPr>
          <a:p>
            <a:pPr algn="ctr">
              <a:lnSpc>
                <a:spcPct val="150000"/>
              </a:lnSpc>
              <a:spcBef>
                <a:spcPct val="0"/>
              </a:spcBef>
              <a:spcAft>
                <a:spcPct val="0"/>
              </a:spcAft>
            </a:pPr>
            <a:r>
              <a:rPr lang="zh-CN" altLang="en-US" sz="1600">
                <a:solidFill>
                  <a:schemeClr val="lt1">
                    <a:lumMod val="100000"/>
                  </a:schemeClr>
                </a:solidFill>
                <a:latin typeface="+mn-ea"/>
                <a:cs typeface="+mn-ea"/>
              </a:rPr>
              <a:t>指派问题的约束条件确保每个任务只能指派给一个人员，每个人员也只能被指派一个任务。</a:t>
            </a:r>
            <a:endParaRPr lang="zh-CN" altLang="en-US" sz="1600">
              <a:solidFill>
                <a:schemeClr val="lt1">
                  <a:lumMod val="100000"/>
                </a:schemeClr>
              </a:solidFill>
              <a:latin typeface="+mn-ea"/>
              <a:cs typeface="+mn-ea"/>
            </a:endParaRPr>
          </a:p>
        </p:txBody>
      </p:sp>
      <p:sp>
        <p:nvSpPr>
          <p:cNvPr id="38" name="椭圆 37"/>
          <p:cNvSpPr/>
          <p:nvPr>
            <p:custDataLst>
              <p:tags r:id="rId14"/>
            </p:custDataLst>
          </p:nvPr>
        </p:nvSpPr>
        <p:spPr>
          <a:xfrm>
            <a:off x="9625718" y="2792291"/>
            <a:ext cx="1035073" cy="1035073"/>
          </a:xfrm>
          <a:prstGeom prst="ellipse">
            <a:avLst/>
          </a:prstGeom>
          <a:noFill/>
          <a:ln w="25400">
            <a:solidFill>
              <a:schemeClr val="lt1">
                <a:lumMod val="100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3200">
              <a:latin typeface="+mj-ea"/>
              <a:ea typeface="+mj-ea"/>
              <a:sym typeface="微软雅黑" panose="020B0503020204020204" charset="-122"/>
            </a:endParaRPr>
          </a:p>
        </p:txBody>
      </p:sp>
      <p:sp>
        <p:nvSpPr>
          <p:cNvPr id="39" name="矩形 38"/>
          <p:cNvSpPr/>
          <p:nvPr>
            <p:custDataLst>
              <p:tags r:id="rId15"/>
            </p:custDataLst>
          </p:nvPr>
        </p:nvSpPr>
        <p:spPr>
          <a:xfrm>
            <a:off x="9558385" y="3926207"/>
            <a:ext cx="1168241" cy="475779"/>
          </a:xfrm>
          <a:prstGeom prst="rect">
            <a:avLst/>
          </a:prstGeom>
          <a:noFill/>
        </p:spPr>
        <p:txBody>
          <a:bodyPr wrap="none" lIns="0" tIns="0" rIns="0" bIns="0" rtlCol="0">
            <a:noAutofit/>
          </a:bodyPr>
          <a:p>
            <a:pPr algn="ctr">
              <a:spcBef>
                <a:spcPct val="0"/>
              </a:spcBef>
              <a:spcAft>
                <a:spcPct val="0"/>
              </a:spcAft>
            </a:pPr>
            <a:r>
              <a:rPr kumimoji="1" lang="en-US" altLang="zh-CN" sz="2500" b="1">
                <a:solidFill>
                  <a:schemeClr val="lt1">
                    <a:lumMod val="100000"/>
                  </a:schemeClr>
                </a:solidFill>
                <a:latin typeface="+mn-ea"/>
                <a:cs typeface="+mn-ea"/>
              </a:rPr>
              <a:t>04</a:t>
            </a:r>
            <a:endParaRPr kumimoji="1" lang="en-US" altLang="zh-CN" sz="2500" b="1">
              <a:solidFill>
                <a:schemeClr val="lt1">
                  <a:lumMod val="100000"/>
                </a:schemeClr>
              </a:solidFill>
              <a:latin typeface="+mn-ea"/>
              <a:cs typeface="+mn-ea"/>
            </a:endParaRPr>
          </a:p>
        </p:txBody>
      </p:sp>
      <p:sp>
        <p:nvSpPr>
          <p:cNvPr id="40" name="矩形 39"/>
          <p:cNvSpPr/>
          <p:nvPr>
            <p:custDataLst>
              <p:tags r:id="rId16"/>
            </p:custDataLst>
          </p:nvPr>
        </p:nvSpPr>
        <p:spPr>
          <a:xfrm>
            <a:off x="8971915" y="4798695"/>
            <a:ext cx="2301875" cy="1642110"/>
          </a:xfrm>
          <a:prstGeom prst="rect">
            <a:avLst/>
          </a:prstGeom>
        </p:spPr>
        <p:txBody>
          <a:bodyPr wrap="square" lIns="0" tIns="0" rIns="0" bIns="0">
            <a:noAutofit/>
          </a:bodyPr>
          <a:p>
            <a:pPr algn="ctr">
              <a:lnSpc>
                <a:spcPct val="150000"/>
              </a:lnSpc>
              <a:spcBef>
                <a:spcPct val="0"/>
              </a:spcBef>
              <a:spcAft>
                <a:spcPct val="0"/>
              </a:spcAft>
            </a:pPr>
            <a:r>
              <a:rPr lang="zh-CN" altLang="en-US" sz="1600">
                <a:solidFill>
                  <a:schemeClr val="lt1">
                    <a:lumMod val="100000"/>
                  </a:schemeClr>
                </a:solidFill>
                <a:latin typeface="+mn-ea"/>
                <a:cs typeface="+mn-ea"/>
              </a:rPr>
              <a:t>目标函数旨在最小化总成本，即所有任务与人员组合成本的加权和，是模型优化的目标。</a:t>
            </a:r>
            <a:endParaRPr lang="zh-CN" altLang="en-US" sz="1600">
              <a:solidFill>
                <a:schemeClr val="lt1">
                  <a:lumMod val="100000"/>
                </a:schemeClr>
              </a:solidFill>
              <a:latin typeface="+mn-ea"/>
              <a:cs typeface="+mn-ea"/>
            </a:endParaRPr>
          </a:p>
        </p:txBody>
      </p:sp>
      <p:sp>
        <p:nvSpPr>
          <p:cNvPr id="46" name="矩形 45"/>
          <p:cNvSpPr/>
          <p:nvPr>
            <p:custDataLst>
              <p:tags r:id="rId17"/>
            </p:custDataLst>
          </p:nvPr>
        </p:nvSpPr>
        <p:spPr>
          <a:xfrm>
            <a:off x="958159" y="4362611"/>
            <a:ext cx="2261578" cy="395741"/>
          </a:xfrm>
          <a:prstGeom prst="rect">
            <a:avLst/>
          </a:prstGeom>
          <a:noFill/>
        </p:spPr>
        <p:txBody>
          <a:bodyPr wrap="square" lIns="0" tIns="0" rIns="0" bIns="0" rtlCol="0" anchor="ctr">
            <a:noAutofit/>
          </a:bodyPr>
          <a:p>
            <a:pPr algn="ctr">
              <a:spcBef>
                <a:spcPct val="0"/>
              </a:spcBef>
              <a:spcAft>
                <a:spcPct val="0"/>
              </a:spcAft>
            </a:pPr>
            <a:r>
              <a:rPr lang="zh-CN" altLang="en-US" sz="1600" b="1">
                <a:solidFill>
                  <a:schemeClr val="lt1">
                    <a:lumMod val="100000"/>
                  </a:schemeClr>
                </a:solidFill>
                <a:latin typeface="+mn-ea"/>
                <a:cs typeface="+mn-ea"/>
              </a:rPr>
              <a:t>定义决策变量</a:t>
            </a:r>
            <a:endParaRPr lang="zh-CN" altLang="en-US" sz="1600" b="1">
              <a:solidFill>
                <a:schemeClr val="lt1">
                  <a:lumMod val="100000"/>
                </a:schemeClr>
              </a:solidFill>
              <a:latin typeface="+mn-ea"/>
              <a:cs typeface="+mn-ea"/>
            </a:endParaRPr>
          </a:p>
        </p:txBody>
      </p:sp>
      <p:pic>
        <p:nvPicPr>
          <p:cNvPr id="47" name="图形 1"/>
          <p:cNvPicPr>
            <a:picLocks noChangeAspect="1"/>
          </p:cNvPicPr>
          <p:nvPr>
            <p:custDataLst>
              <p:tags r:id="rId18"/>
            </p:custDataLst>
          </p:nvPr>
        </p:nvPicPr>
        <p:blipFill>
          <a:blip r:embed="rId19">
            <a:extLst>
              <a:ext uri="{96DAC541-7B7A-43D3-8B79-37D633B846F1}">
                <asvg:svgBlip xmlns:asvg="http://schemas.microsoft.com/office/drawing/2016/SVG/main" r:embed="rId20"/>
              </a:ext>
            </a:extLst>
          </a:blip>
          <a:stretch>
            <a:fillRect/>
          </a:stretch>
        </p:blipFill>
        <p:spPr>
          <a:xfrm>
            <a:off x="1818880" y="3040026"/>
            <a:ext cx="542830" cy="540046"/>
          </a:xfrm>
          <a:prstGeom prst="rect">
            <a:avLst/>
          </a:prstGeom>
        </p:spPr>
      </p:pic>
      <p:sp>
        <p:nvSpPr>
          <p:cNvPr id="48" name="矩形 47"/>
          <p:cNvSpPr/>
          <p:nvPr>
            <p:custDataLst>
              <p:tags r:id="rId21"/>
            </p:custDataLst>
          </p:nvPr>
        </p:nvSpPr>
        <p:spPr>
          <a:xfrm>
            <a:off x="3643228" y="4402616"/>
            <a:ext cx="2261578" cy="395741"/>
          </a:xfrm>
          <a:prstGeom prst="rect">
            <a:avLst/>
          </a:prstGeom>
          <a:noFill/>
        </p:spPr>
        <p:txBody>
          <a:bodyPr wrap="square" lIns="0" tIns="0" rIns="0" bIns="0" rtlCol="0" anchor="ctr">
            <a:noAutofit/>
          </a:bodyPr>
          <a:p>
            <a:pPr algn="ctr">
              <a:spcBef>
                <a:spcPct val="0"/>
              </a:spcBef>
              <a:spcAft>
                <a:spcPct val="0"/>
              </a:spcAft>
            </a:pPr>
            <a:r>
              <a:rPr lang="zh-CN" altLang="en-US" sz="1600" b="1">
                <a:solidFill>
                  <a:schemeClr val="lt1">
                    <a:lumMod val="100000"/>
                  </a:schemeClr>
                </a:solidFill>
                <a:latin typeface="+mn-ea"/>
                <a:cs typeface="+mn-ea"/>
              </a:rPr>
              <a:t>构建成本矩阵</a:t>
            </a:r>
            <a:endParaRPr lang="zh-CN" altLang="en-US" sz="1600" b="1">
              <a:solidFill>
                <a:schemeClr val="lt1">
                  <a:lumMod val="100000"/>
                </a:schemeClr>
              </a:solidFill>
              <a:latin typeface="+mn-ea"/>
              <a:cs typeface="+mn-ea"/>
            </a:endParaRPr>
          </a:p>
        </p:txBody>
      </p:sp>
      <p:pic>
        <p:nvPicPr>
          <p:cNvPr id="49" name="图形 2"/>
          <p:cNvPicPr>
            <a:picLocks noChangeAspect="1"/>
          </p:cNvPicPr>
          <p:nvPr>
            <p:custDataLst>
              <p:tags r:id="rId22"/>
            </p:custDataLst>
          </p:nvPr>
        </p:nvPicPr>
        <p:blipFill>
          <a:blip r:embed="rId23">
            <a:extLst>
              <a:ext uri="{96DAC541-7B7A-43D3-8B79-37D633B846F1}">
                <asvg:svgBlip xmlns:asvg="http://schemas.microsoft.com/office/drawing/2016/SVG/main" r:embed="rId24"/>
              </a:ext>
            </a:extLst>
          </a:blip>
          <a:stretch>
            <a:fillRect/>
          </a:stretch>
        </p:blipFill>
        <p:spPr>
          <a:xfrm>
            <a:off x="4521736" y="3065435"/>
            <a:ext cx="505826" cy="489150"/>
          </a:xfrm>
          <a:prstGeom prst="rect">
            <a:avLst/>
          </a:prstGeom>
        </p:spPr>
      </p:pic>
      <p:sp>
        <p:nvSpPr>
          <p:cNvPr id="50" name="矩形 49"/>
          <p:cNvSpPr/>
          <p:nvPr>
            <p:custDataLst>
              <p:tags r:id="rId25"/>
            </p:custDataLst>
          </p:nvPr>
        </p:nvSpPr>
        <p:spPr>
          <a:xfrm>
            <a:off x="6347982" y="4402616"/>
            <a:ext cx="2261578" cy="395741"/>
          </a:xfrm>
          <a:prstGeom prst="rect">
            <a:avLst/>
          </a:prstGeom>
          <a:noFill/>
        </p:spPr>
        <p:txBody>
          <a:bodyPr wrap="square" lIns="0" tIns="0" rIns="0" bIns="0" rtlCol="0" anchor="ctr">
            <a:noAutofit/>
          </a:bodyPr>
          <a:p>
            <a:pPr algn="ctr">
              <a:spcBef>
                <a:spcPct val="0"/>
              </a:spcBef>
              <a:spcAft>
                <a:spcPct val="0"/>
              </a:spcAft>
            </a:pPr>
            <a:r>
              <a:rPr lang="zh-CN" altLang="en-US" sz="1600" b="1">
                <a:solidFill>
                  <a:schemeClr val="lt1">
                    <a:lumMod val="100000"/>
                  </a:schemeClr>
                </a:solidFill>
                <a:latin typeface="+mn-ea"/>
                <a:cs typeface="+mn-ea"/>
              </a:rPr>
              <a:t>满足约束条件</a:t>
            </a:r>
            <a:endParaRPr lang="zh-CN" altLang="en-US" sz="1600" b="1">
              <a:solidFill>
                <a:schemeClr val="lt1">
                  <a:lumMod val="100000"/>
                </a:schemeClr>
              </a:solidFill>
              <a:latin typeface="+mn-ea"/>
              <a:cs typeface="+mn-ea"/>
            </a:endParaRPr>
          </a:p>
        </p:txBody>
      </p:sp>
      <p:pic>
        <p:nvPicPr>
          <p:cNvPr id="51" name="图形 3"/>
          <p:cNvPicPr>
            <a:picLocks noChangeAspect="1"/>
          </p:cNvPicPr>
          <p:nvPr>
            <p:custDataLst>
              <p:tags r:id="rId26"/>
            </p:custDataLst>
          </p:nvPr>
        </p:nvPicPr>
        <p:blipFill>
          <a:blip r:embed="rId27">
            <a:extLst>
              <a:ext uri="{96DAC541-7B7A-43D3-8B79-37D633B846F1}">
                <asvg:svgBlip xmlns:asvg="http://schemas.microsoft.com/office/drawing/2016/SVG/main" r:embed="rId28"/>
              </a:ext>
            </a:extLst>
          </a:blip>
          <a:stretch>
            <a:fillRect/>
          </a:stretch>
        </p:blipFill>
        <p:spPr>
          <a:xfrm>
            <a:off x="7211252" y="3040026"/>
            <a:ext cx="495504" cy="540044"/>
          </a:xfrm>
          <a:prstGeom prst="rect">
            <a:avLst/>
          </a:prstGeom>
        </p:spPr>
      </p:pic>
      <p:sp>
        <p:nvSpPr>
          <p:cNvPr id="52" name="矩形 51"/>
          <p:cNvSpPr/>
          <p:nvPr>
            <p:custDataLst>
              <p:tags r:id="rId29"/>
            </p:custDataLst>
          </p:nvPr>
        </p:nvSpPr>
        <p:spPr>
          <a:xfrm>
            <a:off x="9012097" y="4402616"/>
            <a:ext cx="2261578" cy="395741"/>
          </a:xfrm>
          <a:prstGeom prst="rect">
            <a:avLst/>
          </a:prstGeom>
          <a:noFill/>
        </p:spPr>
        <p:txBody>
          <a:bodyPr wrap="square" lIns="0" tIns="0" rIns="0" bIns="0" rtlCol="0" anchor="ctr">
            <a:noAutofit/>
          </a:bodyPr>
          <a:p>
            <a:pPr algn="ctr">
              <a:spcBef>
                <a:spcPct val="0"/>
              </a:spcBef>
              <a:spcAft>
                <a:spcPct val="0"/>
              </a:spcAft>
            </a:pPr>
            <a:r>
              <a:rPr lang="zh-CN" altLang="en-US" sz="1600" b="1">
                <a:solidFill>
                  <a:schemeClr val="lt1">
                    <a:lumMod val="100000"/>
                  </a:schemeClr>
                </a:solidFill>
                <a:latin typeface="+mn-ea"/>
                <a:cs typeface="+mn-ea"/>
              </a:rPr>
              <a:t>目标函数的确定</a:t>
            </a:r>
            <a:endParaRPr lang="zh-CN" altLang="en-US" sz="1600" b="1">
              <a:solidFill>
                <a:schemeClr val="lt1">
                  <a:lumMod val="100000"/>
                </a:schemeClr>
              </a:solidFill>
              <a:latin typeface="+mn-ea"/>
              <a:cs typeface="+mn-ea"/>
            </a:endParaRPr>
          </a:p>
        </p:txBody>
      </p:sp>
      <p:pic>
        <p:nvPicPr>
          <p:cNvPr id="53" name="图形 4"/>
          <p:cNvPicPr>
            <a:picLocks noChangeAspect="1"/>
          </p:cNvPicPr>
          <p:nvPr>
            <p:custDataLst>
              <p:tags r:id="rId30"/>
            </p:custDataLst>
          </p:nvPr>
        </p:nvPicPr>
        <p:blipFill>
          <a:blip r:embed="rId31">
            <a:extLst>
              <a:ext uri="{96DAC541-7B7A-43D3-8B79-37D633B846F1}">
                <asvg:svgBlip xmlns:asvg="http://schemas.microsoft.com/office/drawing/2016/SVG/main" r:embed="rId32"/>
              </a:ext>
            </a:extLst>
          </a:blip>
          <a:stretch>
            <a:fillRect/>
          </a:stretch>
        </p:blipFill>
        <p:spPr>
          <a:xfrm>
            <a:off x="9948409" y="3040026"/>
            <a:ext cx="387724" cy="540045"/>
          </a:xfrm>
          <a:prstGeom prst="rect">
            <a:avLst/>
          </a:prstGeom>
        </p:spPr>
      </p:pic>
    </p:spTree>
    <p:custDataLst>
      <p:tags r:id="rId33"/>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a:xfrm>
            <a:off x="614045" y="0"/>
            <a:ext cx="10768965" cy="638175"/>
          </a:xfrm>
        </p:spPr>
        <p:txBody>
          <a:bodyPr/>
          <a:lstStyle/>
          <a:p>
            <a:r>
              <a:rPr lang="zh-CN" altLang="en-US"/>
              <a:t>实例分析应用</a:t>
            </a:r>
            <a:endParaRPr lang="zh-CN" altLang="en-US"/>
          </a:p>
        </p:txBody>
      </p:sp>
      <p:pic>
        <p:nvPicPr>
          <p:cNvPr id="2" name="图片 1"/>
          <p:cNvPicPr>
            <a:picLocks noChangeAspect="1"/>
          </p:cNvPicPr>
          <p:nvPr/>
        </p:nvPicPr>
        <p:blipFill>
          <a:blip r:embed="rId2"/>
          <a:stretch>
            <a:fillRect/>
          </a:stretch>
        </p:blipFill>
        <p:spPr>
          <a:xfrm>
            <a:off x="-635" y="678180"/>
            <a:ext cx="12192635" cy="6179820"/>
          </a:xfrm>
          <a:prstGeom prst="rect">
            <a:avLst/>
          </a:prstGeom>
        </p:spPr>
      </p:pic>
    </p:spTree>
    <p:custDataLst>
      <p:tags r:id="rId3"/>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endParaRPr lang="zh-CN" altLang="en-US"/>
          </a:p>
        </p:txBody>
      </p:sp>
      <p:pic>
        <p:nvPicPr>
          <p:cNvPr id="3" name="图片 2"/>
          <p:cNvPicPr>
            <a:picLocks noChangeAspect="1"/>
          </p:cNvPicPr>
          <p:nvPr/>
        </p:nvPicPr>
        <p:blipFill>
          <a:blip r:embed="rId1"/>
          <a:stretch>
            <a:fillRect/>
          </a:stretch>
        </p:blipFill>
        <p:spPr>
          <a:xfrm>
            <a:off x="635" y="-1905"/>
            <a:ext cx="12192000" cy="6851015"/>
          </a:xfrm>
          <a:prstGeom prst="rect">
            <a:avLst/>
          </a:prstGeom>
        </p:spPr>
      </p:pic>
    </p:spTree>
    <p:custDataLst>
      <p:tags r:id="rId2"/>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endParaRPr lang="zh-CN" altLang="en-US"/>
          </a:p>
        </p:txBody>
      </p:sp>
      <p:pic>
        <p:nvPicPr>
          <p:cNvPr id="3" name="图片 2"/>
          <p:cNvPicPr>
            <a:picLocks noChangeAspect="1"/>
          </p:cNvPicPr>
          <p:nvPr/>
        </p:nvPicPr>
        <p:blipFill>
          <a:blip r:embed="rId1"/>
          <a:stretch>
            <a:fillRect/>
          </a:stretch>
        </p:blipFill>
        <p:spPr>
          <a:xfrm>
            <a:off x="0" y="0"/>
            <a:ext cx="12177395" cy="6857365"/>
          </a:xfrm>
          <a:prstGeom prst="rect">
            <a:avLst/>
          </a:prstGeom>
        </p:spPr>
      </p:pic>
    </p:spTree>
    <p:custDataLst>
      <p:tags r:id="rId2"/>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3" name="图片 2"/>
          <p:cNvPicPr>
            <a:picLocks noChangeAspect="1"/>
          </p:cNvPicPr>
          <p:nvPr/>
        </p:nvPicPr>
        <p:blipFill>
          <a:blip r:embed="rId1"/>
          <a:stretch>
            <a:fillRect/>
          </a:stretch>
        </p:blipFill>
        <p:spPr>
          <a:xfrm>
            <a:off x="0" y="0"/>
            <a:ext cx="12192635" cy="6858000"/>
          </a:xfrm>
          <a:prstGeom prst="rect">
            <a:avLst/>
          </a:prstGeom>
        </p:spPr>
      </p:pic>
    </p:spTree>
    <p:custDataLst>
      <p:tags r:id="rId2"/>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3" name="图片 2"/>
          <p:cNvPicPr>
            <a:picLocks noChangeAspect="1"/>
          </p:cNvPicPr>
          <p:nvPr/>
        </p:nvPicPr>
        <p:blipFill>
          <a:blip r:embed="rId1"/>
          <a:stretch>
            <a:fillRect/>
          </a:stretch>
        </p:blipFill>
        <p:spPr>
          <a:xfrm>
            <a:off x="635" y="6350"/>
            <a:ext cx="12190730" cy="6891020"/>
          </a:xfrm>
          <a:prstGeom prst="rect">
            <a:avLst/>
          </a:prstGeom>
        </p:spPr>
      </p:pic>
    </p:spTree>
    <p:custDataLst>
      <p:tags r:id="rId2"/>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3" name="图片 2"/>
          <p:cNvPicPr>
            <a:picLocks noChangeAspect="1"/>
          </p:cNvPicPr>
          <p:nvPr/>
        </p:nvPicPr>
        <p:blipFill>
          <a:blip r:embed="rId1"/>
          <a:stretch>
            <a:fillRect/>
          </a:stretch>
        </p:blipFill>
        <p:spPr>
          <a:xfrm>
            <a:off x="0" y="0"/>
            <a:ext cx="12191365" cy="6858000"/>
          </a:xfrm>
          <a:prstGeom prst="rect">
            <a:avLst/>
          </a:prstGeom>
        </p:spPr>
      </p:pic>
    </p:spTree>
    <p:custDataLst>
      <p:tags r:id="rId2"/>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746760" y="360045"/>
            <a:ext cx="10749280" cy="5226685"/>
          </a:xfrm>
        </p:spPr>
        <p:txBody>
          <a:bodyPr>
            <a:normAutofit/>
          </a:bodyPr>
          <a:p>
            <a:br>
              <a:rPr lang="en-US" altLang="zh-CN"/>
            </a:br>
            <a:endParaRPr lang="en-US" altLang="zh-CN"/>
          </a:p>
        </p:txBody>
      </p:sp>
      <p:sp>
        <p:nvSpPr>
          <p:cNvPr id="3" name="文本框 2"/>
          <p:cNvSpPr txBox="1"/>
          <p:nvPr/>
        </p:nvSpPr>
        <p:spPr>
          <a:xfrm>
            <a:off x="246380" y="382905"/>
            <a:ext cx="11852910" cy="5631180"/>
          </a:xfrm>
          <a:prstGeom prst="rect">
            <a:avLst/>
          </a:prstGeom>
          <a:noFill/>
        </p:spPr>
        <p:txBody>
          <a:bodyPr wrap="square" rtlCol="0">
            <a:spAutoFit/>
          </a:bodyPr>
          <a:p>
            <a:r>
              <a:rPr lang="en-US" altLang="zh-CN"/>
              <a:t>from scipy.optimize import linear_sum_assignment</a:t>
            </a:r>
            <a:endParaRPr lang="en-US" altLang="zh-CN"/>
          </a:p>
          <a:p>
            <a:r>
              <a:rPr lang="en-US" altLang="zh-CN"/>
              <a:t>import numpy as np</a:t>
            </a:r>
            <a:endParaRPr lang="en-US" altLang="zh-CN"/>
          </a:p>
          <a:p>
            <a:r>
              <a:rPr lang="en-US" altLang="zh-CN"/>
              <a:t># </a:t>
            </a:r>
            <a:r>
              <a:rPr lang="zh-CN" altLang="en-US"/>
              <a:t>定义成本矩阵</a:t>
            </a:r>
            <a:endParaRPr lang="zh-CN" altLang="en-US"/>
          </a:p>
          <a:p>
            <a:r>
              <a:rPr lang="en-US" altLang="zh-CN"/>
              <a:t>cost_matrix = np.array([[4, 8, 7, 15</a:t>
            </a:r>
            <a:r>
              <a:rPr lang="zh-CN" altLang="en-US"/>
              <a:t>，</a:t>
            </a:r>
            <a:r>
              <a:rPr lang="en-US" altLang="zh-CN"/>
              <a:t>12],</a:t>
            </a:r>
            <a:endParaRPr lang="en-US" altLang="zh-CN"/>
          </a:p>
          <a:p>
            <a:r>
              <a:rPr lang="en-US" altLang="zh-CN"/>
              <a:t>                        [7, 9, 17, 14</a:t>
            </a:r>
            <a:r>
              <a:rPr lang="zh-CN" altLang="en-US"/>
              <a:t>，</a:t>
            </a:r>
            <a:r>
              <a:rPr lang="en-US" altLang="zh-CN"/>
              <a:t>10],</a:t>
            </a:r>
            <a:endParaRPr lang="en-US" altLang="zh-CN"/>
          </a:p>
          <a:p>
            <a:r>
              <a:rPr lang="en-US" altLang="zh-CN"/>
              <a:t>                        [6, 9, 12, 8</a:t>
            </a:r>
            <a:r>
              <a:rPr lang="zh-CN" altLang="en-US"/>
              <a:t>，</a:t>
            </a:r>
            <a:r>
              <a:rPr lang="en-US" altLang="zh-CN"/>
              <a:t>7],</a:t>
            </a:r>
            <a:endParaRPr lang="en-US" altLang="zh-CN"/>
          </a:p>
          <a:p>
            <a:r>
              <a:rPr lang="en-US" altLang="zh-CN"/>
              <a:t>                        [6, 7, 14, 6</a:t>
            </a:r>
            <a:r>
              <a:rPr lang="zh-CN" altLang="en-US"/>
              <a:t>，</a:t>
            </a:r>
            <a:r>
              <a:rPr lang="en-US" altLang="zh-CN"/>
              <a:t>10]</a:t>
            </a:r>
            <a:r>
              <a:rPr lang="zh-CN" altLang="en-US"/>
              <a:t>，</a:t>
            </a:r>
            <a:endParaRPr lang="zh-CN" altLang="en-US"/>
          </a:p>
          <a:p>
            <a:r>
              <a:rPr lang="zh-CN" altLang="en-US"/>
              <a:t> </a:t>
            </a:r>
            <a:r>
              <a:rPr lang="en-US" altLang="zh-CN"/>
              <a:t>                       [6, 9, 12, 10, 6]])</a:t>
            </a:r>
            <a:endParaRPr lang="en-US" altLang="zh-CN"/>
          </a:p>
          <a:p>
            <a:endParaRPr lang="en-US" altLang="zh-CN"/>
          </a:p>
          <a:p>
            <a:r>
              <a:rPr lang="en-US" altLang="zh-CN"/>
              <a:t># </a:t>
            </a:r>
            <a:r>
              <a:rPr lang="zh-CN" altLang="en-US"/>
              <a:t>使用线性和分配算法（匈牙利算法）求解指派问题</a:t>
            </a:r>
            <a:endParaRPr lang="zh-CN" altLang="en-US"/>
          </a:p>
          <a:p>
            <a:r>
              <a:rPr lang="en-US" altLang="zh-CN"/>
              <a:t>row_ind, col_ind = linear_sum_assignment(cost_matrix)</a:t>
            </a:r>
            <a:endParaRPr lang="en-US" altLang="zh-CN"/>
          </a:p>
          <a:p>
            <a:r>
              <a:rPr lang="en-US" altLang="zh-CN"/>
              <a:t># </a:t>
            </a:r>
            <a:r>
              <a:rPr lang="zh-CN" altLang="en-US"/>
              <a:t>计算最小总成本</a:t>
            </a:r>
            <a:endParaRPr lang="zh-CN" altLang="en-US"/>
          </a:p>
          <a:p>
            <a:r>
              <a:rPr lang="en-US" altLang="zh-CN"/>
              <a:t>total_cost = cost_matrix[row_ind, col_ind].sum()</a:t>
            </a:r>
            <a:endParaRPr lang="en-US" altLang="zh-CN"/>
          </a:p>
          <a:p>
            <a:endParaRPr lang="en-US" altLang="zh-CN"/>
          </a:p>
          <a:p>
            <a:r>
              <a:rPr lang="en-US" altLang="zh-CN"/>
              <a:t>print("</a:t>
            </a:r>
            <a:r>
              <a:rPr lang="zh-CN" altLang="en-US"/>
              <a:t>最佳指派方案：</a:t>
            </a:r>
            <a:r>
              <a:rPr lang="en-US" altLang="zh-CN"/>
              <a:t>")</a:t>
            </a:r>
            <a:endParaRPr lang="en-US" altLang="zh-CN"/>
          </a:p>
          <a:p>
            <a:r>
              <a:rPr lang="en-US" altLang="zh-CN"/>
              <a:t>for i, j in zip(row_ind, col_ind):</a:t>
            </a:r>
            <a:endParaRPr lang="en-US" altLang="zh-CN"/>
          </a:p>
          <a:p>
            <a:r>
              <a:rPr lang="en-US" altLang="zh-CN"/>
              <a:t>    print(f"</a:t>
            </a:r>
            <a:r>
              <a:rPr lang="zh-CN" altLang="en-US"/>
              <a:t>工人</a:t>
            </a:r>
            <a:r>
              <a:rPr lang="en-US" altLang="zh-CN"/>
              <a:t>{i + 1} </a:t>
            </a:r>
            <a:r>
              <a:rPr lang="zh-CN" altLang="en-US"/>
              <a:t>执行任务</a:t>
            </a:r>
            <a:r>
              <a:rPr lang="en-US" altLang="zh-CN"/>
              <a:t>{chr(65 + j)}")</a:t>
            </a:r>
            <a:endParaRPr lang="en-US" altLang="zh-CN"/>
          </a:p>
          <a:p>
            <a:endParaRPr lang="en-US" altLang="zh-CN"/>
          </a:p>
          <a:p>
            <a:r>
              <a:rPr lang="en-US" altLang="zh-CN"/>
              <a:t>print(f"</a:t>
            </a:r>
            <a:r>
              <a:rPr lang="zh-CN" altLang="en-US"/>
              <a:t>最小总成本</a:t>
            </a:r>
            <a:r>
              <a:rPr lang="en-US" altLang="zh-CN"/>
              <a:t>: {total_cost}")</a:t>
            </a:r>
            <a:endParaRPr lang="en-US" altLang="zh-CN"/>
          </a:p>
          <a:p>
            <a:endParaRPr lang="en-US" altLang="zh-CN"/>
          </a:p>
        </p:txBody>
      </p:sp>
    </p:spTree>
    <p:custDataLst>
      <p:tags r:id="rId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文本占位符 1"/>
          <p:cNvSpPr>
            <a:spLocks noGrp="1"/>
          </p:cNvSpPr>
          <p:nvPr>
            <p:ph type="body" idx="2"/>
            <p:custDataLst>
              <p:tags r:id="rId1"/>
            </p:custDataLst>
          </p:nvPr>
        </p:nvSpPr>
        <p:spPr/>
        <p:txBody>
          <a:bodyPr/>
          <a:lstStyle/>
          <a:p>
            <a:r>
              <a:rPr lang="zh-CN" altLang="en-US"/>
              <a:t>PART 02  </a:t>
            </a:r>
            <a:endParaRPr lang="zh-CN" altLang="en-US"/>
          </a:p>
        </p:txBody>
      </p:sp>
      <p:sp>
        <p:nvSpPr>
          <p:cNvPr id="3" name="标题 2"/>
          <p:cNvSpPr>
            <a:spLocks noGrp="1"/>
          </p:cNvSpPr>
          <p:nvPr>
            <p:ph type="title" idx="1"/>
            <p:custDataLst>
              <p:tags r:id="rId2"/>
            </p:custDataLst>
          </p:nvPr>
        </p:nvSpPr>
        <p:spPr/>
        <p:txBody>
          <a:bodyPr>
            <a:normAutofit fontScale="90000"/>
          </a:bodyPr>
          <a:lstStyle/>
          <a:p>
            <a:r>
              <a:rPr lang="zh-CN" altLang="en-US"/>
              <a:t>最短路径问题数学模型</a:t>
            </a:r>
            <a:endParaRPr lang="zh-CN" altLang="en-US"/>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pPr lvl="0"/>
            <a:r>
              <a:rPr lang="zh-CN" altLang="en-US"/>
              <a:t>模型基本概念</a:t>
            </a:r>
            <a:endParaRPr lang="zh-CN" altLang="en-US"/>
          </a:p>
        </p:txBody>
      </p:sp>
      <p:pic>
        <p:nvPicPr>
          <p:cNvPr id="8" name="图片 7" descr="/data/temp/5da38ad7-9a69-11ef-aa39-b28c72c6459c.jpg@base@tag=imgScale&amp;m=1&amp;w=910&amp;h=1289&amp;q=955da38ad7-9a69-11ef-aa39-b28c72c6459c"/>
          <p:cNvPicPr>
            <a:picLocks noChangeAspect="1"/>
          </p:cNvPicPr>
          <p:nvPr>
            <p:custDataLst>
              <p:tags r:id="rId2"/>
            </p:custDataLst>
          </p:nvPr>
        </p:nvPicPr>
        <p:blipFill>
          <a:blip r:embed="rId3"/>
          <a:srcRect l="11259" r="11259"/>
          <a:stretch>
            <a:fillRect/>
          </a:stretch>
        </p:blipFill>
        <p:spPr>
          <a:xfrm>
            <a:off x="8219004" y="1362905"/>
            <a:ext cx="3277671" cy="4644000"/>
          </a:xfrm>
          <a:prstGeom prst="round1Rect">
            <a:avLst>
              <a:gd name="adj" fmla="val 39814"/>
            </a:avLst>
          </a:prstGeom>
          <a:ln w="9525" cap="flat" cmpd="sng" algn="ctr">
            <a:solidFill>
              <a:schemeClr val="accent1">
                <a:lumMod val="100000"/>
                <a:alpha val="28000"/>
              </a:schemeClr>
            </a:solidFill>
            <a:prstDash val="solid"/>
            <a:round/>
            <a:headEnd type="none" w="med" len="med"/>
            <a:tailEnd type="none" w="med" len="med"/>
          </a:ln>
          <a:effectLst>
            <a:outerShdw blurRad="203200" dist="38100" dir="2700000" algn="tl" rotWithShape="0">
              <a:schemeClr val="accent1">
                <a:alpha val="60000"/>
              </a:schemeClr>
            </a:outerShdw>
          </a:effectLst>
        </p:spPr>
      </p:pic>
      <p:sp>
        <p:nvSpPr>
          <p:cNvPr id="9" name="圆角矩形 8"/>
          <p:cNvSpPr/>
          <p:nvPr>
            <p:custDataLst>
              <p:tags r:id="rId4"/>
            </p:custDataLst>
          </p:nvPr>
        </p:nvSpPr>
        <p:spPr>
          <a:xfrm>
            <a:off x="1001427" y="1726469"/>
            <a:ext cx="6727158" cy="1763272"/>
          </a:xfrm>
          <a:prstGeom prst="roundRect">
            <a:avLst>
              <a:gd name="adj" fmla="val 11525"/>
            </a:avLst>
          </a:prstGeom>
          <a:gradFill>
            <a:gsLst>
              <a:gs pos="0">
                <a:schemeClr val="accent1">
                  <a:lumMod val="20000"/>
                  <a:lumOff val="80000"/>
                  <a:alpha val="0"/>
                </a:schemeClr>
              </a:gs>
              <a:gs pos="100000">
                <a:schemeClr val="accent1">
                  <a:lumMod val="20000"/>
                  <a:lumOff val="80000"/>
                  <a:alpha val="44000"/>
                </a:schemeClr>
              </a:gs>
            </a:gsLst>
            <a:lin ang="10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a:buClrTx/>
              <a:buSzTx/>
              <a:buFontTx/>
            </a:pPr>
            <a:endParaRPr lang="zh-CN" altLang="en-US" sz="1600">
              <a:sym typeface="+mn-ea"/>
            </a:endParaRPr>
          </a:p>
        </p:txBody>
      </p:sp>
      <p:sp>
        <p:nvSpPr>
          <p:cNvPr id="36" name="圆角矩形 35"/>
          <p:cNvSpPr/>
          <p:nvPr>
            <p:custDataLst>
              <p:tags r:id="rId5"/>
            </p:custDataLst>
          </p:nvPr>
        </p:nvSpPr>
        <p:spPr>
          <a:xfrm>
            <a:off x="636269" y="2247851"/>
            <a:ext cx="2088187" cy="720065"/>
          </a:xfrm>
          <a:prstGeom prst="roundRect">
            <a:avLst>
              <a:gd name="adj" fmla="val 14111"/>
            </a:avLst>
          </a:prstGeom>
          <a:solidFill>
            <a:schemeClr val="accent1"/>
          </a:solidFill>
          <a:ln>
            <a:solidFill>
              <a:schemeClr val="accent1">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p>
            <a:pPr algn="ctr">
              <a:spcBef>
                <a:spcPct val="0"/>
              </a:spcBef>
              <a:spcAft>
                <a:spcPct val="0"/>
              </a:spcAft>
            </a:pPr>
            <a:r>
              <a:rPr lang="zh-CN" altLang="en-US" sz="2000" b="1">
                <a:solidFill>
                  <a:schemeClr val="lt1">
                    <a:lumMod val="100000"/>
                  </a:schemeClr>
                </a:solidFill>
                <a:latin typeface="+mn-ea"/>
                <a:cs typeface="+mn-ea"/>
                <a:sym typeface="+mn-ea"/>
              </a:rPr>
              <a:t>图论基础</a:t>
            </a:r>
            <a:endParaRPr lang="zh-CN" altLang="en-US" sz="2000" b="1">
              <a:solidFill>
                <a:schemeClr val="lt1">
                  <a:lumMod val="100000"/>
                </a:schemeClr>
              </a:solidFill>
              <a:latin typeface="+mn-ea"/>
              <a:cs typeface="+mn-ea"/>
              <a:sym typeface="+mn-ea"/>
            </a:endParaRPr>
          </a:p>
        </p:txBody>
      </p:sp>
      <p:sp>
        <p:nvSpPr>
          <p:cNvPr id="10" name="矩形 9"/>
          <p:cNvSpPr/>
          <p:nvPr>
            <p:custDataLst>
              <p:tags r:id="rId6"/>
            </p:custDataLst>
          </p:nvPr>
        </p:nvSpPr>
        <p:spPr>
          <a:xfrm>
            <a:off x="2963118" y="1893489"/>
            <a:ext cx="4519699" cy="1428626"/>
          </a:xfrm>
          <a:prstGeom prst="rect">
            <a:avLst/>
          </a:prstGeom>
          <a:noFill/>
        </p:spPr>
        <p:txBody>
          <a:bodyPr wrap="square" lIns="0" tIns="0" rIns="0" bIns="0" rtlCol="0" anchor="ctr" anchorCtr="0">
            <a:noAutofit/>
          </a:bodyPr>
          <a:p>
            <a:pPr algn="just" fontAlgn="b">
              <a:lnSpc>
                <a:spcPct val="150000"/>
              </a:lnSpc>
              <a:spcBef>
                <a:spcPct val="0"/>
              </a:spcBef>
              <a:spcAft>
                <a:spcPct val="0"/>
              </a:spcAft>
            </a:pPr>
            <a:r>
              <a:rPr lang="zh-CN" altLang="en-US" sz="1700">
                <a:solidFill>
                  <a:schemeClr val="tx1">
                    <a:lumMod val="85000"/>
                    <a:lumOff val="15000"/>
                  </a:schemeClr>
                </a:solidFill>
                <a:latin typeface="+mn-ea"/>
                <a:cs typeface="+mn-ea"/>
              </a:rPr>
              <a:t>最短路径问题涉及图论中的基本概念，如顶点、边、权重，以及图的表示方法。</a:t>
            </a:r>
            <a:endParaRPr lang="zh-CN" altLang="en-US" sz="1700">
              <a:solidFill>
                <a:schemeClr val="tx1">
                  <a:lumMod val="85000"/>
                  <a:lumOff val="15000"/>
                </a:schemeClr>
              </a:solidFill>
              <a:latin typeface="+mn-ea"/>
              <a:cs typeface="+mn-ea"/>
            </a:endParaRPr>
          </a:p>
        </p:txBody>
      </p:sp>
      <p:sp>
        <p:nvSpPr>
          <p:cNvPr id="12" name="圆角矩形 11"/>
          <p:cNvSpPr/>
          <p:nvPr>
            <p:custDataLst>
              <p:tags r:id="rId7"/>
            </p:custDataLst>
          </p:nvPr>
        </p:nvSpPr>
        <p:spPr>
          <a:xfrm>
            <a:off x="1001427" y="3871691"/>
            <a:ext cx="6727158" cy="1763272"/>
          </a:xfrm>
          <a:prstGeom prst="roundRect">
            <a:avLst>
              <a:gd name="adj" fmla="val 11525"/>
            </a:avLst>
          </a:prstGeom>
          <a:gradFill>
            <a:gsLst>
              <a:gs pos="0">
                <a:schemeClr val="accent1">
                  <a:lumMod val="20000"/>
                  <a:lumOff val="80000"/>
                  <a:alpha val="0"/>
                </a:schemeClr>
              </a:gs>
              <a:gs pos="100000">
                <a:schemeClr val="accent1">
                  <a:lumMod val="20000"/>
                  <a:lumOff val="80000"/>
                  <a:alpha val="44000"/>
                </a:schemeClr>
              </a:gs>
            </a:gsLst>
            <a:lin ang="10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a:buClrTx/>
              <a:buSzTx/>
              <a:buFontTx/>
            </a:pPr>
            <a:endParaRPr lang="zh-CN" altLang="en-US" sz="1600">
              <a:sym typeface="+mn-ea"/>
            </a:endParaRPr>
          </a:p>
        </p:txBody>
      </p:sp>
      <p:sp>
        <p:nvSpPr>
          <p:cNvPr id="13" name="圆角矩形 35"/>
          <p:cNvSpPr/>
          <p:nvPr>
            <p:custDataLst>
              <p:tags r:id="rId8"/>
            </p:custDataLst>
          </p:nvPr>
        </p:nvSpPr>
        <p:spPr>
          <a:xfrm>
            <a:off x="636269" y="4393073"/>
            <a:ext cx="2088187" cy="720065"/>
          </a:xfrm>
          <a:prstGeom prst="roundRect">
            <a:avLst>
              <a:gd name="adj" fmla="val 14111"/>
            </a:avLst>
          </a:prstGeom>
          <a:solidFill>
            <a:schemeClr val="accent1"/>
          </a:solidFill>
          <a:ln>
            <a:solidFill>
              <a:schemeClr val="accent1">
                <a:lumMod val="20000"/>
                <a:lumOff val="8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p>
            <a:pPr algn="ctr">
              <a:spcBef>
                <a:spcPct val="0"/>
              </a:spcBef>
              <a:spcAft>
                <a:spcPct val="0"/>
              </a:spcAft>
            </a:pPr>
            <a:r>
              <a:rPr lang="zh-CN" altLang="en-US" sz="2000" b="1">
                <a:solidFill>
                  <a:schemeClr val="lt1">
                    <a:lumMod val="100000"/>
                  </a:schemeClr>
                </a:solidFill>
                <a:latin typeface="+mn-ea"/>
                <a:cs typeface="+mn-ea"/>
                <a:sym typeface="+mn-ea"/>
              </a:rPr>
              <a:t>网络流理论</a:t>
            </a:r>
            <a:endParaRPr lang="zh-CN" altLang="en-US" sz="2000" b="1">
              <a:solidFill>
                <a:schemeClr val="lt1">
                  <a:lumMod val="100000"/>
                </a:schemeClr>
              </a:solidFill>
              <a:latin typeface="+mn-ea"/>
              <a:cs typeface="+mn-ea"/>
              <a:sym typeface="+mn-ea"/>
            </a:endParaRPr>
          </a:p>
        </p:txBody>
      </p:sp>
      <p:sp>
        <p:nvSpPr>
          <p:cNvPr id="14" name="矩形 13"/>
          <p:cNvSpPr/>
          <p:nvPr>
            <p:custDataLst>
              <p:tags r:id="rId9"/>
            </p:custDataLst>
          </p:nvPr>
        </p:nvSpPr>
        <p:spPr>
          <a:xfrm>
            <a:off x="2963118" y="4038711"/>
            <a:ext cx="4519699" cy="1428626"/>
          </a:xfrm>
          <a:prstGeom prst="rect">
            <a:avLst/>
          </a:prstGeom>
          <a:noFill/>
        </p:spPr>
        <p:txBody>
          <a:bodyPr wrap="square" lIns="0" tIns="0" rIns="0" bIns="0" rtlCol="0" anchor="ctr" anchorCtr="0">
            <a:noAutofit/>
          </a:bodyPr>
          <a:p>
            <a:pPr algn="just" fontAlgn="b">
              <a:lnSpc>
                <a:spcPct val="150000"/>
              </a:lnSpc>
              <a:spcBef>
                <a:spcPct val="0"/>
              </a:spcBef>
              <a:spcAft>
                <a:spcPct val="0"/>
              </a:spcAft>
            </a:pPr>
            <a:r>
              <a:rPr lang="zh-CN" altLang="en-US" sz="1700">
                <a:solidFill>
                  <a:schemeClr val="tx1">
                    <a:lumMod val="85000"/>
                    <a:lumOff val="15000"/>
                  </a:schemeClr>
                </a:solidFill>
                <a:latin typeface="+mn-ea"/>
                <a:cs typeface="+mn-ea"/>
              </a:rPr>
              <a:t>网络流理论是研究网络中流的分布，最短路径问题可视为特殊网络流问题，关注最小化总权重。</a:t>
            </a:r>
            <a:endParaRPr lang="zh-CN" altLang="en-US" sz="1700">
              <a:solidFill>
                <a:schemeClr val="tx1">
                  <a:lumMod val="85000"/>
                  <a:lumOff val="15000"/>
                </a:schemeClr>
              </a:solidFill>
              <a:latin typeface="+mn-ea"/>
              <a:cs typeface="+mn-ea"/>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descr="/data/temp/5c41bf16-9a69-11ef-b403-8ad8b6c0eccf.jpg@base@tag=imgScale&amp;m=1&amp;w=1153&amp;h=1153&amp;q=955c41bf16-9a69-11ef-b403-8ad8b6c0eccf"/>
          <p:cNvPicPr>
            <a:picLocks noChangeAspect="1"/>
          </p:cNvPicPr>
          <p:nvPr>
            <p:custDataLst>
              <p:tags r:id="rId1"/>
            </p:custDataLst>
          </p:nvPr>
        </p:nvPicPr>
        <p:blipFill rotWithShape="1">
          <a:blip r:embed="rId2"/>
          <a:srcRect l="12625" r="10560"/>
          <a:stretch>
            <a:fillRect/>
          </a:stretch>
        </p:blipFill>
        <p:spPr>
          <a:xfrm>
            <a:off x="1297576" y="1722243"/>
            <a:ext cx="4153655" cy="4153655"/>
          </a:xfrm>
          <a:custGeom>
            <a:avLst/>
            <a:gdLst>
              <a:gd name="connsiteX0" fmla="*/ 2289799 w 4579598"/>
              <a:gd name="connsiteY0" fmla="*/ 0 h 4579598"/>
              <a:gd name="connsiteX1" fmla="*/ 4579598 w 4579598"/>
              <a:gd name="connsiteY1" fmla="*/ 2289799 h 4579598"/>
              <a:gd name="connsiteX2" fmla="*/ 2289799 w 4579598"/>
              <a:gd name="connsiteY2" fmla="*/ 4579598 h 4579598"/>
              <a:gd name="connsiteX3" fmla="*/ 0 w 4579598"/>
              <a:gd name="connsiteY3" fmla="*/ 2289799 h 4579598"/>
              <a:gd name="connsiteX4" fmla="*/ 2289799 w 4579598"/>
              <a:gd name="connsiteY4" fmla="*/ 0 h 4579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9598" h="4579598">
                <a:moveTo>
                  <a:pt x="2289799" y="0"/>
                </a:moveTo>
                <a:cubicBezTo>
                  <a:pt x="3554420" y="0"/>
                  <a:pt x="4579598" y="1025178"/>
                  <a:pt x="4579598" y="2289799"/>
                </a:cubicBezTo>
                <a:cubicBezTo>
                  <a:pt x="4579598" y="3554420"/>
                  <a:pt x="3554420" y="4579598"/>
                  <a:pt x="2289799" y="4579598"/>
                </a:cubicBezTo>
                <a:cubicBezTo>
                  <a:pt x="1025178" y="4579598"/>
                  <a:pt x="0" y="3554420"/>
                  <a:pt x="0" y="2289799"/>
                </a:cubicBezTo>
                <a:cubicBezTo>
                  <a:pt x="0" y="1025178"/>
                  <a:pt x="1025178" y="0"/>
                  <a:pt x="2289799" y="0"/>
                </a:cubicBezTo>
                <a:close/>
              </a:path>
            </a:pathLst>
          </a:custGeom>
          <a:ln w="9525" cap="flat" cmpd="sng" algn="ctr">
            <a:solidFill>
              <a:schemeClr val="dk1">
                <a:lumMod val="40000"/>
                <a:lumOff val="60000"/>
                <a:alpha val="50000"/>
              </a:schemeClr>
            </a:solidFill>
            <a:prstDash val="solid"/>
            <a:round/>
            <a:headEnd type="none" w="med" len="med"/>
            <a:tailEnd type="none" w="med" len="med"/>
          </a:ln>
        </p:spPr>
      </p:pic>
      <p:sp>
        <p:nvSpPr>
          <p:cNvPr id="4" name="标题 3"/>
          <p:cNvSpPr>
            <a:spLocks noGrp="1"/>
          </p:cNvSpPr>
          <p:nvPr>
            <p:ph type="title"/>
            <p:custDataLst>
              <p:tags r:id="rId3"/>
            </p:custDataLst>
          </p:nvPr>
        </p:nvSpPr>
        <p:spPr/>
        <p:txBody>
          <a:bodyPr/>
          <a:lstStyle/>
          <a:p>
            <a:r>
              <a:rPr lang="zh-CN" altLang="en-US"/>
              <a:t>算法原理与分类</a:t>
            </a:r>
            <a:endParaRPr lang="zh-CN" altLang="en-US"/>
          </a:p>
        </p:txBody>
      </p:sp>
      <p:sp>
        <p:nvSpPr>
          <p:cNvPr id="5" name="矩形 4"/>
          <p:cNvSpPr/>
          <p:nvPr>
            <p:custDataLst>
              <p:tags r:id="rId4"/>
            </p:custDataLst>
          </p:nvPr>
        </p:nvSpPr>
        <p:spPr>
          <a:xfrm>
            <a:off x="6110793" y="1588465"/>
            <a:ext cx="4978373" cy="625933"/>
          </a:xfrm>
          <a:prstGeom prst="rect">
            <a:avLst/>
          </a:prstGeom>
          <a:noFill/>
        </p:spPr>
        <p:txBody>
          <a:bodyPr wrap="square" lIns="360045" tIns="0" rIns="0" bIns="0" rtlCol="0" anchor="t" anchorCtr="0">
            <a:noAutofit/>
          </a:bodyPr>
          <a:p>
            <a:pPr>
              <a:lnSpc>
                <a:spcPct val="150000"/>
              </a:lnSpc>
              <a:spcBef>
                <a:spcPct val="0"/>
              </a:spcBef>
              <a:spcAft>
                <a:spcPct val="0"/>
              </a:spcAft>
            </a:pPr>
            <a:r>
              <a:rPr lang="zh-CN" altLang="en-US" sz="1400">
                <a:solidFill>
                  <a:schemeClr val="tx1">
                    <a:lumMod val="65000"/>
                    <a:lumOff val="35000"/>
                  </a:schemeClr>
                </a:solidFill>
                <a:latin typeface="+mn-ea"/>
                <a:cs typeface="+mn-ea"/>
              </a:rPr>
              <a:t>最短路径问题基于图论，涉及顶点、边和权重等基本概念，是算法设计的基础。</a:t>
            </a:r>
            <a:endParaRPr lang="zh-CN" altLang="en-US" sz="1400">
              <a:solidFill>
                <a:schemeClr val="tx1">
                  <a:lumMod val="65000"/>
                  <a:lumOff val="35000"/>
                </a:schemeClr>
              </a:solidFill>
              <a:latin typeface="+mn-ea"/>
              <a:cs typeface="+mn-ea"/>
            </a:endParaRPr>
          </a:p>
        </p:txBody>
      </p:sp>
      <p:sp>
        <p:nvSpPr>
          <p:cNvPr id="6" name="矩形 5"/>
          <p:cNvSpPr/>
          <p:nvPr>
            <p:custDataLst>
              <p:tags r:id="rId5"/>
            </p:custDataLst>
          </p:nvPr>
        </p:nvSpPr>
        <p:spPr>
          <a:xfrm>
            <a:off x="6110793" y="1350976"/>
            <a:ext cx="4978373" cy="235399"/>
          </a:xfrm>
          <a:prstGeom prst="rect">
            <a:avLst/>
          </a:prstGeom>
          <a:noFill/>
        </p:spPr>
        <p:txBody>
          <a:bodyPr wrap="square" lIns="0" tIns="0" rIns="0" bIns="0" rtlCol="0" anchor="b">
            <a:noAutofit/>
          </a:bodyPr>
          <a:p>
            <a:pPr marL="342900" indent="-342900">
              <a:spcBef>
                <a:spcPct val="0"/>
              </a:spcBef>
              <a:spcAft>
                <a:spcPct val="0"/>
              </a:spcAft>
              <a:buClr>
                <a:schemeClr val="accent1"/>
              </a:buClr>
              <a:buSzPct val="70000"/>
              <a:buFont typeface="Wingdings" panose="05000000000000000000" charset="0"/>
              <a:buChar char="l"/>
            </a:pPr>
            <a:r>
              <a:rPr lang="zh-CN" altLang="en-US" sz="1600" b="1">
                <a:solidFill>
                  <a:schemeClr val="accent1"/>
                </a:solidFill>
                <a:latin typeface="+mn-ea"/>
                <a:cs typeface="+mn-ea"/>
              </a:rPr>
              <a:t>图论基础</a:t>
            </a:r>
            <a:endParaRPr lang="zh-CN" altLang="en-US" sz="1600" b="1">
              <a:solidFill>
                <a:schemeClr val="accent1"/>
              </a:solidFill>
              <a:latin typeface="+mn-ea"/>
              <a:cs typeface="+mn-ea"/>
            </a:endParaRPr>
          </a:p>
        </p:txBody>
      </p:sp>
      <p:sp>
        <p:nvSpPr>
          <p:cNvPr id="7" name="矩形 6"/>
          <p:cNvSpPr/>
          <p:nvPr>
            <p:custDataLst>
              <p:tags r:id="rId6"/>
            </p:custDataLst>
          </p:nvPr>
        </p:nvSpPr>
        <p:spPr>
          <a:xfrm>
            <a:off x="6110793" y="2622874"/>
            <a:ext cx="4978985" cy="625933"/>
          </a:xfrm>
          <a:prstGeom prst="rect">
            <a:avLst/>
          </a:prstGeom>
          <a:noFill/>
        </p:spPr>
        <p:txBody>
          <a:bodyPr wrap="square" lIns="360045" tIns="0" rIns="0" bIns="0" rtlCol="0" anchor="t" anchorCtr="0">
            <a:noAutofit/>
          </a:bodyPr>
          <a:p>
            <a:pPr>
              <a:lnSpc>
                <a:spcPct val="150000"/>
              </a:lnSpc>
              <a:spcBef>
                <a:spcPct val="0"/>
              </a:spcBef>
              <a:spcAft>
                <a:spcPct val="0"/>
              </a:spcAft>
            </a:pPr>
            <a:r>
              <a:rPr lang="zh-CN" altLang="en-US" sz="1400" dirty="0">
                <a:solidFill>
                  <a:schemeClr val="tx1">
                    <a:lumMod val="65000"/>
                    <a:lumOff val="35000"/>
                  </a:schemeClr>
                </a:solidFill>
                <a:latin typeface="+mn-ea"/>
                <a:cs typeface="+mn-ea"/>
              </a:rPr>
              <a:t>Dijkstra算法适用于带权重的有向图，通过贪心策略找到单源最短路径。</a:t>
            </a:r>
            <a:endParaRPr lang="zh-CN" altLang="en-US" sz="1400" dirty="0">
              <a:solidFill>
                <a:schemeClr val="tx1">
                  <a:lumMod val="65000"/>
                  <a:lumOff val="35000"/>
                </a:schemeClr>
              </a:solidFill>
              <a:latin typeface="+mn-ea"/>
              <a:cs typeface="+mn-ea"/>
            </a:endParaRPr>
          </a:p>
        </p:txBody>
      </p:sp>
      <p:sp>
        <p:nvSpPr>
          <p:cNvPr id="8" name="矩形 7"/>
          <p:cNvSpPr/>
          <p:nvPr>
            <p:custDataLst>
              <p:tags r:id="rId7"/>
            </p:custDataLst>
          </p:nvPr>
        </p:nvSpPr>
        <p:spPr>
          <a:xfrm>
            <a:off x="6110793" y="2386020"/>
            <a:ext cx="4978373" cy="235399"/>
          </a:xfrm>
          <a:prstGeom prst="rect">
            <a:avLst/>
          </a:prstGeom>
          <a:noFill/>
        </p:spPr>
        <p:txBody>
          <a:bodyPr wrap="square" lIns="0" tIns="0" rIns="0" bIns="0" rtlCol="0" anchor="b">
            <a:noAutofit/>
          </a:bodyPr>
          <a:p>
            <a:pPr marL="342900" indent="-342900">
              <a:spcBef>
                <a:spcPct val="0"/>
              </a:spcBef>
              <a:spcAft>
                <a:spcPct val="0"/>
              </a:spcAft>
              <a:buClr>
                <a:schemeClr val="accent1"/>
              </a:buClr>
              <a:buSzPct val="70000"/>
              <a:buFont typeface="Wingdings" panose="05000000000000000000" charset="0"/>
              <a:buChar char="l"/>
            </a:pPr>
            <a:r>
              <a:rPr lang="zh-CN" altLang="en-US" sz="1600" b="1">
                <a:solidFill>
                  <a:schemeClr val="accent1"/>
                </a:solidFill>
                <a:latin typeface="+mn-ea"/>
                <a:cs typeface="+mn-ea"/>
              </a:rPr>
              <a:t>Dijkstra算法</a:t>
            </a:r>
            <a:endParaRPr lang="zh-CN" altLang="en-US" sz="1600" b="1">
              <a:solidFill>
                <a:schemeClr val="accent1"/>
              </a:solidFill>
              <a:latin typeface="+mn-ea"/>
              <a:cs typeface="+mn-ea"/>
            </a:endParaRPr>
          </a:p>
        </p:txBody>
      </p:sp>
      <p:sp>
        <p:nvSpPr>
          <p:cNvPr id="10" name="矩形 9"/>
          <p:cNvSpPr/>
          <p:nvPr>
            <p:custDataLst>
              <p:tags r:id="rId8"/>
            </p:custDataLst>
          </p:nvPr>
        </p:nvSpPr>
        <p:spPr>
          <a:xfrm>
            <a:off x="6110793" y="3657919"/>
            <a:ext cx="4978373" cy="625933"/>
          </a:xfrm>
          <a:prstGeom prst="rect">
            <a:avLst/>
          </a:prstGeom>
          <a:noFill/>
        </p:spPr>
        <p:txBody>
          <a:bodyPr wrap="square" lIns="360045" tIns="0" rIns="0" bIns="0" rtlCol="0" anchor="t" anchorCtr="0">
            <a:noAutofit/>
          </a:bodyPr>
          <a:p>
            <a:pPr>
              <a:lnSpc>
                <a:spcPct val="150000"/>
              </a:lnSpc>
              <a:spcBef>
                <a:spcPct val="0"/>
              </a:spcBef>
              <a:spcAft>
                <a:spcPct val="0"/>
              </a:spcAft>
            </a:pPr>
            <a:r>
              <a:rPr lang="zh-CN" altLang="en-US" sz="1400">
                <a:solidFill>
                  <a:schemeClr val="tx1">
                    <a:lumMod val="65000"/>
                    <a:lumOff val="35000"/>
                  </a:schemeClr>
                </a:solidFill>
                <a:latin typeface="+mn-ea"/>
                <a:cs typeface="+mn-ea"/>
              </a:rPr>
              <a:t>Bellman-Ford算法能够处理带有负权重边的图，但不能有负权重循环。</a:t>
            </a:r>
            <a:endParaRPr lang="zh-CN" altLang="en-US" sz="1400">
              <a:solidFill>
                <a:schemeClr val="tx1">
                  <a:lumMod val="65000"/>
                  <a:lumOff val="35000"/>
                </a:schemeClr>
              </a:solidFill>
              <a:latin typeface="+mn-ea"/>
              <a:cs typeface="+mn-ea"/>
            </a:endParaRPr>
          </a:p>
        </p:txBody>
      </p:sp>
      <p:sp>
        <p:nvSpPr>
          <p:cNvPr id="9" name="矩形 8"/>
          <p:cNvSpPr/>
          <p:nvPr>
            <p:custDataLst>
              <p:tags r:id="rId9"/>
            </p:custDataLst>
          </p:nvPr>
        </p:nvSpPr>
        <p:spPr>
          <a:xfrm>
            <a:off x="6110793" y="3420430"/>
            <a:ext cx="4978373" cy="235399"/>
          </a:xfrm>
          <a:prstGeom prst="rect">
            <a:avLst/>
          </a:prstGeom>
          <a:noFill/>
        </p:spPr>
        <p:txBody>
          <a:bodyPr wrap="square" lIns="0" tIns="0" rIns="0" bIns="0" rtlCol="0" anchor="b">
            <a:noAutofit/>
          </a:bodyPr>
          <a:p>
            <a:pPr marL="342900" indent="-342900">
              <a:spcBef>
                <a:spcPct val="0"/>
              </a:spcBef>
              <a:spcAft>
                <a:spcPct val="0"/>
              </a:spcAft>
              <a:buClr>
                <a:schemeClr val="accent1"/>
              </a:buClr>
              <a:buSzPct val="70000"/>
              <a:buFont typeface="Wingdings" panose="05000000000000000000" charset="0"/>
              <a:buChar char="l"/>
            </a:pPr>
            <a:r>
              <a:rPr lang="zh-CN" altLang="en-US" sz="1600" b="1">
                <a:solidFill>
                  <a:schemeClr val="accent1"/>
                </a:solidFill>
                <a:latin typeface="+mn-ea"/>
                <a:cs typeface="+mn-ea"/>
              </a:rPr>
              <a:t>Bellman-Ford算法</a:t>
            </a:r>
            <a:endParaRPr lang="zh-CN" altLang="en-US" sz="1600" b="1">
              <a:solidFill>
                <a:schemeClr val="accent1"/>
              </a:solidFill>
              <a:latin typeface="+mn-ea"/>
              <a:cs typeface="+mn-ea"/>
            </a:endParaRPr>
          </a:p>
        </p:txBody>
      </p:sp>
      <p:sp>
        <p:nvSpPr>
          <p:cNvPr id="18" name="矩形 17"/>
          <p:cNvSpPr/>
          <p:nvPr>
            <p:custDataLst>
              <p:tags r:id="rId10"/>
            </p:custDataLst>
          </p:nvPr>
        </p:nvSpPr>
        <p:spPr>
          <a:xfrm>
            <a:off x="6110793" y="4692963"/>
            <a:ext cx="4978373" cy="625933"/>
          </a:xfrm>
          <a:prstGeom prst="rect">
            <a:avLst/>
          </a:prstGeom>
          <a:noFill/>
        </p:spPr>
        <p:txBody>
          <a:bodyPr wrap="square" lIns="360045" tIns="0" rIns="0" bIns="0" rtlCol="0" anchor="t" anchorCtr="0">
            <a:noAutofit/>
          </a:bodyPr>
          <a:p>
            <a:pPr>
              <a:lnSpc>
                <a:spcPct val="150000"/>
              </a:lnSpc>
              <a:spcBef>
                <a:spcPct val="0"/>
              </a:spcBef>
              <a:spcAft>
                <a:spcPct val="0"/>
              </a:spcAft>
            </a:pPr>
            <a:r>
              <a:rPr lang="zh-CN" altLang="en-US" sz="1400">
                <a:solidFill>
                  <a:schemeClr val="tx1">
                    <a:lumMod val="65000"/>
                    <a:lumOff val="35000"/>
                  </a:schemeClr>
                </a:solidFill>
                <a:latin typeface="+mn-ea"/>
                <a:cs typeface="+mn-ea"/>
              </a:rPr>
              <a:t>Floyd-Warshall算法用于求解所有顶点对之间的最短路径，适用于稠密图。</a:t>
            </a:r>
            <a:endParaRPr lang="zh-CN" altLang="en-US" sz="1400">
              <a:solidFill>
                <a:schemeClr val="tx1">
                  <a:lumMod val="65000"/>
                  <a:lumOff val="35000"/>
                </a:schemeClr>
              </a:solidFill>
              <a:latin typeface="+mn-ea"/>
              <a:cs typeface="+mn-ea"/>
            </a:endParaRPr>
          </a:p>
        </p:txBody>
      </p:sp>
      <p:sp>
        <p:nvSpPr>
          <p:cNvPr id="19" name="矩形 18"/>
          <p:cNvSpPr/>
          <p:nvPr>
            <p:custDataLst>
              <p:tags r:id="rId11"/>
            </p:custDataLst>
          </p:nvPr>
        </p:nvSpPr>
        <p:spPr>
          <a:xfrm>
            <a:off x="6110793" y="4455474"/>
            <a:ext cx="4978373" cy="235399"/>
          </a:xfrm>
          <a:prstGeom prst="rect">
            <a:avLst/>
          </a:prstGeom>
          <a:noFill/>
        </p:spPr>
        <p:txBody>
          <a:bodyPr wrap="square" lIns="0" tIns="0" rIns="0" bIns="0" rtlCol="0" anchor="b">
            <a:noAutofit/>
          </a:bodyPr>
          <a:p>
            <a:pPr marL="342900" indent="-342900">
              <a:spcBef>
                <a:spcPct val="0"/>
              </a:spcBef>
              <a:spcAft>
                <a:spcPct val="0"/>
              </a:spcAft>
              <a:buClr>
                <a:schemeClr val="accent1"/>
              </a:buClr>
              <a:buSzPct val="70000"/>
              <a:buFont typeface="Wingdings" panose="05000000000000000000" charset="0"/>
              <a:buChar char="l"/>
            </a:pPr>
            <a:r>
              <a:rPr lang="zh-CN" altLang="en-US" sz="1600" b="1">
                <a:solidFill>
                  <a:schemeClr val="accent1"/>
                </a:solidFill>
                <a:latin typeface="+mn-ea"/>
                <a:cs typeface="+mn-ea"/>
              </a:rPr>
              <a:t>Floyd-Warshall算法</a:t>
            </a:r>
            <a:endParaRPr lang="zh-CN" altLang="en-US" sz="1600" b="1">
              <a:solidFill>
                <a:schemeClr val="accent1"/>
              </a:solidFill>
              <a:latin typeface="+mn-ea"/>
              <a:cs typeface="+mn-ea"/>
            </a:endParaRPr>
          </a:p>
        </p:txBody>
      </p:sp>
      <p:sp>
        <p:nvSpPr>
          <p:cNvPr id="21" name="矩形 20"/>
          <p:cNvSpPr/>
          <p:nvPr>
            <p:custDataLst>
              <p:tags r:id="rId12"/>
            </p:custDataLst>
          </p:nvPr>
        </p:nvSpPr>
        <p:spPr>
          <a:xfrm>
            <a:off x="6110793" y="5727372"/>
            <a:ext cx="4978373" cy="625933"/>
          </a:xfrm>
          <a:prstGeom prst="rect">
            <a:avLst/>
          </a:prstGeom>
          <a:noFill/>
        </p:spPr>
        <p:txBody>
          <a:bodyPr wrap="square" lIns="360045" tIns="0" rIns="0" bIns="0" rtlCol="0" anchor="t" anchorCtr="0">
            <a:noAutofit/>
          </a:bodyPr>
          <a:p>
            <a:pPr>
              <a:lnSpc>
                <a:spcPct val="150000"/>
              </a:lnSpc>
              <a:spcBef>
                <a:spcPct val="0"/>
              </a:spcBef>
              <a:spcAft>
                <a:spcPct val="0"/>
              </a:spcAft>
            </a:pPr>
            <a:r>
              <a:rPr lang="zh-CN" altLang="en-US" sz="1400">
                <a:solidFill>
                  <a:schemeClr val="tx1">
                    <a:lumMod val="65000"/>
                    <a:lumOff val="35000"/>
                  </a:schemeClr>
                </a:solidFill>
                <a:latin typeface="+mn-ea"/>
                <a:cs typeface="+mn-ea"/>
              </a:rPr>
              <a:t>A*算法结合了最佳优先搜索和Dijkstra算法，常用于路径规划和游戏设计中。</a:t>
            </a:r>
            <a:endParaRPr lang="zh-CN" altLang="en-US" sz="1400">
              <a:solidFill>
                <a:schemeClr val="tx1">
                  <a:lumMod val="65000"/>
                  <a:lumOff val="35000"/>
                </a:schemeClr>
              </a:solidFill>
              <a:latin typeface="+mn-ea"/>
              <a:cs typeface="+mn-ea"/>
            </a:endParaRPr>
          </a:p>
        </p:txBody>
      </p:sp>
      <p:sp>
        <p:nvSpPr>
          <p:cNvPr id="22" name="矩形 21"/>
          <p:cNvSpPr/>
          <p:nvPr>
            <p:custDataLst>
              <p:tags r:id="rId13"/>
            </p:custDataLst>
          </p:nvPr>
        </p:nvSpPr>
        <p:spPr>
          <a:xfrm>
            <a:off x="6110793" y="5490519"/>
            <a:ext cx="4978373" cy="235399"/>
          </a:xfrm>
          <a:prstGeom prst="rect">
            <a:avLst/>
          </a:prstGeom>
          <a:noFill/>
        </p:spPr>
        <p:txBody>
          <a:bodyPr wrap="square" lIns="0" tIns="0" rIns="0" bIns="0" rtlCol="0" anchor="b">
            <a:noAutofit/>
          </a:bodyPr>
          <a:p>
            <a:pPr marL="342900" indent="-342900">
              <a:spcBef>
                <a:spcPct val="0"/>
              </a:spcBef>
              <a:spcAft>
                <a:spcPct val="0"/>
              </a:spcAft>
              <a:buClr>
                <a:schemeClr val="accent1"/>
              </a:buClr>
              <a:buSzPct val="70000"/>
              <a:buFont typeface="Wingdings" panose="05000000000000000000" charset="0"/>
              <a:buChar char="l"/>
            </a:pPr>
            <a:r>
              <a:rPr lang="zh-CN" altLang="en-US" sz="1600" b="1">
                <a:solidFill>
                  <a:schemeClr val="accent1"/>
                </a:solidFill>
                <a:latin typeface="+mn-ea"/>
                <a:cs typeface="+mn-ea"/>
              </a:rPr>
              <a:t>A*搜索算法</a:t>
            </a:r>
            <a:endParaRPr lang="zh-CN" altLang="en-US" sz="1600" b="1">
              <a:solidFill>
                <a:schemeClr val="accent1"/>
              </a:solidFill>
              <a:latin typeface="+mn-ea"/>
              <a:cs typeface="+mn-ea"/>
            </a:endParaRPr>
          </a:p>
        </p:txBody>
      </p:sp>
    </p:spTree>
    <p:custDataLst>
      <p:tags r:id="rId14"/>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应用场景与案例</a:t>
            </a:r>
            <a:endParaRPr lang="zh-CN" altLang="en-US"/>
          </a:p>
        </p:txBody>
      </p:sp>
      <p:cxnSp>
        <p:nvCxnSpPr>
          <p:cNvPr id="7" name="直接连接符 6"/>
          <p:cNvCxnSpPr/>
          <p:nvPr>
            <p:custDataLst>
              <p:tags r:id="rId2"/>
            </p:custDataLst>
          </p:nvPr>
        </p:nvCxnSpPr>
        <p:spPr>
          <a:xfrm>
            <a:off x="3223270" y="2490748"/>
            <a:ext cx="1908000"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28" name="矩形 27"/>
          <p:cNvSpPr/>
          <p:nvPr>
            <p:custDataLst>
              <p:tags r:id="rId3"/>
            </p:custDataLst>
          </p:nvPr>
        </p:nvSpPr>
        <p:spPr>
          <a:xfrm>
            <a:off x="695970" y="4506873"/>
            <a:ext cx="3142615" cy="1953260"/>
          </a:xfrm>
          <a:prstGeom prst="rect">
            <a:avLst/>
          </a:prstGeom>
          <a:noFill/>
        </p:spPr>
        <p:txBody>
          <a:bodyPr wrap="square" lIns="0" tIns="0" rIns="0" bIns="0" rtlCol="0" anchor="t" anchorCtr="0">
            <a:noAutofit/>
          </a:bodyPr>
          <a:p>
            <a:pPr algn="ctr">
              <a:lnSpc>
                <a:spcPct val="150000"/>
              </a:lnSpc>
              <a:spcBef>
                <a:spcPct val="0"/>
              </a:spcBef>
              <a:spcAft>
                <a:spcPct val="0"/>
              </a:spcAft>
            </a:pPr>
            <a:r>
              <a:rPr lang="zh-CN" altLang="en-US" sz="2400" dirty="0">
                <a:solidFill>
                  <a:schemeClr val="tx1">
                    <a:lumMod val="85000"/>
                    <a:lumOff val="15000"/>
                  </a:schemeClr>
                </a:solidFill>
                <a:latin typeface="黑体" panose="02010609060101010101" charset="-122"/>
                <a:ea typeface="黑体" panose="02010609060101010101" charset="-122"/>
                <a:cs typeface="+mn-ea"/>
              </a:rPr>
              <a:t>物流公司通过最短路径模型优化配送路线，减少运输成本，提高效率</a:t>
            </a:r>
            <a:r>
              <a:rPr lang="zh-CN" altLang="en-US" sz="1400" dirty="0">
                <a:solidFill>
                  <a:schemeClr val="tx1">
                    <a:lumMod val="85000"/>
                    <a:lumOff val="15000"/>
                  </a:schemeClr>
                </a:solidFill>
                <a:latin typeface="+mn-ea"/>
                <a:cs typeface="+mn-ea"/>
              </a:rPr>
              <a:t>。</a:t>
            </a:r>
            <a:endParaRPr lang="zh-CN" altLang="en-US" sz="1400" dirty="0">
              <a:solidFill>
                <a:schemeClr val="tx1">
                  <a:lumMod val="85000"/>
                  <a:lumOff val="15000"/>
                </a:schemeClr>
              </a:solidFill>
              <a:latin typeface="+mn-ea"/>
              <a:cs typeface="+mn-ea"/>
            </a:endParaRPr>
          </a:p>
        </p:txBody>
      </p:sp>
      <p:sp>
        <p:nvSpPr>
          <p:cNvPr id="32" name="矩形 31"/>
          <p:cNvSpPr/>
          <p:nvPr>
            <p:custDataLst>
              <p:tags r:id="rId4"/>
            </p:custDataLst>
          </p:nvPr>
        </p:nvSpPr>
        <p:spPr>
          <a:xfrm>
            <a:off x="695970" y="3945533"/>
            <a:ext cx="3142615" cy="407670"/>
          </a:xfrm>
          <a:prstGeom prst="rect">
            <a:avLst/>
          </a:prstGeom>
          <a:noFill/>
        </p:spPr>
        <p:txBody>
          <a:bodyPr wrap="square" lIns="0" tIns="0" rIns="0" bIns="0" rtlCol="0" anchor="b">
            <a:noAutofit/>
          </a:bodyPr>
          <a:p>
            <a:pPr algn="ctr">
              <a:spcBef>
                <a:spcPct val="0"/>
              </a:spcBef>
              <a:spcAft>
                <a:spcPct val="0"/>
              </a:spcAft>
            </a:pPr>
            <a:r>
              <a:rPr lang="zh-CN" altLang="en-US" sz="2000" b="1" dirty="0">
                <a:solidFill>
                  <a:schemeClr val="accent1"/>
                </a:solidFill>
                <a:latin typeface="+mn-ea"/>
                <a:cs typeface="+mn-ea"/>
              </a:rPr>
              <a:t>物流配送优化</a:t>
            </a:r>
            <a:endParaRPr lang="zh-CN" altLang="en-US" sz="2000" b="1" dirty="0">
              <a:solidFill>
                <a:schemeClr val="accent1"/>
              </a:solidFill>
              <a:latin typeface="+mn-ea"/>
              <a:cs typeface="+mn-ea"/>
            </a:endParaRPr>
          </a:p>
        </p:txBody>
      </p:sp>
      <p:pic>
        <p:nvPicPr>
          <p:cNvPr id="35" name="图片 5" descr="32313538333630393b32313538333731303bbdbbd7f7d2b5"/>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tretch>
            <a:fillRect/>
          </a:stretch>
        </p:blipFill>
        <p:spPr>
          <a:xfrm>
            <a:off x="2004705" y="2242463"/>
            <a:ext cx="525600" cy="525600"/>
          </a:xfrm>
          <a:prstGeom prst="rect">
            <a:avLst/>
          </a:prstGeom>
        </p:spPr>
      </p:pic>
      <p:sp>
        <p:nvSpPr>
          <p:cNvPr id="36" name="弧形 35"/>
          <p:cNvSpPr/>
          <p:nvPr>
            <p:custDataLst>
              <p:tags r:id="rId8"/>
            </p:custDataLst>
          </p:nvPr>
        </p:nvSpPr>
        <p:spPr>
          <a:xfrm>
            <a:off x="1308745" y="1532533"/>
            <a:ext cx="1916430" cy="1916430"/>
          </a:xfrm>
          <a:prstGeom prst="arc">
            <a:avLst>
              <a:gd name="adj1" fmla="val 6375916"/>
              <a:gd name="adj2" fmla="val 4453969"/>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7" name="椭圆 36"/>
          <p:cNvSpPr/>
          <p:nvPr>
            <p:custDataLst>
              <p:tags r:id="rId9"/>
            </p:custDataLst>
          </p:nvPr>
        </p:nvSpPr>
        <p:spPr>
          <a:xfrm>
            <a:off x="1998990" y="3150513"/>
            <a:ext cx="536575" cy="536575"/>
          </a:xfrm>
          <a:prstGeom prst="ellipse">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wrap="none" lIns="0" tIns="0" rIns="0" bIns="0" rtlCol="0" anchor="ctr">
            <a:noAutofit/>
          </a:bodyPr>
          <a:p>
            <a:pPr algn="ctr">
              <a:spcBef>
                <a:spcPct val="0"/>
              </a:spcBef>
              <a:spcAft>
                <a:spcPct val="0"/>
              </a:spcAft>
            </a:pPr>
            <a:r>
              <a:rPr lang="en-US" altLang="zh-CN">
                <a:solidFill>
                  <a:schemeClr val="tx1">
                    <a:lumMod val="85000"/>
                    <a:lumOff val="15000"/>
                  </a:schemeClr>
                </a:solidFill>
                <a:latin typeface="+mn-ea"/>
                <a:cs typeface="+mn-ea"/>
                <a:sym typeface="+mn-ea"/>
              </a:rPr>
              <a:t>1</a:t>
            </a:r>
            <a:endParaRPr lang="en-US" altLang="zh-CN">
              <a:solidFill>
                <a:schemeClr val="tx1">
                  <a:lumMod val="85000"/>
                  <a:lumOff val="15000"/>
                </a:schemeClr>
              </a:solidFill>
              <a:latin typeface="+mn-ea"/>
              <a:cs typeface="+mn-ea"/>
              <a:sym typeface="+mn-ea"/>
            </a:endParaRPr>
          </a:p>
        </p:txBody>
      </p:sp>
      <p:sp>
        <p:nvSpPr>
          <p:cNvPr id="38" name="矩形 37"/>
          <p:cNvSpPr/>
          <p:nvPr>
            <p:custDataLst>
              <p:tags r:id="rId10"/>
            </p:custDataLst>
          </p:nvPr>
        </p:nvSpPr>
        <p:spPr>
          <a:xfrm>
            <a:off x="4525020" y="4506873"/>
            <a:ext cx="3142615" cy="1953260"/>
          </a:xfrm>
          <a:prstGeom prst="rect">
            <a:avLst/>
          </a:prstGeom>
          <a:noFill/>
        </p:spPr>
        <p:txBody>
          <a:bodyPr wrap="square" lIns="0" tIns="0" rIns="0" bIns="0" rtlCol="0" anchor="t" anchorCtr="0">
            <a:noAutofit/>
          </a:bodyPr>
          <a:p>
            <a:pPr algn="ctr">
              <a:lnSpc>
                <a:spcPct val="150000"/>
              </a:lnSpc>
              <a:spcBef>
                <a:spcPct val="0"/>
              </a:spcBef>
              <a:spcAft>
                <a:spcPct val="0"/>
              </a:spcAft>
            </a:pPr>
            <a:r>
              <a:rPr lang="zh-CN" altLang="en-US" sz="2000" dirty="0">
                <a:solidFill>
                  <a:schemeClr val="tx1">
                    <a:lumMod val="85000"/>
                    <a:lumOff val="15000"/>
                  </a:schemeClr>
                </a:solidFill>
                <a:latin typeface="黑体" panose="02010609060101010101" charset="-122"/>
                <a:ea typeface="黑体" panose="02010609060101010101" charset="-122"/>
                <a:cs typeface="+mn-ea"/>
              </a:rPr>
              <a:t>城市规划者使用最短路径算法来设计交通网络，缓解交通拥堵，提升交通流畅度。</a:t>
            </a:r>
            <a:endParaRPr lang="zh-CN" altLang="en-US" sz="2000" dirty="0">
              <a:solidFill>
                <a:schemeClr val="tx1">
                  <a:lumMod val="85000"/>
                  <a:lumOff val="15000"/>
                </a:schemeClr>
              </a:solidFill>
              <a:latin typeface="黑体" panose="02010609060101010101" charset="-122"/>
              <a:ea typeface="黑体" panose="02010609060101010101" charset="-122"/>
              <a:cs typeface="+mn-ea"/>
            </a:endParaRPr>
          </a:p>
        </p:txBody>
      </p:sp>
      <p:sp>
        <p:nvSpPr>
          <p:cNvPr id="39" name="矩形 38"/>
          <p:cNvSpPr/>
          <p:nvPr>
            <p:custDataLst>
              <p:tags r:id="rId11"/>
            </p:custDataLst>
          </p:nvPr>
        </p:nvSpPr>
        <p:spPr>
          <a:xfrm>
            <a:off x="4631700" y="3945533"/>
            <a:ext cx="2928620" cy="407670"/>
          </a:xfrm>
          <a:prstGeom prst="rect">
            <a:avLst/>
          </a:prstGeom>
          <a:noFill/>
        </p:spPr>
        <p:txBody>
          <a:bodyPr wrap="square" lIns="0" tIns="0" rIns="0" bIns="0" rtlCol="0" anchor="b">
            <a:noAutofit/>
          </a:bodyPr>
          <a:p>
            <a:pPr algn="ctr">
              <a:spcBef>
                <a:spcPct val="0"/>
              </a:spcBef>
              <a:spcAft>
                <a:spcPct val="0"/>
              </a:spcAft>
            </a:pPr>
            <a:r>
              <a:rPr lang="zh-CN" altLang="en-US" sz="2000" b="1" dirty="0">
                <a:solidFill>
                  <a:schemeClr val="accent1"/>
                </a:solidFill>
                <a:latin typeface="+mn-ea"/>
                <a:cs typeface="+mn-ea"/>
              </a:rPr>
              <a:t>城市交通规划</a:t>
            </a:r>
            <a:endParaRPr lang="zh-CN" altLang="en-US" sz="2000" b="1" dirty="0">
              <a:solidFill>
                <a:schemeClr val="accent1"/>
              </a:solidFill>
              <a:latin typeface="+mn-ea"/>
              <a:cs typeface="+mn-ea"/>
            </a:endParaRPr>
          </a:p>
        </p:txBody>
      </p:sp>
      <p:sp>
        <p:nvSpPr>
          <p:cNvPr id="40" name="弧形 39"/>
          <p:cNvSpPr/>
          <p:nvPr>
            <p:custDataLst>
              <p:tags r:id="rId12"/>
            </p:custDataLst>
          </p:nvPr>
        </p:nvSpPr>
        <p:spPr>
          <a:xfrm>
            <a:off x="5137795" y="1532533"/>
            <a:ext cx="1916430" cy="1916430"/>
          </a:xfrm>
          <a:prstGeom prst="arc">
            <a:avLst>
              <a:gd name="adj1" fmla="val 6375851"/>
              <a:gd name="adj2" fmla="val 4457771"/>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1" name="椭圆 40"/>
          <p:cNvSpPr/>
          <p:nvPr>
            <p:custDataLst>
              <p:tags r:id="rId13"/>
            </p:custDataLst>
          </p:nvPr>
        </p:nvSpPr>
        <p:spPr>
          <a:xfrm>
            <a:off x="5828040" y="3150513"/>
            <a:ext cx="536575" cy="536575"/>
          </a:xfrm>
          <a:prstGeom prst="ellipse">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wrap="none" lIns="0" tIns="0" rIns="0" bIns="0" rtlCol="0" anchor="ctr">
            <a:noAutofit/>
          </a:bodyPr>
          <a:p>
            <a:pPr algn="ctr">
              <a:spcBef>
                <a:spcPct val="0"/>
              </a:spcBef>
              <a:spcAft>
                <a:spcPct val="0"/>
              </a:spcAft>
            </a:pPr>
            <a:r>
              <a:rPr lang="en-US" altLang="zh-CN">
                <a:solidFill>
                  <a:schemeClr val="tx1">
                    <a:lumMod val="85000"/>
                    <a:lumOff val="15000"/>
                  </a:schemeClr>
                </a:solidFill>
                <a:latin typeface="+mn-ea"/>
                <a:cs typeface="+mn-ea"/>
                <a:sym typeface="+mn-ea"/>
              </a:rPr>
              <a:t>2</a:t>
            </a:r>
            <a:endParaRPr lang="en-US" altLang="zh-CN">
              <a:solidFill>
                <a:schemeClr val="tx1">
                  <a:lumMod val="85000"/>
                  <a:lumOff val="15000"/>
                </a:schemeClr>
              </a:solidFill>
              <a:latin typeface="+mn-ea"/>
              <a:cs typeface="+mn-ea"/>
              <a:sym typeface="+mn-ea"/>
            </a:endParaRPr>
          </a:p>
        </p:txBody>
      </p:sp>
      <p:sp>
        <p:nvSpPr>
          <p:cNvPr id="42" name="矩形 41"/>
          <p:cNvSpPr/>
          <p:nvPr>
            <p:custDataLst>
              <p:tags r:id="rId14"/>
            </p:custDataLst>
          </p:nvPr>
        </p:nvSpPr>
        <p:spPr>
          <a:xfrm>
            <a:off x="8355340" y="4506873"/>
            <a:ext cx="3142615" cy="1953260"/>
          </a:xfrm>
          <a:prstGeom prst="rect">
            <a:avLst/>
          </a:prstGeom>
          <a:noFill/>
        </p:spPr>
        <p:txBody>
          <a:bodyPr wrap="square" lIns="0" tIns="0" rIns="0" bIns="0" rtlCol="0" anchor="t" anchorCtr="0">
            <a:noAutofit/>
          </a:bodyPr>
          <a:p>
            <a:pPr algn="ctr">
              <a:lnSpc>
                <a:spcPct val="150000"/>
              </a:lnSpc>
              <a:spcBef>
                <a:spcPct val="0"/>
              </a:spcBef>
              <a:spcAft>
                <a:spcPct val="0"/>
              </a:spcAft>
            </a:pPr>
            <a:r>
              <a:rPr lang="zh-CN" altLang="en-US" sz="2000" dirty="0">
                <a:solidFill>
                  <a:schemeClr val="tx1">
                    <a:lumMod val="85000"/>
                    <a:lumOff val="15000"/>
                  </a:schemeClr>
                </a:solidFill>
                <a:latin typeface="黑体" panose="02010609060101010101" charset="-122"/>
                <a:ea typeface="黑体" panose="02010609060101010101" charset="-122"/>
                <a:cs typeface="+mn-ea"/>
              </a:rPr>
              <a:t>互联网公司利用最短路径算法优化数据包的传输路径，降低延迟，提高网络速度。</a:t>
            </a:r>
            <a:endParaRPr lang="zh-CN" altLang="en-US" sz="2000" dirty="0">
              <a:solidFill>
                <a:schemeClr val="tx1">
                  <a:lumMod val="85000"/>
                  <a:lumOff val="15000"/>
                </a:schemeClr>
              </a:solidFill>
              <a:latin typeface="黑体" panose="02010609060101010101" charset="-122"/>
              <a:ea typeface="黑体" panose="02010609060101010101" charset="-122"/>
              <a:cs typeface="+mn-ea"/>
            </a:endParaRPr>
          </a:p>
        </p:txBody>
      </p:sp>
      <p:sp>
        <p:nvSpPr>
          <p:cNvPr id="43" name="矩形 42"/>
          <p:cNvSpPr/>
          <p:nvPr>
            <p:custDataLst>
              <p:tags r:id="rId15"/>
            </p:custDataLst>
          </p:nvPr>
        </p:nvSpPr>
        <p:spPr>
          <a:xfrm>
            <a:off x="8354070" y="3945533"/>
            <a:ext cx="3145154" cy="407670"/>
          </a:xfrm>
          <a:prstGeom prst="rect">
            <a:avLst/>
          </a:prstGeom>
          <a:noFill/>
        </p:spPr>
        <p:txBody>
          <a:bodyPr wrap="square" lIns="0" tIns="0" rIns="0" bIns="0" rtlCol="0" anchor="b">
            <a:noAutofit/>
          </a:bodyPr>
          <a:p>
            <a:pPr algn="ctr">
              <a:spcBef>
                <a:spcPct val="0"/>
              </a:spcBef>
              <a:spcAft>
                <a:spcPct val="0"/>
              </a:spcAft>
            </a:pPr>
            <a:r>
              <a:rPr lang="zh-CN" altLang="en-US" sz="2000" b="1" dirty="0">
                <a:solidFill>
                  <a:schemeClr val="accent1"/>
                </a:solidFill>
                <a:latin typeface="+mn-ea"/>
                <a:cs typeface="+mn-ea"/>
              </a:rPr>
              <a:t>网络数据传输</a:t>
            </a:r>
            <a:endParaRPr lang="zh-CN" altLang="en-US" sz="2000" b="1" dirty="0">
              <a:solidFill>
                <a:schemeClr val="accent1"/>
              </a:solidFill>
              <a:latin typeface="+mn-ea"/>
              <a:cs typeface="+mn-ea"/>
            </a:endParaRPr>
          </a:p>
        </p:txBody>
      </p:sp>
      <p:sp>
        <p:nvSpPr>
          <p:cNvPr id="44" name="弧形 43"/>
          <p:cNvSpPr/>
          <p:nvPr>
            <p:custDataLst>
              <p:tags r:id="rId16"/>
            </p:custDataLst>
          </p:nvPr>
        </p:nvSpPr>
        <p:spPr>
          <a:xfrm>
            <a:off x="8968115" y="1532533"/>
            <a:ext cx="1916430" cy="1916430"/>
          </a:xfrm>
          <a:prstGeom prst="arc">
            <a:avLst>
              <a:gd name="adj1" fmla="val 6392578"/>
              <a:gd name="adj2" fmla="val 4437989"/>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5" name="椭圆 44"/>
          <p:cNvSpPr/>
          <p:nvPr>
            <p:custDataLst>
              <p:tags r:id="rId17"/>
            </p:custDataLst>
          </p:nvPr>
        </p:nvSpPr>
        <p:spPr>
          <a:xfrm>
            <a:off x="9658360" y="3150513"/>
            <a:ext cx="536575" cy="536575"/>
          </a:xfrm>
          <a:prstGeom prst="ellipse">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wrap="none" lIns="0" tIns="0" rIns="0" bIns="0" rtlCol="0" anchor="ctr">
            <a:noAutofit/>
          </a:bodyPr>
          <a:p>
            <a:pPr algn="ctr">
              <a:spcBef>
                <a:spcPct val="0"/>
              </a:spcBef>
              <a:spcAft>
                <a:spcPct val="0"/>
              </a:spcAft>
            </a:pPr>
            <a:r>
              <a:rPr lang="en-US" altLang="zh-CN">
                <a:solidFill>
                  <a:schemeClr val="tx1">
                    <a:lumMod val="85000"/>
                    <a:lumOff val="15000"/>
                  </a:schemeClr>
                </a:solidFill>
                <a:latin typeface="+mn-ea"/>
                <a:cs typeface="+mn-ea"/>
                <a:sym typeface="+mn-ea"/>
              </a:rPr>
              <a:t>3</a:t>
            </a:r>
            <a:endParaRPr lang="en-US" altLang="zh-CN">
              <a:solidFill>
                <a:schemeClr val="tx1">
                  <a:lumMod val="85000"/>
                  <a:lumOff val="15000"/>
                </a:schemeClr>
              </a:solidFill>
              <a:latin typeface="+mn-ea"/>
              <a:cs typeface="+mn-ea"/>
              <a:sym typeface="+mn-ea"/>
            </a:endParaRPr>
          </a:p>
        </p:txBody>
      </p:sp>
      <p:pic>
        <p:nvPicPr>
          <p:cNvPr id="46" name="图片 13" descr="32313538333630393b32313538333732303bcad5b2d8bfceb3cc"/>
          <p:cNvPicPr>
            <a:picLocks noChangeAspect="1"/>
          </p:cNvPicPr>
          <p:nvPr>
            <p:custDataLst>
              <p:tags r:id="rId18"/>
            </p:custDataLst>
          </p:nvPr>
        </p:nvPicPr>
        <p:blipFill>
          <a:blip r:embed="rId19">
            <a:extLst>
              <a:ext uri="{96DAC541-7B7A-43D3-8B79-37D633B846F1}">
                <asvg:svgBlip xmlns:asvg="http://schemas.microsoft.com/office/drawing/2016/SVG/main" r:embed="rId20"/>
              </a:ext>
            </a:extLst>
          </a:blip>
          <a:stretch>
            <a:fillRect/>
          </a:stretch>
        </p:blipFill>
        <p:spPr>
          <a:xfrm>
            <a:off x="9636770" y="2238653"/>
            <a:ext cx="579600" cy="579600"/>
          </a:xfrm>
          <a:prstGeom prst="rect">
            <a:avLst/>
          </a:prstGeom>
        </p:spPr>
      </p:pic>
      <p:pic>
        <p:nvPicPr>
          <p:cNvPr id="47" name="图片 14" descr="32313538333630393b32313538333732313bb6fac2f3"/>
          <p:cNvPicPr>
            <a:picLocks noChangeAspect="1"/>
          </p:cNvPicPr>
          <p:nvPr>
            <p:custDataLst>
              <p:tags r:id="rId21"/>
            </p:custDataLst>
          </p:nvPr>
        </p:nvPicPr>
        <p:blipFill>
          <a:blip r:embed="rId22">
            <a:extLst>
              <a:ext uri="{96DAC541-7B7A-43D3-8B79-37D633B846F1}">
                <asvg:svgBlip xmlns:asvg="http://schemas.microsoft.com/office/drawing/2016/SVG/main" r:embed="rId23"/>
              </a:ext>
            </a:extLst>
          </a:blip>
          <a:stretch>
            <a:fillRect/>
          </a:stretch>
        </p:blipFill>
        <p:spPr>
          <a:xfrm>
            <a:off x="5806450" y="2201823"/>
            <a:ext cx="579600" cy="579600"/>
          </a:xfrm>
          <a:prstGeom prst="rect">
            <a:avLst/>
          </a:prstGeom>
        </p:spPr>
      </p:pic>
      <p:cxnSp>
        <p:nvCxnSpPr>
          <p:cNvPr id="48" name="直接连接符 47"/>
          <p:cNvCxnSpPr/>
          <p:nvPr>
            <p:custDataLst>
              <p:tags r:id="rId24"/>
            </p:custDataLst>
          </p:nvPr>
        </p:nvCxnSpPr>
        <p:spPr>
          <a:xfrm>
            <a:off x="7060575" y="2490748"/>
            <a:ext cx="1908000"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Tree>
    <p:custDataLst>
      <p:tags r:id="rId25"/>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endParaRPr lang="zh-CN" altLang="en-US"/>
          </a:p>
        </p:txBody>
      </p:sp>
      <p:pic>
        <p:nvPicPr>
          <p:cNvPr id="3" name="图片 2"/>
          <p:cNvPicPr>
            <a:picLocks noChangeAspect="1"/>
          </p:cNvPicPr>
          <p:nvPr/>
        </p:nvPicPr>
        <p:blipFill>
          <a:blip r:embed="rId1"/>
          <a:stretch>
            <a:fillRect/>
          </a:stretch>
        </p:blipFill>
        <p:spPr>
          <a:xfrm>
            <a:off x="3455670" y="2774315"/>
            <a:ext cx="4231005" cy="2954655"/>
          </a:xfrm>
          <a:prstGeom prst="rect">
            <a:avLst/>
          </a:prstGeom>
        </p:spPr>
      </p:pic>
      <p:pic>
        <p:nvPicPr>
          <p:cNvPr id="4" name="图片 3"/>
          <p:cNvPicPr>
            <a:picLocks noChangeAspect="1"/>
          </p:cNvPicPr>
          <p:nvPr/>
        </p:nvPicPr>
        <p:blipFill>
          <a:blip r:embed="rId2"/>
          <a:stretch>
            <a:fillRect/>
          </a:stretch>
        </p:blipFill>
        <p:spPr>
          <a:xfrm>
            <a:off x="614045" y="360045"/>
            <a:ext cx="8820150" cy="1762125"/>
          </a:xfrm>
          <a:prstGeom prst="rect">
            <a:avLst/>
          </a:prstGeom>
        </p:spPr>
      </p:pic>
    </p:spTree>
    <p:custDataLst>
      <p:tags r:id="rId3"/>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endParaRPr lang="zh-CN" altLang="en-US"/>
          </a:p>
        </p:txBody>
      </p:sp>
      <p:pic>
        <p:nvPicPr>
          <p:cNvPr id="3" name="图片 2"/>
          <p:cNvPicPr>
            <a:picLocks noChangeAspect="1"/>
          </p:cNvPicPr>
          <p:nvPr/>
        </p:nvPicPr>
        <p:blipFill>
          <a:blip r:embed="rId1"/>
          <a:stretch>
            <a:fillRect/>
          </a:stretch>
        </p:blipFill>
        <p:spPr>
          <a:xfrm>
            <a:off x="0" y="3032760"/>
            <a:ext cx="10947400" cy="3825240"/>
          </a:xfrm>
          <a:prstGeom prst="rect">
            <a:avLst/>
          </a:prstGeom>
        </p:spPr>
      </p:pic>
      <p:pic>
        <p:nvPicPr>
          <p:cNvPr id="4" name="图片 3"/>
          <p:cNvPicPr>
            <a:picLocks noChangeAspect="1"/>
          </p:cNvPicPr>
          <p:nvPr/>
        </p:nvPicPr>
        <p:blipFill>
          <a:blip r:embed="rId2"/>
          <a:stretch>
            <a:fillRect/>
          </a:stretch>
        </p:blipFill>
        <p:spPr>
          <a:xfrm>
            <a:off x="8239125" y="335915"/>
            <a:ext cx="3861435" cy="2696845"/>
          </a:xfrm>
          <a:prstGeom prst="rect">
            <a:avLst/>
          </a:prstGeom>
        </p:spPr>
      </p:pic>
      <p:pic>
        <p:nvPicPr>
          <p:cNvPr id="5" name="图片 4"/>
          <p:cNvPicPr>
            <a:picLocks noChangeAspect="1"/>
          </p:cNvPicPr>
          <p:nvPr/>
        </p:nvPicPr>
        <p:blipFill>
          <a:blip r:embed="rId3"/>
          <a:stretch>
            <a:fillRect/>
          </a:stretch>
        </p:blipFill>
        <p:spPr>
          <a:xfrm>
            <a:off x="218440" y="1080135"/>
            <a:ext cx="3026410" cy="759460"/>
          </a:xfrm>
          <a:prstGeom prst="rect">
            <a:avLst/>
          </a:prstGeom>
        </p:spPr>
      </p:pic>
    </p:spTree>
    <p:custDataLst>
      <p:tags r:id="rId4"/>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endParaRPr lang="zh-CN" altLang="en-US"/>
          </a:p>
        </p:txBody>
      </p:sp>
      <p:pic>
        <p:nvPicPr>
          <p:cNvPr id="3" name="图片 2"/>
          <p:cNvPicPr>
            <a:picLocks noChangeAspect="1"/>
          </p:cNvPicPr>
          <p:nvPr/>
        </p:nvPicPr>
        <p:blipFill>
          <a:blip r:embed="rId1"/>
          <a:stretch>
            <a:fillRect/>
          </a:stretch>
        </p:blipFill>
        <p:spPr>
          <a:xfrm>
            <a:off x="0" y="2770505"/>
            <a:ext cx="11041380" cy="4087495"/>
          </a:xfrm>
          <a:prstGeom prst="rect">
            <a:avLst/>
          </a:prstGeom>
        </p:spPr>
      </p:pic>
      <p:pic>
        <p:nvPicPr>
          <p:cNvPr id="4" name="图片 3"/>
          <p:cNvPicPr>
            <a:picLocks noChangeAspect="1"/>
          </p:cNvPicPr>
          <p:nvPr/>
        </p:nvPicPr>
        <p:blipFill>
          <a:blip r:embed="rId2"/>
          <a:stretch>
            <a:fillRect/>
          </a:stretch>
        </p:blipFill>
        <p:spPr>
          <a:xfrm>
            <a:off x="8330565" y="0"/>
            <a:ext cx="3861435" cy="2696845"/>
          </a:xfrm>
          <a:prstGeom prst="rect">
            <a:avLst/>
          </a:prstGeom>
        </p:spPr>
      </p:pic>
      <p:pic>
        <p:nvPicPr>
          <p:cNvPr id="5" name="图片 4"/>
          <p:cNvPicPr>
            <a:picLocks noChangeAspect="1"/>
          </p:cNvPicPr>
          <p:nvPr/>
        </p:nvPicPr>
        <p:blipFill>
          <a:blip r:embed="rId3"/>
          <a:stretch>
            <a:fillRect/>
          </a:stretch>
        </p:blipFill>
        <p:spPr>
          <a:xfrm>
            <a:off x="-80010" y="1327150"/>
            <a:ext cx="3026410" cy="759460"/>
          </a:xfrm>
          <a:prstGeom prst="rect">
            <a:avLst/>
          </a:prstGeom>
        </p:spPr>
      </p:pic>
    </p:spTree>
    <p:custDataLst>
      <p:tags r:id="rId4"/>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endParaRPr lang="zh-CN" altLang="en-US"/>
          </a:p>
        </p:txBody>
      </p:sp>
      <p:pic>
        <p:nvPicPr>
          <p:cNvPr id="5" name="图片 4"/>
          <p:cNvPicPr>
            <a:picLocks noChangeAspect="1"/>
          </p:cNvPicPr>
          <p:nvPr/>
        </p:nvPicPr>
        <p:blipFill>
          <a:blip r:embed="rId1"/>
          <a:stretch>
            <a:fillRect/>
          </a:stretch>
        </p:blipFill>
        <p:spPr>
          <a:xfrm>
            <a:off x="218440" y="1080135"/>
            <a:ext cx="3026410" cy="759460"/>
          </a:xfrm>
          <a:prstGeom prst="rect">
            <a:avLst/>
          </a:prstGeom>
        </p:spPr>
      </p:pic>
      <p:pic>
        <p:nvPicPr>
          <p:cNvPr id="3" name="图片 2"/>
          <p:cNvPicPr>
            <a:picLocks noChangeAspect="1"/>
          </p:cNvPicPr>
          <p:nvPr/>
        </p:nvPicPr>
        <p:blipFill>
          <a:blip r:embed="rId2"/>
          <a:stretch>
            <a:fillRect/>
          </a:stretch>
        </p:blipFill>
        <p:spPr>
          <a:xfrm>
            <a:off x="0" y="2797810"/>
            <a:ext cx="10681335" cy="4060190"/>
          </a:xfrm>
          <a:prstGeom prst="rect">
            <a:avLst/>
          </a:prstGeom>
        </p:spPr>
      </p:pic>
      <p:pic>
        <p:nvPicPr>
          <p:cNvPr id="4" name="图片 3"/>
          <p:cNvPicPr>
            <a:picLocks noChangeAspect="1"/>
          </p:cNvPicPr>
          <p:nvPr/>
        </p:nvPicPr>
        <p:blipFill>
          <a:blip r:embed="rId3"/>
          <a:stretch>
            <a:fillRect/>
          </a:stretch>
        </p:blipFill>
        <p:spPr>
          <a:xfrm>
            <a:off x="8330565" y="0"/>
            <a:ext cx="3861435" cy="2696845"/>
          </a:xfrm>
          <a:prstGeom prst="rect">
            <a:avLst/>
          </a:prstGeom>
        </p:spPr>
      </p:pic>
    </p:spTree>
    <p:custDataLst>
      <p:tags r:id="rId4"/>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51130" y="360045"/>
            <a:ext cx="5285105" cy="6303010"/>
          </a:xfrm>
        </p:spPr>
        <p:txBody>
          <a:bodyPr>
            <a:normAutofit/>
          </a:bodyPr>
          <a:p>
            <a:r>
              <a:rPr lang="en-US" altLang="zh-CN" sz="1600">
                <a:latin typeface="宋体" panose="02010600030101010101" pitchFamily="2" charset="-122"/>
                <a:ea typeface="宋体" panose="02010600030101010101" pitchFamily="2" charset="-122"/>
              </a:rPr>
              <a:t>import heapq</a:t>
            </a:r>
            <a:br>
              <a:rPr lang="en-US" altLang="zh-CN" sz="1600">
                <a:latin typeface="宋体" panose="02010600030101010101" pitchFamily="2" charset="-122"/>
                <a:ea typeface="宋体" panose="02010600030101010101" pitchFamily="2" charset="-122"/>
                <a:cs typeface="宋体" panose="02010600030101010101" pitchFamily="2" charset="-122"/>
              </a:rPr>
            </a:br>
            <a:r>
              <a:rPr lang="en-US" altLang="zh-CN" sz="1600">
                <a:latin typeface="宋体" panose="02010600030101010101" pitchFamily="2" charset="-122"/>
                <a:ea typeface="宋体" panose="02010600030101010101" pitchFamily="2" charset="-122"/>
                <a:cs typeface="宋体" panose="02010600030101010101" pitchFamily="2" charset="-122"/>
              </a:rPr>
              <a:t># </a:t>
            </a:r>
            <a:r>
              <a:rPr lang="zh-CN" altLang="en-US" sz="1600">
                <a:latin typeface="宋体" panose="02010600030101010101" pitchFamily="2" charset="-122"/>
                <a:ea typeface="宋体" panose="02010600030101010101" pitchFamily="2" charset="-122"/>
                <a:cs typeface="宋体" panose="02010600030101010101" pitchFamily="2" charset="-122"/>
              </a:rPr>
              <a:t>定义无向图，用邻接表形式表示，键为节点，值为包含（邻居节点，边权重）的列表</a:t>
            </a:r>
            <a:br>
              <a:rPr lang="zh-CN" altLang="en-US" sz="1600">
                <a:latin typeface="宋体" panose="02010600030101010101" pitchFamily="2" charset="-122"/>
                <a:ea typeface="宋体" panose="02010600030101010101" pitchFamily="2" charset="-122"/>
                <a:cs typeface="宋体" panose="02010600030101010101" pitchFamily="2" charset="-122"/>
              </a:rPr>
            </a:br>
            <a:r>
              <a:rPr lang="en-US" altLang="zh-CN" sz="1600">
                <a:latin typeface="宋体" panose="02010600030101010101" pitchFamily="2" charset="-122"/>
                <a:ea typeface="宋体" panose="02010600030101010101" pitchFamily="2" charset="-122"/>
                <a:cs typeface="宋体" panose="02010600030101010101" pitchFamily="2" charset="-122"/>
              </a:rPr>
              <a:t>graph = {</a:t>
            </a:r>
            <a:br>
              <a:rPr lang="en-US" altLang="zh-CN" sz="1600">
                <a:latin typeface="宋体" panose="02010600030101010101" pitchFamily="2" charset="-122"/>
                <a:ea typeface="宋体" panose="02010600030101010101" pitchFamily="2" charset="-122"/>
                <a:cs typeface="宋体" panose="02010600030101010101" pitchFamily="2" charset="-122"/>
              </a:rPr>
            </a:br>
            <a:r>
              <a:rPr lang="en-US" altLang="zh-CN" sz="1600">
                <a:latin typeface="宋体" panose="02010600030101010101" pitchFamily="2" charset="-122"/>
                <a:ea typeface="宋体" panose="02010600030101010101" pitchFamily="2" charset="-122"/>
                <a:cs typeface="宋体" panose="02010600030101010101" pitchFamily="2" charset="-122"/>
              </a:rPr>
              <a:t>    'A': [('B', 6), ('C', 3)],</a:t>
            </a:r>
            <a:br>
              <a:rPr lang="en-US" altLang="zh-CN" sz="1600">
                <a:latin typeface="宋体" panose="02010600030101010101" pitchFamily="2" charset="-122"/>
                <a:ea typeface="宋体" panose="02010600030101010101" pitchFamily="2" charset="-122"/>
                <a:cs typeface="宋体" panose="02010600030101010101" pitchFamily="2" charset="-122"/>
              </a:rPr>
            </a:br>
            <a:r>
              <a:rPr lang="en-US" altLang="zh-CN" sz="1600">
                <a:latin typeface="宋体" panose="02010600030101010101" pitchFamily="2" charset="-122"/>
                <a:ea typeface="宋体" panose="02010600030101010101" pitchFamily="2" charset="-122"/>
                <a:cs typeface="宋体" panose="02010600030101010101" pitchFamily="2" charset="-122"/>
              </a:rPr>
              <a:t>    'B': [('A', 6), ('C', 2), ('D', 5)],</a:t>
            </a:r>
            <a:br>
              <a:rPr lang="en-US" altLang="zh-CN" sz="1600">
                <a:latin typeface="宋体" panose="02010600030101010101" pitchFamily="2" charset="-122"/>
                <a:ea typeface="宋体" panose="02010600030101010101" pitchFamily="2" charset="-122"/>
                <a:cs typeface="宋体" panose="02010600030101010101" pitchFamily="2" charset="-122"/>
              </a:rPr>
            </a:br>
            <a:r>
              <a:rPr lang="en-US" altLang="zh-CN" sz="1600">
                <a:latin typeface="宋体" panose="02010600030101010101" pitchFamily="2" charset="-122"/>
                <a:ea typeface="宋体" panose="02010600030101010101" pitchFamily="2" charset="-122"/>
                <a:cs typeface="宋体" panose="02010600030101010101" pitchFamily="2" charset="-122"/>
              </a:rPr>
              <a:t>    'C': [('A', 3), ('B', 2), ('D', 3), ('E',4)],</a:t>
            </a:r>
            <a:br>
              <a:rPr lang="en-US" altLang="zh-CN" sz="1600">
                <a:latin typeface="宋体" panose="02010600030101010101" pitchFamily="2" charset="-122"/>
                <a:ea typeface="宋体" panose="02010600030101010101" pitchFamily="2" charset="-122"/>
                <a:cs typeface="宋体" panose="02010600030101010101" pitchFamily="2" charset="-122"/>
              </a:rPr>
            </a:br>
            <a:r>
              <a:rPr lang="en-US" altLang="zh-CN" sz="1600">
                <a:latin typeface="宋体" panose="02010600030101010101" pitchFamily="2" charset="-122"/>
                <a:ea typeface="宋体" panose="02010600030101010101" pitchFamily="2" charset="-122"/>
                <a:cs typeface="宋体" panose="02010600030101010101" pitchFamily="2" charset="-122"/>
              </a:rPr>
              <a:t>    'D': [('B', 5), ('C', 3), ('E',2), ('F',3)],</a:t>
            </a:r>
            <a:br>
              <a:rPr lang="en-US" altLang="zh-CN" sz="1600">
                <a:latin typeface="宋体" panose="02010600030101010101" pitchFamily="2" charset="-122"/>
                <a:ea typeface="宋体" panose="02010600030101010101" pitchFamily="2" charset="-122"/>
                <a:cs typeface="宋体" panose="02010600030101010101" pitchFamily="2" charset="-122"/>
              </a:rPr>
            </a:br>
            <a:r>
              <a:rPr lang="en-US" altLang="zh-CN" sz="1600">
                <a:latin typeface="宋体" panose="02010600030101010101" pitchFamily="2" charset="-122"/>
                <a:ea typeface="宋体" panose="02010600030101010101" pitchFamily="2" charset="-122"/>
                <a:cs typeface="宋体" panose="02010600030101010101" pitchFamily="2" charset="-122"/>
              </a:rPr>
              <a:t>    'E': [('C',4), ('D',2), ('F',5)],</a:t>
            </a:r>
            <a:br>
              <a:rPr lang="en-US" altLang="zh-CN" sz="1600">
                <a:latin typeface="宋体" panose="02010600030101010101" pitchFamily="2" charset="-122"/>
                <a:ea typeface="宋体" panose="02010600030101010101" pitchFamily="2" charset="-122"/>
                <a:cs typeface="宋体" panose="02010600030101010101" pitchFamily="2" charset="-122"/>
              </a:rPr>
            </a:br>
            <a:r>
              <a:rPr lang="en-US" altLang="zh-CN" sz="1600">
                <a:latin typeface="宋体" panose="02010600030101010101" pitchFamily="2" charset="-122"/>
                <a:ea typeface="宋体" panose="02010600030101010101" pitchFamily="2" charset="-122"/>
                <a:cs typeface="宋体" panose="02010600030101010101" pitchFamily="2" charset="-122"/>
              </a:rPr>
              <a:t>    'F': [('D',3), ('E',5)]</a:t>
            </a:r>
            <a:br>
              <a:rPr lang="en-US" altLang="zh-CN" sz="1600">
                <a:latin typeface="宋体" panose="02010600030101010101" pitchFamily="2" charset="-122"/>
                <a:ea typeface="宋体" panose="02010600030101010101" pitchFamily="2" charset="-122"/>
                <a:cs typeface="宋体" panose="02010600030101010101" pitchFamily="2" charset="-122"/>
              </a:rPr>
            </a:br>
            <a:r>
              <a:rPr lang="en-US" altLang="zh-CN" sz="1600">
                <a:latin typeface="宋体" panose="02010600030101010101" pitchFamily="2" charset="-122"/>
                <a:ea typeface="宋体" panose="02010600030101010101" pitchFamily="2" charset="-122"/>
                <a:cs typeface="宋体" panose="02010600030101010101" pitchFamily="2" charset="-122"/>
              </a:rPr>
              <a:t>}</a:t>
            </a:r>
            <a:br>
              <a:rPr lang="en-US" altLang="zh-CN" sz="1600">
                <a:latin typeface="宋体" panose="02010600030101010101" pitchFamily="2" charset="-122"/>
                <a:ea typeface="宋体" panose="02010600030101010101" pitchFamily="2" charset="-122"/>
                <a:cs typeface="宋体" panose="02010600030101010101" pitchFamily="2" charset="-122"/>
              </a:rPr>
            </a:br>
            <a:br>
              <a:rPr lang="en-US" altLang="zh-CN" sz="1600">
                <a:latin typeface="宋体" panose="02010600030101010101" pitchFamily="2" charset="-122"/>
                <a:ea typeface="宋体" panose="02010600030101010101" pitchFamily="2" charset="-122"/>
                <a:cs typeface="宋体" panose="02010600030101010101" pitchFamily="2" charset="-122"/>
              </a:rPr>
            </a:br>
            <a:r>
              <a:rPr lang="en-US" altLang="zh-CN" sz="1600">
                <a:latin typeface="宋体" panose="02010600030101010101" pitchFamily="2" charset="-122"/>
                <a:ea typeface="宋体" panose="02010600030101010101" pitchFamily="2" charset="-122"/>
                <a:cs typeface="宋体" panose="02010600030101010101" pitchFamily="2" charset="-122"/>
              </a:rPr>
              <a:t># Dijkstra</a:t>
            </a:r>
            <a:r>
              <a:rPr lang="zh-CN" altLang="en-US" sz="1600">
                <a:latin typeface="宋体" panose="02010600030101010101" pitchFamily="2" charset="-122"/>
                <a:ea typeface="宋体" panose="02010600030101010101" pitchFamily="2" charset="-122"/>
                <a:cs typeface="宋体" panose="02010600030101010101" pitchFamily="2" charset="-122"/>
              </a:rPr>
              <a:t>算法实现</a:t>
            </a:r>
            <a:br>
              <a:rPr lang="zh-CN" altLang="en-US" sz="1600">
                <a:latin typeface="宋体" panose="02010600030101010101" pitchFamily="2" charset="-122"/>
                <a:ea typeface="宋体" panose="02010600030101010101" pitchFamily="2" charset="-122"/>
                <a:cs typeface="宋体" panose="02010600030101010101" pitchFamily="2" charset="-122"/>
              </a:rPr>
            </a:br>
            <a:r>
              <a:rPr lang="en-US" altLang="zh-CN" sz="1600">
                <a:latin typeface="宋体" panose="02010600030101010101" pitchFamily="2" charset="-122"/>
                <a:ea typeface="宋体" panose="02010600030101010101" pitchFamily="2" charset="-122"/>
                <a:cs typeface="宋体" panose="02010600030101010101" pitchFamily="2" charset="-122"/>
              </a:rPr>
              <a:t>def dijkstra(graph, start, end):</a:t>
            </a:r>
            <a:br>
              <a:rPr lang="en-US" altLang="zh-CN" sz="1600">
                <a:latin typeface="宋体" panose="02010600030101010101" pitchFamily="2" charset="-122"/>
                <a:ea typeface="宋体" panose="02010600030101010101" pitchFamily="2" charset="-122"/>
                <a:cs typeface="宋体" panose="02010600030101010101" pitchFamily="2" charset="-122"/>
              </a:rPr>
            </a:br>
            <a:r>
              <a:rPr lang="en-US" altLang="zh-CN" sz="1600">
                <a:latin typeface="宋体" panose="02010600030101010101" pitchFamily="2" charset="-122"/>
                <a:ea typeface="宋体" panose="02010600030101010101" pitchFamily="2" charset="-122"/>
                <a:cs typeface="宋体" panose="02010600030101010101" pitchFamily="2" charset="-122"/>
              </a:rPr>
              <a:t>    distances = {node: float('inf') for node in graph}</a:t>
            </a:r>
            <a:br>
              <a:rPr lang="en-US" altLang="zh-CN" sz="1600">
                <a:latin typeface="宋体" panose="02010600030101010101" pitchFamily="2" charset="-122"/>
                <a:ea typeface="宋体" panose="02010600030101010101" pitchFamily="2" charset="-122"/>
                <a:cs typeface="宋体" panose="02010600030101010101" pitchFamily="2" charset="-122"/>
              </a:rPr>
            </a:br>
            <a:r>
              <a:rPr lang="en-US" altLang="zh-CN" sz="1600">
                <a:latin typeface="宋体" panose="02010600030101010101" pitchFamily="2" charset="-122"/>
                <a:ea typeface="宋体" panose="02010600030101010101" pitchFamily="2" charset="-122"/>
                <a:cs typeface="宋体" panose="02010600030101010101" pitchFamily="2" charset="-122"/>
              </a:rPr>
              <a:t>    distances[start] = 0</a:t>
            </a:r>
            <a:br>
              <a:rPr lang="en-US" altLang="zh-CN" sz="1600">
                <a:latin typeface="宋体" panose="02010600030101010101" pitchFamily="2" charset="-122"/>
                <a:ea typeface="宋体" panose="02010600030101010101" pitchFamily="2" charset="-122"/>
                <a:cs typeface="宋体" panose="02010600030101010101" pitchFamily="2" charset="-122"/>
              </a:rPr>
            </a:br>
            <a:r>
              <a:rPr lang="en-US" altLang="zh-CN" sz="1600">
                <a:latin typeface="宋体" panose="02010600030101010101" pitchFamily="2" charset="-122"/>
                <a:ea typeface="宋体" panose="02010600030101010101" pitchFamily="2" charset="-122"/>
                <a:cs typeface="宋体" panose="02010600030101010101" pitchFamily="2" charset="-122"/>
              </a:rPr>
              <a:t>    predecessors = {node: None for node in graph}</a:t>
            </a:r>
            <a:br>
              <a:rPr lang="en-US" altLang="zh-CN" sz="1600">
                <a:latin typeface="宋体" panose="02010600030101010101" pitchFamily="2" charset="-122"/>
                <a:ea typeface="宋体" panose="02010600030101010101" pitchFamily="2" charset="-122"/>
                <a:cs typeface="宋体" panose="02010600030101010101" pitchFamily="2" charset="-122"/>
              </a:rPr>
            </a:br>
            <a:r>
              <a:rPr lang="en-US" altLang="zh-CN" sz="1600">
                <a:latin typeface="宋体" panose="02010600030101010101" pitchFamily="2" charset="-122"/>
                <a:ea typeface="宋体" panose="02010600030101010101" pitchFamily="2" charset="-122"/>
                <a:cs typeface="宋体" panose="02010600030101010101" pitchFamily="2" charset="-122"/>
              </a:rPr>
              <a:t>    pq = [(0, start)]</a:t>
            </a:r>
            <a:br>
              <a:rPr lang="en-US" altLang="zh-CN" sz="1600">
                <a:latin typeface="宋体" panose="02010600030101010101" pitchFamily="2" charset="-122"/>
                <a:ea typeface="宋体" panose="02010600030101010101" pitchFamily="2" charset="-122"/>
                <a:cs typeface="宋体" panose="02010600030101010101" pitchFamily="2" charset="-122"/>
              </a:rPr>
            </a:br>
            <a:r>
              <a:rPr lang="en-US" altLang="zh-CN" sz="1600">
                <a:latin typeface="宋体" panose="02010600030101010101" pitchFamily="2" charset="-122"/>
                <a:ea typeface="宋体" panose="02010600030101010101" pitchFamily="2" charset="-122"/>
                <a:cs typeface="宋体" panose="02010600030101010101" pitchFamily="2" charset="-122"/>
              </a:rPr>
              <a:t>  </a:t>
            </a:r>
            <a:br>
              <a:rPr lang="en-US" altLang="zh-CN"/>
            </a:br>
            <a:br>
              <a:rPr lang="en-US" altLang="zh-CN"/>
            </a:br>
            <a:endParaRPr lang="en-US" altLang="zh-CN"/>
          </a:p>
        </p:txBody>
      </p:sp>
      <p:sp>
        <p:nvSpPr>
          <p:cNvPr id="4" name="文本框 3"/>
          <p:cNvSpPr txBox="1"/>
          <p:nvPr/>
        </p:nvSpPr>
        <p:spPr>
          <a:xfrm>
            <a:off x="5997575" y="753110"/>
            <a:ext cx="5875020" cy="6308725"/>
          </a:xfrm>
          <a:prstGeom prst="rect">
            <a:avLst/>
          </a:prstGeom>
          <a:noFill/>
        </p:spPr>
        <p:txBody>
          <a:bodyPr wrap="square" rtlCol="0">
            <a:spAutoFit/>
          </a:bodyPr>
          <a:p>
            <a:r>
              <a:rPr lang="en-US" altLang="zh-CN" sz="1600" b="1">
                <a:latin typeface="宋体" panose="02010600030101010101" pitchFamily="2" charset="-122"/>
                <a:ea typeface="宋体" panose="02010600030101010101" pitchFamily="2" charset="-122"/>
                <a:cs typeface="宋体" panose="02010600030101010101" pitchFamily="2" charset="-122"/>
                <a:sym typeface="+mn-ea"/>
              </a:rPr>
              <a:t> while pq:</a:t>
            </a:r>
            <a:br>
              <a:rPr lang="en-US" altLang="zh-CN" sz="1600" b="1">
                <a:latin typeface="宋体" panose="02010600030101010101" pitchFamily="2" charset="-122"/>
                <a:ea typeface="宋体" panose="02010600030101010101" pitchFamily="2" charset="-122"/>
                <a:cs typeface="宋体" panose="02010600030101010101" pitchFamily="2" charset="-122"/>
                <a:sym typeface="+mn-ea"/>
              </a:rPr>
            </a:br>
            <a:r>
              <a:rPr lang="en-US" altLang="zh-CN" sz="1600" b="1">
                <a:latin typeface="宋体" panose="02010600030101010101" pitchFamily="2" charset="-122"/>
                <a:ea typeface="宋体" panose="02010600030101010101" pitchFamily="2" charset="-122"/>
                <a:cs typeface="宋体" panose="02010600030101010101" pitchFamily="2" charset="-122"/>
                <a:sym typeface="+mn-ea"/>
              </a:rPr>
              <a:t>        current_distance, current_node = heapq.heappop(pq)</a:t>
            </a:r>
            <a:br>
              <a:rPr lang="en-US" altLang="zh-CN" sz="1600" b="1">
                <a:latin typeface="宋体" panose="02010600030101010101" pitchFamily="2" charset="-122"/>
                <a:ea typeface="宋体" panose="02010600030101010101" pitchFamily="2" charset="-122"/>
                <a:cs typeface="宋体" panose="02010600030101010101" pitchFamily="2" charset="-122"/>
                <a:sym typeface="+mn-ea"/>
              </a:rPr>
            </a:br>
            <a:r>
              <a:rPr lang="en-US" altLang="zh-CN" sz="1600" b="1">
                <a:latin typeface="宋体" panose="02010600030101010101" pitchFamily="2" charset="-122"/>
                <a:ea typeface="宋体" panose="02010600030101010101" pitchFamily="2" charset="-122"/>
                <a:cs typeface="宋体" panose="02010600030101010101" pitchFamily="2" charset="-122"/>
                <a:sym typeface="+mn-ea"/>
              </a:rPr>
              <a:t>        if current_node == end:</a:t>
            </a:r>
            <a:br>
              <a:rPr lang="en-US" altLang="zh-CN" sz="1600" b="1">
                <a:latin typeface="宋体" panose="02010600030101010101" pitchFamily="2" charset="-122"/>
                <a:ea typeface="宋体" panose="02010600030101010101" pitchFamily="2" charset="-122"/>
                <a:cs typeface="宋体" panose="02010600030101010101" pitchFamily="2" charset="-122"/>
                <a:sym typeface="+mn-ea"/>
              </a:rPr>
            </a:br>
            <a:r>
              <a:rPr lang="en-US" altLang="zh-CN" sz="1600" b="1">
                <a:latin typeface="宋体" panose="02010600030101010101" pitchFamily="2" charset="-122"/>
                <a:ea typeface="宋体" panose="02010600030101010101" pitchFamily="2" charset="-122"/>
                <a:cs typeface="宋体" panose="02010600030101010101" pitchFamily="2" charset="-122"/>
                <a:sym typeface="+mn-ea"/>
              </a:rPr>
              <a:t>            path = []</a:t>
            </a:r>
            <a:br>
              <a:rPr lang="en-US" altLang="zh-CN" sz="1600" b="1">
                <a:latin typeface="宋体" panose="02010600030101010101" pitchFamily="2" charset="-122"/>
                <a:ea typeface="宋体" panose="02010600030101010101" pitchFamily="2" charset="-122"/>
                <a:cs typeface="宋体" panose="02010600030101010101" pitchFamily="2" charset="-122"/>
                <a:sym typeface="+mn-ea"/>
              </a:rPr>
            </a:br>
            <a:r>
              <a:rPr lang="en-US" altLang="zh-CN" sz="1600" b="1">
                <a:latin typeface="宋体" panose="02010600030101010101" pitchFamily="2" charset="-122"/>
                <a:ea typeface="宋体" panose="02010600030101010101" pitchFamily="2" charset="-122"/>
                <a:cs typeface="宋体" panose="02010600030101010101" pitchFamily="2" charset="-122"/>
                <a:sym typeface="+mn-ea"/>
              </a:rPr>
              <a:t>            while current_node is not None:</a:t>
            </a:r>
            <a:br>
              <a:rPr lang="en-US" altLang="zh-CN" sz="1600" b="1">
                <a:latin typeface="宋体" panose="02010600030101010101" pitchFamily="2" charset="-122"/>
                <a:ea typeface="宋体" panose="02010600030101010101" pitchFamily="2" charset="-122"/>
                <a:cs typeface="宋体" panose="02010600030101010101" pitchFamily="2" charset="-122"/>
                <a:sym typeface="+mn-ea"/>
              </a:rPr>
            </a:br>
            <a:r>
              <a:rPr lang="en-US" altLang="zh-CN" sz="1600" b="1">
                <a:latin typeface="宋体" panose="02010600030101010101" pitchFamily="2" charset="-122"/>
                <a:ea typeface="宋体" panose="02010600030101010101" pitchFamily="2" charset="-122"/>
                <a:cs typeface="宋体" panose="02010600030101010101" pitchFamily="2" charset="-122"/>
                <a:sym typeface="+mn-ea"/>
              </a:rPr>
              <a:t>                path.append(current_node)</a:t>
            </a:r>
            <a:br>
              <a:rPr lang="en-US" altLang="zh-CN" sz="1600" b="1">
                <a:latin typeface="宋体" panose="02010600030101010101" pitchFamily="2" charset="-122"/>
                <a:ea typeface="宋体" panose="02010600030101010101" pitchFamily="2" charset="-122"/>
                <a:cs typeface="宋体" panose="02010600030101010101" pitchFamily="2" charset="-122"/>
                <a:sym typeface="+mn-ea"/>
              </a:rPr>
            </a:br>
            <a:r>
              <a:rPr lang="en-US" altLang="zh-CN" sz="1600" b="1">
                <a:latin typeface="宋体" panose="02010600030101010101" pitchFamily="2" charset="-122"/>
                <a:ea typeface="宋体" panose="02010600030101010101" pitchFamily="2" charset="-122"/>
                <a:cs typeface="宋体" panose="02010600030101010101" pitchFamily="2" charset="-122"/>
                <a:sym typeface="+mn-ea"/>
              </a:rPr>
              <a:t>                current_node = predecessors[current_node]</a:t>
            </a:r>
            <a:br>
              <a:rPr lang="en-US" altLang="zh-CN" sz="1600" b="1">
                <a:latin typeface="宋体" panose="02010600030101010101" pitchFamily="2" charset="-122"/>
                <a:ea typeface="宋体" panose="02010600030101010101" pitchFamily="2" charset="-122"/>
                <a:cs typeface="宋体" panose="02010600030101010101" pitchFamily="2" charset="-122"/>
                <a:sym typeface="+mn-ea"/>
              </a:rPr>
            </a:br>
            <a:r>
              <a:rPr lang="en-US" altLang="zh-CN" sz="1600" b="1">
                <a:latin typeface="宋体" panose="02010600030101010101" pitchFamily="2" charset="-122"/>
                <a:ea typeface="宋体" panose="02010600030101010101" pitchFamily="2" charset="-122"/>
                <a:cs typeface="宋体" panose="02010600030101010101" pitchFamily="2" charset="-122"/>
                <a:sym typeface="+mn-ea"/>
              </a:rPr>
              <a:t>            return path[::-1], distances[end]</a:t>
            </a:r>
            <a:br>
              <a:rPr lang="en-US" altLang="zh-CN" sz="1600" b="1">
                <a:latin typeface="宋体" panose="02010600030101010101" pitchFamily="2" charset="-122"/>
                <a:ea typeface="宋体" panose="02010600030101010101" pitchFamily="2" charset="-122"/>
                <a:cs typeface="宋体" panose="02010600030101010101" pitchFamily="2" charset="-122"/>
                <a:sym typeface="+mn-ea"/>
              </a:rPr>
            </a:br>
            <a:r>
              <a:rPr lang="en-US" altLang="zh-CN" sz="1600" b="1">
                <a:latin typeface="宋体" panose="02010600030101010101" pitchFamily="2" charset="-122"/>
                <a:ea typeface="宋体" panose="02010600030101010101" pitchFamily="2" charset="-122"/>
                <a:cs typeface="宋体" panose="02010600030101010101" pitchFamily="2" charset="-122"/>
                <a:sym typeface="+mn-ea"/>
              </a:rPr>
              <a:t>        for neighbor, weight in graph[current_node]:</a:t>
            </a:r>
            <a:br>
              <a:rPr lang="en-US" altLang="zh-CN" sz="1600" b="1">
                <a:latin typeface="宋体" panose="02010600030101010101" pitchFamily="2" charset="-122"/>
                <a:ea typeface="宋体" panose="02010600030101010101" pitchFamily="2" charset="-122"/>
                <a:cs typeface="宋体" panose="02010600030101010101" pitchFamily="2" charset="-122"/>
                <a:sym typeface="+mn-ea"/>
              </a:rPr>
            </a:br>
            <a:r>
              <a:rPr lang="en-US" altLang="zh-CN" sz="1600" b="1">
                <a:latin typeface="宋体" panose="02010600030101010101" pitchFamily="2" charset="-122"/>
                <a:ea typeface="宋体" panose="02010600030101010101" pitchFamily="2" charset="-122"/>
                <a:cs typeface="宋体" panose="02010600030101010101" pitchFamily="2" charset="-122"/>
                <a:sym typeface="+mn-ea"/>
              </a:rPr>
              <a:t>            distance = current_distance + weight</a:t>
            </a:r>
            <a:br>
              <a:rPr lang="en-US" altLang="zh-CN" sz="1600" b="1">
                <a:latin typeface="宋体" panose="02010600030101010101" pitchFamily="2" charset="-122"/>
                <a:ea typeface="宋体" panose="02010600030101010101" pitchFamily="2" charset="-122"/>
                <a:cs typeface="宋体" panose="02010600030101010101" pitchFamily="2" charset="-122"/>
                <a:sym typeface="+mn-ea"/>
              </a:rPr>
            </a:br>
            <a:r>
              <a:rPr lang="en-US" altLang="zh-CN" sz="1600" b="1">
                <a:latin typeface="宋体" panose="02010600030101010101" pitchFamily="2" charset="-122"/>
                <a:ea typeface="宋体" panose="02010600030101010101" pitchFamily="2" charset="-122"/>
                <a:cs typeface="宋体" panose="02010600030101010101" pitchFamily="2" charset="-122"/>
                <a:sym typeface="+mn-ea"/>
              </a:rPr>
              <a:t>            if distance &lt; distances[neighbor]:</a:t>
            </a:r>
            <a:br>
              <a:rPr lang="en-US" altLang="zh-CN" sz="1600" b="1">
                <a:latin typeface="宋体" panose="02010600030101010101" pitchFamily="2" charset="-122"/>
                <a:ea typeface="宋体" panose="02010600030101010101" pitchFamily="2" charset="-122"/>
                <a:cs typeface="宋体" panose="02010600030101010101" pitchFamily="2" charset="-122"/>
                <a:sym typeface="+mn-ea"/>
              </a:rPr>
            </a:br>
            <a:r>
              <a:rPr lang="en-US" altLang="zh-CN" sz="1600" b="1">
                <a:latin typeface="宋体" panose="02010600030101010101" pitchFamily="2" charset="-122"/>
                <a:ea typeface="宋体" panose="02010600030101010101" pitchFamily="2" charset="-122"/>
                <a:cs typeface="宋体" panose="02010600030101010101" pitchFamily="2" charset="-122"/>
                <a:sym typeface="+mn-ea"/>
              </a:rPr>
              <a:t>                distances[neighbor] = distance</a:t>
            </a:r>
            <a:br>
              <a:rPr lang="en-US" altLang="zh-CN" sz="1600" b="1">
                <a:latin typeface="宋体" panose="02010600030101010101" pitchFamily="2" charset="-122"/>
                <a:ea typeface="宋体" panose="02010600030101010101" pitchFamily="2" charset="-122"/>
                <a:cs typeface="宋体" panose="02010600030101010101" pitchFamily="2" charset="-122"/>
                <a:sym typeface="+mn-ea"/>
              </a:rPr>
            </a:br>
            <a:r>
              <a:rPr lang="en-US" altLang="zh-CN" sz="1600" b="1">
                <a:latin typeface="宋体" panose="02010600030101010101" pitchFamily="2" charset="-122"/>
                <a:ea typeface="宋体" panose="02010600030101010101" pitchFamily="2" charset="-122"/>
                <a:cs typeface="宋体" panose="02010600030101010101" pitchFamily="2" charset="-122"/>
                <a:sym typeface="+mn-ea"/>
              </a:rPr>
              <a:t>                predecessors[neighbor] = current_node</a:t>
            </a:r>
            <a:br>
              <a:rPr lang="en-US" altLang="zh-CN" sz="1600" b="1">
                <a:latin typeface="宋体" panose="02010600030101010101" pitchFamily="2" charset="-122"/>
                <a:ea typeface="宋体" panose="02010600030101010101" pitchFamily="2" charset="-122"/>
                <a:cs typeface="宋体" panose="02010600030101010101" pitchFamily="2" charset="-122"/>
                <a:sym typeface="+mn-ea"/>
              </a:rPr>
            </a:br>
            <a:r>
              <a:rPr lang="en-US" altLang="zh-CN" sz="1600" b="1">
                <a:latin typeface="宋体" panose="02010600030101010101" pitchFamily="2" charset="-122"/>
                <a:ea typeface="宋体" panose="02010600030101010101" pitchFamily="2" charset="-122"/>
                <a:cs typeface="宋体" panose="02010600030101010101" pitchFamily="2" charset="-122"/>
                <a:sym typeface="+mn-ea"/>
              </a:rPr>
              <a:t>                heapq.heappush(pq, (distance, neighbor))</a:t>
            </a:r>
            <a:br>
              <a:rPr lang="en-US" altLang="zh-CN" sz="1600" b="1">
                <a:latin typeface="宋体" panose="02010600030101010101" pitchFamily="2" charset="-122"/>
                <a:ea typeface="宋体" panose="02010600030101010101" pitchFamily="2" charset="-122"/>
                <a:cs typeface="宋体" panose="02010600030101010101" pitchFamily="2" charset="-122"/>
                <a:sym typeface="+mn-ea"/>
              </a:rPr>
            </a:br>
            <a:r>
              <a:rPr lang="en-US" altLang="zh-CN" sz="1600" b="1">
                <a:latin typeface="宋体" panose="02010600030101010101" pitchFamily="2" charset="-122"/>
                <a:ea typeface="宋体" panose="02010600030101010101" pitchFamily="2" charset="-122"/>
                <a:cs typeface="宋体" panose="02010600030101010101" pitchFamily="2" charset="-122"/>
                <a:sym typeface="+mn-ea"/>
              </a:rPr>
              <a:t>    return None, None</a:t>
            </a:r>
            <a:br>
              <a:rPr lang="en-US" altLang="zh-CN" sz="1600" b="1">
                <a:latin typeface="宋体" panose="02010600030101010101" pitchFamily="2" charset="-122"/>
                <a:ea typeface="宋体" panose="02010600030101010101" pitchFamily="2" charset="-122"/>
                <a:cs typeface="宋体" panose="02010600030101010101" pitchFamily="2" charset="-122"/>
                <a:sym typeface="+mn-ea"/>
              </a:rPr>
            </a:br>
            <a:br>
              <a:rPr lang="en-US" altLang="zh-CN" sz="1600" b="1">
                <a:latin typeface="宋体" panose="02010600030101010101" pitchFamily="2" charset="-122"/>
                <a:ea typeface="宋体" panose="02010600030101010101" pitchFamily="2" charset="-122"/>
                <a:cs typeface="宋体" panose="02010600030101010101" pitchFamily="2" charset="-122"/>
                <a:sym typeface="+mn-ea"/>
              </a:rPr>
            </a:br>
            <a:r>
              <a:rPr lang="en-US" altLang="zh-CN" sz="1600" b="1">
                <a:latin typeface="宋体" panose="02010600030101010101" pitchFamily="2" charset="-122"/>
                <a:ea typeface="宋体" panose="02010600030101010101" pitchFamily="2" charset="-122"/>
                <a:cs typeface="宋体" panose="02010600030101010101" pitchFamily="2" charset="-122"/>
                <a:sym typeface="+mn-ea"/>
              </a:rPr>
              <a:t>start_node = 'A'</a:t>
            </a:r>
            <a:br>
              <a:rPr lang="en-US" altLang="zh-CN" sz="1600" b="1">
                <a:latin typeface="宋体" panose="02010600030101010101" pitchFamily="2" charset="-122"/>
                <a:ea typeface="宋体" panose="02010600030101010101" pitchFamily="2" charset="-122"/>
                <a:cs typeface="宋体" panose="02010600030101010101" pitchFamily="2" charset="-122"/>
                <a:sym typeface="+mn-ea"/>
              </a:rPr>
            </a:br>
            <a:r>
              <a:rPr lang="en-US" altLang="zh-CN" sz="1600" b="1">
                <a:latin typeface="宋体" panose="02010600030101010101" pitchFamily="2" charset="-122"/>
                <a:ea typeface="宋体" panose="02010600030101010101" pitchFamily="2" charset="-122"/>
                <a:cs typeface="宋体" panose="02010600030101010101" pitchFamily="2" charset="-122"/>
                <a:sym typeface="+mn-ea"/>
              </a:rPr>
              <a:t>end_node = 'F'</a:t>
            </a:r>
            <a:br>
              <a:rPr lang="en-US" altLang="zh-CN" sz="1600" b="1">
                <a:latin typeface="宋体" panose="02010600030101010101" pitchFamily="2" charset="-122"/>
                <a:ea typeface="宋体" panose="02010600030101010101" pitchFamily="2" charset="-122"/>
                <a:cs typeface="宋体" panose="02010600030101010101" pitchFamily="2" charset="-122"/>
                <a:sym typeface="+mn-ea"/>
              </a:rPr>
            </a:br>
            <a:r>
              <a:rPr lang="en-US" altLang="zh-CN" sz="1600" b="1">
                <a:latin typeface="宋体" panose="02010600030101010101" pitchFamily="2" charset="-122"/>
                <a:ea typeface="宋体" panose="02010600030101010101" pitchFamily="2" charset="-122"/>
                <a:cs typeface="宋体" panose="02010600030101010101" pitchFamily="2" charset="-122"/>
                <a:sym typeface="+mn-ea"/>
              </a:rPr>
              <a:t>path, length = dijkstra(graph, start_node, end_node)</a:t>
            </a:r>
            <a:br>
              <a:rPr lang="en-US" altLang="zh-CN" sz="1600" b="1">
                <a:latin typeface="宋体" panose="02010600030101010101" pitchFamily="2" charset="-122"/>
                <a:ea typeface="宋体" panose="02010600030101010101" pitchFamily="2" charset="-122"/>
                <a:cs typeface="宋体" panose="02010600030101010101" pitchFamily="2" charset="-122"/>
                <a:sym typeface="+mn-ea"/>
              </a:rPr>
            </a:br>
            <a:r>
              <a:rPr lang="en-US" altLang="zh-CN" sz="1600" b="1">
                <a:latin typeface="宋体" panose="02010600030101010101" pitchFamily="2" charset="-122"/>
                <a:ea typeface="宋体" panose="02010600030101010101" pitchFamily="2" charset="-122"/>
                <a:cs typeface="宋体" panose="02010600030101010101" pitchFamily="2" charset="-122"/>
                <a:sym typeface="+mn-ea"/>
              </a:rPr>
              <a:t>print(f"</a:t>
            </a:r>
            <a:r>
              <a:rPr lang="zh-CN" altLang="en-US" sz="1600" b="1">
                <a:latin typeface="宋体" panose="02010600030101010101" pitchFamily="2" charset="-122"/>
                <a:ea typeface="宋体" panose="02010600030101010101" pitchFamily="2" charset="-122"/>
                <a:cs typeface="宋体" panose="02010600030101010101" pitchFamily="2" charset="-122"/>
                <a:sym typeface="+mn-ea"/>
              </a:rPr>
              <a:t>从</a:t>
            </a:r>
            <a:r>
              <a:rPr lang="en-US" altLang="zh-CN" sz="1600" b="1">
                <a:latin typeface="宋体" panose="02010600030101010101" pitchFamily="2" charset="-122"/>
                <a:ea typeface="宋体" panose="02010600030101010101" pitchFamily="2" charset="-122"/>
                <a:cs typeface="宋体" panose="02010600030101010101" pitchFamily="2" charset="-122"/>
                <a:sym typeface="+mn-ea"/>
              </a:rPr>
              <a:t> {start_node} </a:t>
            </a:r>
            <a:r>
              <a:rPr lang="zh-CN" altLang="en-US" sz="1600" b="1">
                <a:latin typeface="宋体" panose="02010600030101010101" pitchFamily="2" charset="-122"/>
                <a:ea typeface="宋体" panose="02010600030101010101" pitchFamily="2" charset="-122"/>
                <a:cs typeface="宋体" panose="02010600030101010101" pitchFamily="2" charset="-122"/>
                <a:sym typeface="+mn-ea"/>
              </a:rPr>
              <a:t>到</a:t>
            </a:r>
            <a:r>
              <a:rPr lang="en-US" altLang="zh-CN" sz="1600" b="1">
                <a:latin typeface="宋体" panose="02010600030101010101" pitchFamily="2" charset="-122"/>
                <a:ea typeface="宋体" panose="02010600030101010101" pitchFamily="2" charset="-122"/>
                <a:cs typeface="宋体" panose="02010600030101010101" pitchFamily="2" charset="-122"/>
                <a:sym typeface="+mn-ea"/>
              </a:rPr>
              <a:t> {end_node} </a:t>
            </a:r>
            <a:r>
              <a:rPr lang="zh-CN" altLang="en-US" sz="1600" b="1">
                <a:latin typeface="宋体" panose="02010600030101010101" pitchFamily="2" charset="-122"/>
                <a:ea typeface="宋体" panose="02010600030101010101" pitchFamily="2" charset="-122"/>
                <a:cs typeface="宋体" panose="02010600030101010101" pitchFamily="2" charset="-122"/>
                <a:sym typeface="+mn-ea"/>
              </a:rPr>
              <a:t>的最短路径是：</a:t>
            </a:r>
            <a:r>
              <a:rPr lang="en-US" altLang="zh-CN" sz="1600" b="1">
                <a:latin typeface="宋体" panose="02010600030101010101" pitchFamily="2" charset="-122"/>
                <a:ea typeface="宋体" panose="02010600030101010101" pitchFamily="2" charset="-122"/>
                <a:cs typeface="宋体" panose="02010600030101010101" pitchFamily="2" charset="-122"/>
                <a:sym typeface="+mn-ea"/>
              </a:rPr>
              <a:t>{path}</a:t>
            </a:r>
            <a:r>
              <a:rPr lang="zh-CN" altLang="en-US" sz="1600" b="1">
                <a:latin typeface="宋体" panose="02010600030101010101" pitchFamily="2" charset="-122"/>
                <a:ea typeface="宋体" panose="02010600030101010101" pitchFamily="2" charset="-122"/>
                <a:cs typeface="宋体" panose="02010600030101010101" pitchFamily="2" charset="-122"/>
                <a:sym typeface="+mn-ea"/>
              </a:rPr>
              <a:t>，最短路径长度为：</a:t>
            </a:r>
            <a:r>
              <a:rPr lang="en-US" altLang="zh-CN" sz="1600" b="1">
                <a:latin typeface="宋体" panose="02010600030101010101" pitchFamily="2" charset="-122"/>
                <a:ea typeface="宋体" panose="02010600030101010101" pitchFamily="2" charset="-122"/>
                <a:cs typeface="宋体" panose="02010600030101010101" pitchFamily="2" charset="-122"/>
                <a:sym typeface="+mn-ea"/>
              </a:rPr>
              <a:t>{length}")</a:t>
            </a:r>
            <a:br>
              <a:rPr lang="en-US" altLang="zh-CN" sz="1600" b="1">
                <a:sym typeface="+mn-ea"/>
              </a:rPr>
            </a:br>
            <a:br>
              <a:rPr lang="en-US" altLang="zh-CN">
                <a:sym typeface="+mn-ea"/>
              </a:rPr>
            </a:br>
            <a:endParaRPr lang="zh-CN" altLang="en-US"/>
          </a:p>
        </p:txBody>
      </p:sp>
      <p:sp>
        <p:nvSpPr>
          <p:cNvPr id="5" name="文本框 4"/>
          <p:cNvSpPr txBox="1"/>
          <p:nvPr/>
        </p:nvSpPr>
        <p:spPr>
          <a:xfrm>
            <a:off x="497205" y="248285"/>
            <a:ext cx="4064000" cy="460375"/>
          </a:xfrm>
          <a:prstGeom prst="rect">
            <a:avLst/>
          </a:prstGeom>
          <a:noFill/>
        </p:spPr>
        <p:txBody>
          <a:bodyPr wrap="square" rtlCol="0">
            <a:spAutoFit/>
          </a:bodyPr>
          <a:p>
            <a:r>
              <a:rPr lang="en-US" altLang="zh-CN" sz="2400" b="1">
                <a:latin typeface="黑体" panose="02010609060101010101" charset="-122"/>
                <a:ea typeface="黑体" panose="02010609060101010101" charset="-122"/>
                <a:cs typeface="黑体" panose="02010609060101010101" charset="-122"/>
              </a:rPr>
              <a:t>python</a:t>
            </a:r>
            <a:r>
              <a:rPr lang="zh-CN" altLang="en-US" sz="2400" b="1">
                <a:latin typeface="黑体" panose="02010609060101010101" charset="-122"/>
                <a:ea typeface="黑体" panose="02010609060101010101" charset="-122"/>
                <a:cs typeface="黑体" panose="02010609060101010101" charset="-122"/>
              </a:rPr>
              <a:t>代码求解</a:t>
            </a:r>
            <a:r>
              <a:rPr lang="en-US" altLang="zh-CN" sz="2400" b="1">
                <a:latin typeface="黑体" panose="02010609060101010101" charset="-122"/>
                <a:ea typeface="黑体" panose="02010609060101010101" charset="-122"/>
                <a:cs typeface="黑体" panose="02010609060101010101" charset="-122"/>
              </a:rPr>
              <a:t>Dijkstra</a:t>
            </a:r>
            <a:endParaRPr lang="en-US" altLang="zh-CN" sz="2400" b="1">
              <a:latin typeface="黑体" panose="02010609060101010101" charset="-122"/>
              <a:ea typeface="黑体" panose="02010609060101010101" charset="-122"/>
              <a:cs typeface="黑体" panose="02010609060101010101" charset="-122"/>
            </a:endParaRPr>
          </a:p>
        </p:txBody>
      </p:sp>
    </p:spTree>
    <p:custDataLst>
      <p:tags r:id="rId1"/>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文本占位符 1"/>
          <p:cNvSpPr>
            <a:spLocks noGrp="1"/>
          </p:cNvSpPr>
          <p:nvPr>
            <p:ph type="body" idx="2"/>
            <p:custDataLst>
              <p:tags r:id="rId1"/>
            </p:custDataLst>
          </p:nvPr>
        </p:nvSpPr>
        <p:spPr/>
        <p:txBody>
          <a:bodyPr/>
          <a:lstStyle/>
          <a:p>
            <a:r>
              <a:rPr lang="zh-CN" altLang="en-US"/>
              <a:t>PART 03  </a:t>
            </a:r>
            <a:endParaRPr lang="zh-CN" altLang="en-US"/>
          </a:p>
        </p:txBody>
      </p:sp>
      <p:sp>
        <p:nvSpPr>
          <p:cNvPr id="3" name="标题 2"/>
          <p:cNvSpPr>
            <a:spLocks noGrp="1"/>
          </p:cNvSpPr>
          <p:nvPr>
            <p:ph type="title" idx="1"/>
            <p:custDataLst>
              <p:tags r:id="rId2"/>
            </p:custDataLst>
          </p:nvPr>
        </p:nvSpPr>
        <p:spPr/>
        <p:txBody>
          <a:bodyPr/>
          <a:lstStyle/>
          <a:p>
            <a:r>
              <a:rPr lang="zh-CN" altLang="en-US"/>
              <a:t>最大流问题数学模型</a:t>
            </a:r>
            <a:endParaRPr lang="zh-CN" altLang="en-US"/>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p:txBody>
          <a:bodyPr/>
          <a:lstStyle/>
          <a:p>
            <a:r>
              <a:rPr lang="zh-CN" altLang="en-US" dirty="0">
                <a:sym typeface="+mn-ea"/>
              </a:rPr>
              <a:t>流网络与流定义</a:t>
            </a:r>
            <a:endParaRPr lang="zh-CN" altLang="en-US" dirty="0">
              <a:sym typeface="+mn-ea"/>
            </a:endParaRPr>
          </a:p>
        </p:txBody>
      </p:sp>
      <p:sp>
        <p:nvSpPr>
          <p:cNvPr id="11" name="矩形 10"/>
          <p:cNvSpPr/>
          <p:nvPr>
            <p:custDataLst>
              <p:tags r:id="rId2"/>
            </p:custDataLst>
          </p:nvPr>
        </p:nvSpPr>
        <p:spPr>
          <a:xfrm>
            <a:off x="696486" y="1834270"/>
            <a:ext cx="5399830" cy="1803296"/>
          </a:xfrm>
          <a:prstGeom prst="rect">
            <a:avLst/>
          </a:prstGeom>
          <a:solidFill>
            <a:schemeClr val="accent1">
              <a:lumMod val="10000"/>
              <a:lumOff val="90000"/>
            </a:schemeClr>
          </a:solidFill>
          <a:ln w="9525" cap="flat" cmpd="sng" algn="ctr">
            <a:noFill/>
            <a:prstDash val="solid"/>
            <a:miter lim="800000"/>
            <a:headEnd type="none" w="med" len="med"/>
            <a:tailEnd type="none" w="med" len="med"/>
          </a:ln>
          <a:effectLst>
            <a:outerShdw blurRad="101600" sx="102000" sy="102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12" name="图片 11" descr="/data/temp/5ef7c7e5-9a69-11ef-b7d1-5e7a1e0fcb59.jpg@base@tag=imgScale&amp;m=1&amp;w=727&amp;h=501&amp;q=955ef7c7e5-9a69-11ef-b7d1-5e7a1e0fcb59"/>
          <p:cNvPicPr>
            <a:picLocks noChangeAspect="1"/>
          </p:cNvPicPr>
          <p:nvPr>
            <p:custDataLst>
              <p:tags r:id="rId3"/>
            </p:custDataLst>
          </p:nvPr>
        </p:nvPicPr>
        <p:blipFill>
          <a:blip r:embed="rId4"/>
          <a:srcRect l="347" t="6387" r="1306" b="8982"/>
          <a:stretch>
            <a:fillRect/>
          </a:stretch>
        </p:blipFill>
        <p:spPr>
          <a:xfrm>
            <a:off x="696486" y="1834270"/>
            <a:ext cx="2618408" cy="1803296"/>
          </a:xfrm>
          <a:prstGeom prst="rect">
            <a:avLst/>
          </a:prstGeom>
          <a:ln w="3175" cap="flat" cmpd="sng" algn="ctr">
            <a:solidFill>
              <a:schemeClr val="tx1">
                <a:lumMod val="40000"/>
                <a:lumOff val="60000"/>
                <a:alpha val="20000"/>
              </a:schemeClr>
            </a:solidFill>
            <a:prstDash val="solid"/>
            <a:round/>
            <a:headEnd type="none" w="med" len="med"/>
            <a:tailEnd type="none" w="med" len="med"/>
          </a:ln>
        </p:spPr>
      </p:pic>
      <p:sp>
        <p:nvSpPr>
          <p:cNvPr id="14" name="矩形 13"/>
          <p:cNvSpPr/>
          <p:nvPr>
            <p:custDataLst>
              <p:tags r:id="rId5"/>
            </p:custDataLst>
          </p:nvPr>
        </p:nvSpPr>
        <p:spPr>
          <a:xfrm>
            <a:off x="3627533" y="2495280"/>
            <a:ext cx="2174155" cy="1035159"/>
          </a:xfrm>
          <a:prstGeom prst="rect">
            <a:avLst/>
          </a:prstGeom>
          <a:noFill/>
        </p:spPr>
        <p:txBody>
          <a:bodyPr wrap="square" lIns="0" tIns="0" rIns="0" bIns="0" rtlCol="0" anchor="t" anchorCtr="0">
            <a:noAutofit/>
          </a:bodyPr>
          <a:p>
            <a:pPr algn="just">
              <a:lnSpc>
                <a:spcPct val="140000"/>
              </a:lnSpc>
              <a:spcBef>
                <a:spcPct val="0"/>
              </a:spcBef>
              <a:spcAft>
                <a:spcPct val="0"/>
              </a:spcAft>
            </a:pPr>
            <a:r>
              <a:rPr lang="zh-CN" altLang="en-US" sz="1200" kern="0" dirty="0">
                <a:solidFill>
                  <a:srgbClr val="262626"/>
                </a:solidFill>
                <a:latin typeface="+mn-ea"/>
                <a:cs typeface="+mn-ea"/>
              </a:rPr>
              <a:t>流网络由有向图构成，包含一组顶点和边，边上有容量限制，表示资源的最大传输能力。</a:t>
            </a:r>
            <a:endParaRPr lang="zh-CN" altLang="en-US" sz="1200" kern="0" dirty="0">
              <a:solidFill>
                <a:srgbClr val="262626"/>
              </a:solidFill>
              <a:latin typeface="+mn-ea"/>
              <a:cs typeface="+mn-ea"/>
            </a:endParaRPr>
          </a:p>
        </p:txBody>
      </p:sp>
      <p:sp>
        <p:nvSpPr>
          <p:cNvPr id="15" name="矩形 14"/>
          <p:cNvSpPr/>
          <p:nvPr>
            <p:custDataLst>
              <p:tags r:id="rId6"/>
            </p:custDataLst>
          </p:nvPr>
        </p:nvSpPr>
        <p:spPr>
          <a:xfrm>
            <a:off x="3627533" y="2142868"/>
            <a:ext cx="2174156" cy="318123"/>
          </a:xfrm>
          <a:prstGeom prst="rect">
            <a:avLst/>
          </a:prstGeom>
          <a:noFill/>
        </p:spPr>
        <p:txBody>
          <a:bodyPr wrap="square" lIns="0" tIns="0" rIns="0" bIns="0" rtlCol="0" anchor="b">
            <a:noAutofit/>
          </a:bodyPr>
          <a:p>
            <a:pPr algn="just">
              <a:spcBef>
                <a:spcPct val="0"/>
              </a:spcBef>
              <a:spcAft>
                <a:spcPct val="0"/>
              </a:spcAft>
            </a:pPr>
            <a:r>
              <a:rPr lang="zh-CN" altLang="en-US" b="1" kern="0" dirty="0">
                <a:solidFill>
                  <a:schemeClr val="accent1"/>
                </a:solidFill>
                <a:latin typeface="+mn-ea"/>
                <a:cs typeface="+mn-ea"/>
              </a:rPr>
              <a:t>流网络的构成</a:t>
            </a:r>
            <a:endParaRPr lang="zh-CN" altLang="en-US" b="1" kern="0" dirty="0">
              <a:solidFill>
                <a:schemeClr val="accent1"/>
              </a:solidFill>
              <a:latin typeface="+mn-ea"/>
              <a:cs typeface="+mn-ea"/>
            </a:endParaRPr>
          </a:p>
        </p:txBody>
      </p:sp>
      <p:sp>
        <p:nvSpPr>
          <p:cNvPr id="17" name="矩形 16"/>
          <p:cNvSpPr/>
          <p:nvPr>
            <p:custDataLst>
              <p:tags r:id="rId7"/>
            </p:custDataLst>
          </p:nvPr>
        </p:nvSpPr>
        <p:spPr>
          <a:xfrm>
            <a:off x="3626263" y="1975235"/>
            <a:ext cx="319640" cy="7199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just"/>
            <a:endParaRPr lang="zh-CN" altLang="en-US"/>
          </a:p>
        </p:txBody>
      </p:sp>
      <p:sp>
        <p:nvSpPr>
          <p:cNvPr id="18" name="矩形 17"/>
          <p:cNvSpPr/>
          <p:nvPr>
            <p:custDataLst>
              <p:tags r:id="rId8"/>
            </p:custDataLst>
          </p:nvPr>
        </p:nvSpPr>
        <p:spPr>
          <a:xfrm>
            <a:off x="696486" y="3783645"/>
            <a:ext cx="5399830" cy="1803296"/>
          </a:xfrm>
          <a:prstGeom prst="rect">
            <a:avLst/>
          </a:prstGeom>
          <a:solidFill>
            <a:schemeClr val="accent1">
              <a:lumMod val="10000"/>
              <a:lumOff val="90000"/>
            </a:schemeClr>
          </a:solidFill>
          <a:ln w="9525" cap="flat" cmpd="sng" algn="ctr">
            <a:noFill/>
            <a:prstDash val="solid"/>
            <a:miter lim="800000"/>
            <a:headEnd type="none" w="med" len="med"/>
            <a:tailEnd type="none" w="med" len="med"/>
          </a:ln>
          <a:effectLst>
            <a:outerShdw blurRad="101600" sx="102000" sy="102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19" name="图片 18" descr="/data/temp/5ef7c981-9a69-11ef-b7d1-5e7a1e0fcb59.jpg@base@tag=imgScale&amp;m=1&amp;w=727&amp;h=501&amp;q=955ef7c981-9a69-11ef-b7d1-5e7a1e0fcb59"/>
          <p:cNvPicPr>
            <a:picLocks noChangeAspect="1"/>
          </p:cNvPicPr>
          <p:nvPr>
            <p:custDataLst>
              <p:tags r:id="rId9"/>
            </p:custDataLst>
          </p:nvPr>
        </p:nvPicPr>
        <p:blipFill rotWithShape="1">
          <a:blip r:embed="rId10"/>
          <a:srcRect l="3264"/>
          <a:stretch>
            <a:fillRect/>
          </a:stretch>
        </p:blipFill>
        <p:spPr>
          <a:xfrm>
            <a:off x="696486" y="3783645"/>
            <a:ext cx="2618408" cy="1803296"/>
          </a:xfrm>
          <a:prstGeom prst="rect">
            <a:avLst/>
          </a:prstGeom>
          <a:ln w="3175" cap="flat" cmpd="sng" algn="ctr">
            <a:solidFill>
              <a:schemeClr val="tx1">
                <a:lumMod val="40000"/>
                <a:lumOff val="60000"/>
                <a:alpha val="20000"/>
              </a:schemeClr>
            </a:solidFill>
            <a:prstDash val="solid"/>
            <a:round/>
            <a:headEnd type="none" w="med" len="med"/>
            <a:tailEnd type="none" w="med" len="med"/>
          </a:ln>
        </p:spPr>
      </p:pic>
      <p:sp>
        <p:nvSpPr>
          <p:cNvPr id="20" name="矩形 19"/>
          <p:cNvSpPr/>
          <p:nvPr>
            <p:custDataLst>
              <p:tags r:id="rId11"/>
            </p:custDataLst>
          </p:nvPr>
        </p:nvSpPr>
        <p:spPr>
          <a:xfrm>
            <a:off x="3627533" y="4444655"/>
            <a:ext cx="2174155" cy="1035159"/>
          </a:xfrm>
          <a:prstGeom prst="rect">
            <a:avLst/>
          </a:prstGeom>
          <a:noFill/>
        </p:spPr>
        <p:txBody>
          <a:bodyPr wrap="square" lIns="0" tIns="0" rIns="0" bIns="0" rtlCol="0" anchor="t" anchorCtr="0">
            <a:noAutofit/>
          </a:bodyPr>
          <a:p>
            <a:pPr algn="just">
              <a:lnSpc>
                <a:spcPct val="140000"/>
              </a:lnSpc>
              <a:spcBef>
                <a:spcPct val="0"/>
              </a:spcBef>
              <a:spcAft>
                <a:spcPct val="0"/>
              </a:spcAft>
            </a:pPr>
            <a:r>
              <a:rPr lang="zh-CN" altLang="en-US" sz="1200" kern="0" dirty="0">
                <a:solidFill>
                  <a:srgbClr val="262626"/>
                </a:solidFill>
                <a:latin typeface="+mn-ea"/>
                <a:cs typeface="+mn-ea"/>
              </a:rPr>
              <a:t>流网络中有一个特定的源点（起点）和汇点（终点），流从源点发出，最终流入汇点。</a:t>
            </a:r>
            <a:endParaRPr lang="zh-CN" altLang="en-US" sz="1200" kern="0" dirty="0">
              <a:solidFill>
                <a:srgbClr val="262626"/>
              </a:solidFill>
              <a:latin typeface="+mn-ea"/>
              <a:cs typeface="+mn-ea"/>
            </a:endParaRPr>
          </a:p>
        </p:txBody>
      </p:sp>
      <p:sp>
        <p:nvSpPr>
          <p:cNvPr id="21" name="矩形 20"/>
          <p:cNvSpPr/>
          <p:nvPr>
            <p:custDataLst>
              <p:tags r:id="rId12"/>
            </p:custDataLst>
          </p:nvPr>
        </p:nvSpPr>
        <p:spPr>
          <a:xfrm>
            <a:off x="3627533" y="4092243"/>
            <a:ext cx="2174156" cy="318123"/>
          </a:xfrm>
          <a:prstGeom prst="rect">
            <a:avLst/>
          </a:prstGeom>
          <a:noFill/>
        </p:spPr>
        <p:txBody>
          <a:bodyPr wrap="square" lIns="0" tIns="0" rIns="0" bIns="0" rtlCol="0" anchor="b">
            <a:noAutofit/>
          </a:bodyPr>
          <a:p>
            <a:pPr algn="just">
              <a:spcBef>
                <a:spcPct val="0"/>
              </a:spcBef>
              <a:spcAft>
                <a:spcPct val="0"/>
              </a:spcAft>
            </a:pPr>
            <a:r>
              <a:rPr lang="zh-CN" altLang="en-US" b="1" kern="0">
                <a:solidFill>
                  <a:schemeClr val="accent1"/>
                </a:solidFill>
                <a:latin typeface="+mn-ea"/>
                <a:cs typeface="+mn-ea"/>
              </a:rPr>
              <a:t>源点和汇点</a:t>
            </a:r>
            <a:endParaRPr lang="zh-CN" altLang="en-US" b="1" kern="0">
              <a:solidFill>
                <a:schemeClr val="accent1"/>
              </a:solidFill>
              <a:latin typeface="+mn-ea"/>
              <a:cs typeface="+mn-ea"/>
            </a:endParaRPr>
          </a:p>
        </p:txBody>
      </p:sp>
      <p:sp>
        <p:nvSpPr>
          <p:cNvPr id="22" name="矩形 21"/>
          <p:cNvSpPr/>
          <p:nvPr>
            <p:custDataLst>
              <p:tags r:id="rId13"/>
            </p:custDataLst>
          </p:nvPr>
        </p:nvSpPr>
        <p:spPr>
          <a:xfrm>
            <a:off x="3626263" y="3924610"/>
            <a:ext cx="319640" cy="7199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just"/>
            <a:endParaRPr lang="zh-CN" altLang="en-US"/>
          </a:p>
        </p:txBody>
      </p:sp>
      <p:sp>
        <p:nvSpPr>
          <p:cNvPr id="23" name="矩形 22"/>
          <p:cNvSpPr/>
          <p:nvPr>
            <p:custDataLst>
              <p:tags r:id="rId14"/>
            </p:custDataLst>
          </p:nvPr>
        </p:nvSpPr>
        <p:spPr>
          <a:xfrm>
            <a:off x="6095683" y="1834270"/>
            <a:ext cx="5399830" cy="1803296"/>
          </a:xfrm>
          <a:prstGeom prst="rect">
            <a:avLst/>
          </a:prstGeom>
          <a:solidFill>
            <a:schemeClr val="accent1">
              <a:lumMod val="10000"/>
              <a:lumOff val="90000"/>
            </a:schemeClr>
          </a:solidFill>
          <a:ln w="9525" cap="flat" cmpd="sng" algn="ctr">
            <a:noFill/>
            <a:prstDash val="solid"/>
            <a:miter lim="800000"/>
            <a:headEnd type="none" w="med" len="med"/>
            <a:tailEnd type="none" w="med" len="med"/>
          </a:ln>
          <a:effectLst>
            <a:outerShdw blurRad="101600" sx="102000" sy="102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4" name="矩形 23"/>
          <p:cNvSpPr/>
          <p:nvPr>
            <p:custDataLst>
              <p:tags r:id="rId15"/>
            </p:custDataLst>
          </p:nvPr>
        </p:nvSpPr>
        <p:spPr>
          <a:xfrm>
            <a:off x="9026729" y="2495280"/>
            <a:ext cx="2174155" cy="1035159"/>
          </a:xfrm>
          <a:prstGeom prst="rect">
            <a:avLst/>
          </a:prstGeom>
          <a:noFill/>
        </p:spPr>
        <p:txBody>
          <a:bodyPr wrap="square" lIns="0" tIns="0" rIns="0" bIns="0" rtlCol="0" anchor="t" anchorCtr="0">
            <a:noAutofit/>
          </a:bodyPr>
          <a:p>
            <a:pPr algn="just">
              <a:lnSpc>
                <a:spcPct val="140000"/>
              </a:lnSpc>
              <a:spcBef>
                <a:spcPct val="0"/>
              </a:spcBef>
              <a:spcAft>
                <a:spcPct val="0"/>
              </a:spcAft>
            </a:pPr>
            <a:r>
              <a:rPr lang="zh-CN" altLang="en-US" sz="1200" kern="0" dirty="0">
                <a:solidFill>
                  <a:srgbClr val="262626"/>
                </a:solidFill>
                <a:latin typeface="+mn-ea"/>
                <a:cs typeface="+mn-ea"/>
              </a:rPr>
              <a:t>在流网络中，流是定义在边上的非负实值函数，满足容量限制和流量守恒两个条件。</a:t>
            </a:r>
            <a:endParaRPr lang="zh-CN" altLang="en-US" sz="1200" kern="0" dirty="0">
              <a:solidFill>
                <a:srgbClr val="262626"/>
              </a:solidFill>
              <a:latin typeface="+mn-ea"/>
              <a:cs typeface="+mn-ea"/>
            </a:endParaRPr>
          </a:p>
        </p:txBody>
      </p:sp>
      <p:sp>
        <p:nvSpPr>
          <p:cNvPr id="25" name="矩形 24"/>
          <p:cNvSpPr/>
          <p:nvPr>
            <p:custDataLst>
              <p:tags r:id="rId16"/>
            </p:custDataLst>
          </p:nvPr>
        </p:nvSpPr>
        <p:spPr>
          <a:xfrm>
            <a:off x="9026729" y="2142868"/>
            <a:ext cx="2174156" cy="318123"/>
          </a:xfrm>
          <a:prstGeom prst="rect">
            <a:avLst/>
          </a:prstGeom>
          <a:noFill/>
        </p:spPr>
        <p:txBody>
          <a:bodyPr wrap="square" lIns="0" tIns="0" rIns="0" bIns="0" rtlCol="0" anchor="b">
            <a:noAutofit/>
          </a:bodyPr>
          <a:p>
            <a:pPr algn="just">
              <a:spcBef>
                <a:spcPct val="0"/>
              </a:spcBef>
              <a:spcAft>
                <a:spcPct val="0"/>
              </a:spcAft>
            </a:pPr>
            <a:r>
              <a:rPr lang="zh-CN" altLang="en-US" b="1" kern="0" dirty="0">
                <a:solidFill>
                  <a:schemeClr val="accent1"/>
                </a:solidFill>
                <a:latin typeface="+mn-ea"/>
                <a:cs typeface="+mn-ea"/>
              </a:rPr>
              <a:t>流的定义</a:t>
            </a:r>
            <a:endParaRPr lang="zh-CN" altLang="en-US" b="1" kern="0" dirty="0">
              <a:solidFill>
                <a:schemeClr val="accent1"/>
              </a:solidFill>
              <a:latin typeface="+mn-ea"/>
              <a:cs typeface="+mn-ea"/>
            </a:endParaRPr>
          </a:p>
        </p:txBody>
      </p:sp>
      <p:sp>
        <p:nvSpPr>
          <p:cNvPr id="26" name="矩形 25"/>
          <p:cNvSpPr/>
          <p:nvPr>
            <p:custDataLst>
              <p:tags r:id="rId17"/>
            </p:custDataLst>
          </p:nvPr>
        </p:nvSpPr>
        <p:spPr>
          <a:xfrm>
            <a:off x="9024824" y="1975235"/>
            <a:ext cx="319640" cy="7199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just"/>
            <a:endParaRPr lang="zh-CN" altLang="en-US"/>
          </a:p>
        </p:txBody>
      </p:sp>
      <p:sp>
        <p:nvSpPr>
          <p:cNvPr id="31" name="矩形 30"/>
          <p:cNvSpPr/>
          <p:nvPr>
            <p:custDataLst>
              <p:tags r:id="rId18"/>
            </p:custDataLst>
          </p:nvPr>
        </p:nvSpPr>
        <p:spPr>
          <a:xfrm>
            <a:off x="6095683" y="3783645"/>
            <a:ext cx="5399830" cy="1803296"/>
          </a:xfrm>
          <a:prstGeom prst="rect">
            <a:avLst/>
          </a:prstGeom>
          <a:solidFill>
            <a:schemeClr val="accent1">
              <a:lumMod val="10000"/>
              <a:lumOff val="90000"/>
            </a:schemeClr>
          </a:solidFill>
          <a:ln w="9525" cap="flat" cmpd="sng" algn="ctr">
            <a:noFill/>
            <a:prstDash val="solid"/>
            <a:miter lim="800000"/>
            <a:headEnd type="none" w="med" len="med"/>
            <a:tailEnd type="none" w="med" len="med"/>
          </a:ln>
          <a:effectLst>
            <a:outerShdw blurRad="101600" sx="102000" sy="102000" algn="ctr" rotWithShape="0">
              <a:schemeClr val="accent1">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32" name="图片 31" descr="/data/temp/5ef7c82e-9a69-11ef-b7d1-5e7a1e0fcb59.jpg@base@tag=imgScale&amp;m=1&amp;w=727&amp;h=501&amp;q=955ef7c82e-9a69-11ef-b7d1-5e7a1e0fcb59"/>
          <p:cNvPicPr>
            <a:picLocks noChangeAspect="1"/>
          </p:cNvPicPr>
          <p:nvPr>
            <p:custDataLst>
              <p:tags r:id="rId19"/>
            </p:custDataLst>
          </p:nvPr>
        </p:nvPicPr>
        <p:blipFill>
          <a:blip r:embed="rId20"/>
          <a:srcRect l="1632" r="1632"/>
          <a:stretch>
            <a:fillRect/>
          </a:stretch>
        </p:blipFill>
        <p:spPr>
          <a:xfrm>
            <a:off x="6095683" y="3783645"/>
            <a:ext cx="2618408" cy="1803296"/>
          </a:xfrm>
          <a:prstGeom prst="rect">
            <a:avLst/>
          </a:prstGeom>
          <a:ln w="3175" cap="flat" cmpd="sng" algn="ctr">
            <a:solidFill>
              <a:schemeClr val="tx1">
                <a:lumMod val="40000"/>
                <a:lumOff val="60000"/>
                <a:alpha val="20000"/>
              </a:schemeClr>
            </a:solidFill>
            <a:prstDash val="solid"/>
            <a:round/>
            <a:headEnd type="none" w="med" len="med"/>
            <a:tailEnd type="none" w="med" len="med"/>
          </a:ln>
        </p:spPr>
      </p:pic>
      <p:sp>
        <p:nvSpPr>
          <p:cNvPr id="27" name="矩形 26"/>
          <p:cNvSpPr/>
          <p:nvPr>
            <p:custDataLst>
              <p:tags r:id="rId21"/>
            </p:custDataLst>
          </p:nvPr>
        </p:nvSpPr>
        <p:spPr>
          <a:xfrm>
            <a:off x="9026729" y="4444655"/>
            <a:ext cx="2174155" cy="1035159"/>
          </a:xfrm>
          <a:prstGeom prst="rect">
            <a:avLst/>
          </a:prstGeom>
          <a:noFill/>
        </p:spPr>
        <p:txBody>
          <a:bodyPr wrap="square" lIns="0" tIns="0" rIns="0" bIns="0" rtlCol="0" anchor="t" anchorCtr="0">
            <a:noAutofit/>
          </a:bodyPr>
          <a:p>
            <a:pPr algn="just">
              <a:lnSpc>
                <a:spcPct val="140000"/>
              </a:lnSpc>
              <a:spcBef>
                <a:spcPct val="0"/>
              </a:spcBef>
              <a:spcAft>
                <a:spcPct val="0"/>
              </a:spcAft>
            </a:pPr>
            <a:r>
              <a:rPr lang="zh-CN" altLang="en-US" sz="1200" kern="0" dirty="0">
                <a:solidFill>
                  <a:srgbClr val="262626"/>
                </a:solidFill>
                <a:latin typeface="+mn-ea"/>
                <a:cs typeface="+mn-ea"/>
              </a:rPr>
              <a:t>每条边上的流量表示通过该边的资源量，不能超过边的容量限制，且流入节点的流量等于流出节点的流量。</a:t>
            </a:r>
            <a:endParaRPr lang="zh-CN" altLang="en-US" sz="1200" kern="0" dirty="0">
              <a:solidFill>
                <a:srgbClr val="262626"/>
              </a:solidFill>
              <a:latin typeface="+mn-ea"/>
              <a:cs typeface="+mn-ea"/>
            </a:endParaRPr>
          </a:p>
        </p:txBody>
      </p:sp>
      <p:sp>
        <p:nvSpPr>
          <p:cNvPr id="28" name="矩形 27"/>
          <p:cNvSpPr/>
          <p:nvPr>
            <p:custDataLst>
              <p:tags r:id="rId22"/>
            </p:custDataLst>
          </p:nvPr>
        </p:nvSpPr>
        <p:spPr>
          <a:xfrm>
            <a:off x="9026729" y="4092243"/>
            <a:ext cx="2174156" cy="318123"/>
          </a:xfrm>
          <a:prstGeom prst="rect">
            <a:avLst/>
          </a:prstGeom>
          <a:noFill/>
        </p:spPr>
        <p:txBody>
          <a:bodyPr wrap="square" lIns="0" tIns="0" rIns="0" bIns="0" rtlCol="0" anchor="b">
            <a:noAutofit/>
          </a:bodyPr>
          <a:p>
            <a:pPr algn="just">
              <a:spcBef>
                <a:spcPct val="0"/>
              </a:spcBef>
              <a:spcAft>
                <a:spcPct val="0"/>
              </a:spcAft>
            </a:pPr>
            <a:r>
              <a:rPr lang="zh-CN" altLang="en-US" b="1" kern="0">
                <a:solidFill>
                  <a:schemeClr val="accent1"/>
                </a:solidFill>
                <a:latin typeface="+mn-ea"/>
                <a:cs typeface="+mn-ea"/>
              </a:rPr>
              <a:t>边上的流量</a:t>
            </a:r>
            <a:endParaRPr lang="zh-CN" altLang="en-US" b="1" kern="0">
              <a:solidFill>
                <a:schemeClr val="accent1"/>
              </a:solidFill>
              <a:latin typeface="+mn-ea"/>
              <a:cs typeface="+mn-ea"/>
            </a:endParaRPr>
          </a:p>
        </p:txBody>
      </p:sp>
      <p:sp>
        <p:nvSpPr>
          <p:cNvPr id="35" name="矩形 34"/>
          <p:cNvSpPr/>
          <p:nvPr>
            <p:custDataLst>
              <p:tags r:id="rId23"/>
            </p:custDataLst>
          </p:nvPr>
        </p:nvSpPr>
        <p:spPr>
          <a:xfrm>
            <a:off x="9024824" y="3924610"/>
            <a:ext cx="319640" cy="7199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just"/>
            <a:endParaRPr lang="zh-CN" altLang="en-US"/>
          </a:p>
        </p:txBody>
      </p:sp>
      <p:pic>
        <p:nvPicPr>
          <p:cNvPr id="29" name="图片 28" descr="/data/temp/5ef7c650-9a69-11ef-b7d1-5e7a1e0fcb59.jpg@base@tag=imgScale&amp;m=1&amp;w=727&amp;h=501&amp;q=955ef7c650-9a69-11ef-b7d1-5e7a1e0fcb59"/>
          <p:cNvPicPr>
            <a:picLocks noChangeAspect="1"/>
          </p:cNvPicPr>
          <p:nvPr>
            <p:custDataLst>
              <p:tags r:id="rId24"/>
            </p:custDataLst>
          </p:nvPr>
        </p:nvPicPr>
        <p:blipFill rotWithShape="1">
          <a:blip r:embed="rId25"/>
          <a:srcRect l="9183" r="9183"/>
          <a:stretch>
            <a:fillRect/>
          </a:stretch>
        </p:blipFill>
        <p:spPr>
          <a:xfrm>
            <a:off x="6096317" y="1834270"/>
            <a:ext cx="2618408" cy="1803530"/>
          </a:xfrm>
          <a:prstGeom prst="rect">
            <a:avLst/>
          </a:prstGeom>
          <a:ln w="3175" cap="flat" cmpd="sng" algn="ctr">
            <a:solidFill>
              <a:schemeClr val="tx1">
                <a:lumMod val="40000"/>
                <a:lumOff val="60000"/>
                <a:alpha val="20000"/>
              </a:schemeClr>
            </a:solidFill>
            <a:prstDash val="solid"/>
            <a:round/>
            <a:headEnd type="none" w="med" len="med"/>
            <a:tailEnd type="none" w="med" len="med"/>
          </a:ln>
        </p:spPr>
      </p:pic>
    </p:spTree>
    <p:custDataLst>
      <p:tags r:id="rId26"/>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p:txBody>
          <a:bodyPr/>
          <a:lstStyle/>
          <a:p>
            <a:r>
              <a:rPr lang="zh-CN" altLang="en-US"/>
              <a:t>最大流算法原理</a:t>
            </a:r>
            <a:endParaRPr lang="zh-CN" altLang="en-US"/>
          </a:p>
        </p:txBody>
      </p:sp>
      <p:sp>
        <p:nvSpPr>
          <p:cNvPr id="2" name="矩形 1"/>
          <p:cNvSpPr/>
          <p:nvPr>
            <p:custDataLst>
              <p:tags r:id="rId2"/>
            </p:custDataLst>
          </p:nvPr>
        </p:nvSpPr>
        <p:spPr>
          <a:xfrm>
            <a:off x="2141746" y="1945671"/>
            <a:ext cx="9000709" cy="1053548"/>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2000">
                <a:ln>
                  <a:noFill/>
                  <a:prstDash val="sysDot"/>
                </a:ln>
                <a:solidFill>
                  <a:schemeClr val="tx1">
                    <a:lumMod val="85000"/>
                    <a:lumOff val="15000"/>
                  </a:schemeClr>
                </a:solidFill>
                <a:latin typeface="黑体" panose="02010609060101010101" charset="-122"/>
                <a:ea typeface="黑体" panose="02010609060101010101" charset="-122"/>
                <a:cs typeface="+mn-ea"/>
                <a:sym typeface="+mn-ea"/>
              </a:rPr>
              <a:t>通过不断寻找增广路径来增加流量，直到无法找到增广路径为止，从而求解最大流问题。</a:t>
            </a:r>
            <a:endParaRPr lang="zh-CN" altLang="en-US" sz="2000">
              <a:ln>
                <a:noFill/>
                <a:prstDash val="sysDot"/>
              </a:ln>
              <a:solidFill>
                <a:schemeClr val="tx1">
                  <a:lumMod val="85000"/>
                  <a:lumOff val="15000"/>
                </a:schemeClr>
              </a:solidFill>
              <a:latin typeface="黑体" panose="02010609060101010101" charset="-122"/>
              <a:ea typeface="黑体" panose="02010609060101010101" charset="-122"/>
              <a:cs typeface="+mn-ea"/>
              <a:sym typeface="+mn-ea"/>
            </a:endParaRPr>
          </a:p>
        </p:txBody>
      </p:sp>
      <p:sp>
        <p:nvSpPr>
          <p:cNvPr id="3" name="矩形 2"/>
          <p:cNvSpPr/>
          <p:nvPr>
            <p:custDataLst>
              <p:tags r:id="rId3"/>
            </p:custDataLst>
          </p:nvPr>
        </p:nvSpPr>
        <p:spPr>
          <a:xfrm>
            <a:off x="2141746" y="1477640"/>
            <a:ext cx="9000709" cy="461778"/>
          </a:xfrm>
          <a:prstGeom prst="rect">
            <a:avLst/>
          </a:prstGeom>
          <a:noFill/>
        </p:spPr>
        <p:txBody>
          <a:bodyPr wrap="square" lIns="0" tIns="0" rIns="0" bIns="0" rtlCol="0" anchor="ctr" anchorCtr="0">
            <a:noAutofit/>
          </a:bodyPr>
          <a:p>
            <a:pPr algn="just">
              <a:spcBef>
                <a:spcPct val="0"/>
              </a:spcBef>
              <a:spcAft>
                <a:spcPct val="0"/>
              </a:spcAft>
            </a:pPr>
            <a:r>
              <a:rPr lang="zh-CN" altLang="en-US" sz="2000" b="1">
                <a:solidFill>
                  <a:schemeClr val="accent1"/>
                </a:solidFill>
                <a:latin typeface="+mn-ea"/>
                <a:cs typeface="+mn-ea"/>
                <a:sym typeface="+mn-ea"/>
              </a:rPr>
              <a:t>Ford-Fulkerson方法</a:t>
            </a:r>
            <a:endParaRPr lang="zh-CN" altLang="en-US" sz="2000" b="1">
              <a:solidFill>
                <a:schemeClr val="accent1"/>
              </a:solidFill>
              <a:latin typeface="+mn-ea"/>
              <a:cs typeface="+mn-ea"/>
              <a:sym typeface="+mn-ea"/>
            </a:endParaRPr>
          </a:p>
        </p:txBody>
      </p:sp>
      <p:sp>
        <p:nvSpPr>
          <p:cNvPr id="14" name="矩形 13"/>
          <p:cNvSpPr/>
          <p:nvPr>
            <p:custDataLst>
              <p:tags r:id="rId4"/>
            </p:custDataLst>
          </p:nvPr>
        </p:nvSpPr>
        <p:spPr>
          <a:xfrm>
            <a:off x="1241880" y="1544320"/>
            <a:ext cx="579646" cy="579646"/>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p>
            <a:pPr algn="ctr">
              <a:spcBef>
                <a:spcPct val="0"/>
              </a:spcBef>
              <a:spcAft>
                <a:spcPct val="0"/>
              </a:spcAft>
            </a:pPr>
            <a:r>
              <a:rPr lang="en-US" altLang="zh-CN" sz="2400">
                <a:solidFill>
                  <a:schemeClr val="lt1">
                    <a:lumMod val="100000"/>
                  </a:schemeClr>
                </a:solidFill>
                <a:latin typeface="+mn-ea"/>
                <a:cs typeface="+mn-ea"/>
                <a:sym typeface="+mn-ea"/>
              </a:rPr>
              <a:t>01</a:t>
            </a:r>
            <a:endParaRPr lang="zh-CN" altLang="en-US" sz="2400">
              <a:solidFill>
                <a:schemeClr val="lt1">
                  <a:lumMod val="100000"/>
                </a:schemeClr>
              </a:solidFill>
              <a:latin typeface="+mn-ea"/>
              <a:cs typeface="+mn-ea"/>
              <a:sym typeface="+mn-ea"/>
            </a:endParaRPr>
          </a:p>
        </p:txBody>
      </p:sp>
      <p:sp>
        <p:nvSpPr>
          <p:cNvPr id="15" name="矩形 14"/>
          <p:cNvSpPr/>
          <p:nvPr>
            <p:custDataLst>
              <p:tags r:id="rId5"/>
            </p:custDataLst>
          </p:nvPr>
        </p:nvSpPr>
        <p:spPr>
          <a:xfrm>
            <a:off x="2150002" y="3545997"/>
            <a:ext cx="9000709" cy="1053548"/>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2000">
                <a:ln>
                  <a:noFill/>
                  <a:prstDash val="sysDot"/>
                </a:ln>
                <a:solidFill>
                  <a:schemeClr val="tx1">
                    <a:lumMod val="85000"/>
                    <a:lumOff val="15000"/>
                  </a:schemeClr>
                </a:solidFill>
                <a:latin typeface="黑体" panose="02010609060101010101" charset="-122"/>
                <a:ea typeface="黑体" panose="02010609060101010101" charset="-122"/>
                <a:cs typeface="黑体" panose="02010609060101010101" charset="-122"/>
                <a:sym typeface="+mn-ea"/>
              </a:rPr>
              <a:t>是Ford-Fulkerson方法的一个实现，使用广度优先搜索来寻找增广路径，保证了多项式时间复杂度。</a:t>
            </a:r>
            <a:endParaRPr lang="zh-CN" altLang="en-US" sz="2000">
              <a:ln>
                <a:noFill/>
                <a:prstDash val="sysDot"/>
              </a:ln>
              <a:solidFill>
                <a:schemeClr val="tx1">
                  <a:lumMod val="85000"/>
                  <a:lumOff val="15000"/>
                </a:schemeClr>
              </a:solidFill>
              <a:latin typeface="黑体" panose="02010609060101010101" charset="-122"/>
              <a:ea typeface="黑体" panose="02010609060101010101" charset="-122"/>
              <a:cs typeface="黑体" panose="02010609060101010101" charset="-122"/>
              <a:sym typeface="+mn-ea"/>
            </a:endParaRPr>
          </a:p>
        </p:txBody>
      </p:sp>
      <p:sp>
        <p:nvSpPr>
          <p:cNvPr id="16" name="矩形 15"/>
          <p:cNvSpPr/>
          <p:nvPr>
            <p:custDataLst>
              <p:tags r:id="rId6"/>
            </p:custDataLst>
          </p:nvPr>
        </p:nvSpPr>
        <p:spPr>
          <a:xfrm>
            <a:off x="2150002" y="3078601"/>
            <a:ext cx="9000709" cy="461778"/>
          </a:xfrm>
          <a:prstGeom prst="rect">
            <a:avLst/>
          </a:prstGeom>
          <a:noFill/>
        </p:spPr>
        <p:txBody>
          <a:bodyPr wrap="square" lIns="0" tIns="0" rIns="0" bIns="0" rtlCol="0" anchor="ctr" anchorCtr="0">
            <a:noAutofit/>
          </a:bodyPr>
          <a:p>
            <a:pPr algn="just">
              <a:spcBef>
                <a:spcPct val="0"/>
              </a:spcBef>
              <a:spcAft>
                <a:spcPct val="0"/>
              </a:spcAft>
            </a:pPr>
            <a:r>
              <a:rPr lang="zh-CN" altLang="en-US" sz="2000" b="1">
                <a:solidFill>
                  <a:schemeClr val="accent1"/>
                </a:solidFill>
                <a:latin typeface="+mn-ea"/>
                <a:cs typeface="+mn-ea"/>
                <a:sym typeface="+mn-ea"/>
              </a:rPr>
              <a:t>Edmonds-Karp算法</a:t>
            </a:r>
            <a:endParaRPr lang="zh-CN" altLang="en-US" sz="2000" b="1">
              <a:solidFill>
                <a:schemeClr val="accent1"/>
              </a:solidFill>
              <a:latin typeface="+mn-ea"/>
              <a:cs typeface="+mn-ea"/>
              <a:sym typeface="+mn-ea"/>
            </a:endParaRPr>
          </a:p>
        </p:txBody>
      </p:sp>
      <p:sp>
        <p:nvSpPr>
          <p:cNvPr id="17" name="矩形 16"/>
          <p:cNvSpPr/>
          <p:nvPr>
            <p:custDataLst>
              <p:tags r:id="rId7"/>
            </p:custDataLst>
          </p:nvPr>
        </p:nvSpPr>
        <p:spPr>
          <a:xfrm>
            <a:off x="1250771" y="3145281"/>
            <a:ext cx="579646" cy="579646"/>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p>
            <a:pPr algn="ctr">
              <a:spcBef>
                <a:spcPct val="0"/>
              </a:spcBef>
              <a:spcAft>
                <a:spcPct val="0"/>
              </a:spcAft>
            </a:pPr>
            <a:r>
              <a:rPr lang="en-US" altLang="zh-CN" sz="2400">
                <a:solidFill>
                  <a:schemeClr val="lt1">
                    <a:lumMod val="100000"/>
                  </a:schemeClr>
                </a:solidFill>
                <a:latin typeface="+mn-ea"/>
                <a:cs typeface="+mn-ea"/>
                <a:sym typeface="+mn-ea"/>
              </a:rPr>
              <a:t>02</a:t>
            </a:r>
            <a:endParaRPr lang="zh-CN" altLang="en-US" sz="2400">
              <a:solidFill>
                <a:schemeClr val="lt1">
                  <a:lumMod val="100000"/>
                </a:schemeClr>
              </a:solidFill>
              <a:latin typeface="+mn-ea"/>
              <a:cs typeface="+mn-ea"/>
              <a:sym typeface="+mn-ea"/>
            </a:endParaRPr>
          </a:p>
        </p:txBody>
      </p:sp>
      <p:sp>
        <p:nvSpPr>
          <p:cNvPr id="18" name="矩形 17"/>
          <p:cNvSpPr/>
          <p:nvPr>
            <p:custDataLst>
              <p:tags r:id="rId8"/>
            </p:custDataLst>
          </p:nvPr>
        </p:nvSpPr>
        <p:spPr>
          <a:xfrm>
            <a:off x="2141111" y="5146959"/>
            <a:ext cx="9000709" cy="1053548"/>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2000">
                <a:ln>
                  <a:noFill/>
                  <a:prstDash val="sysDot"/>
                </a:ln>
                <a:solidFill>
                  <a:schemeClr val="tx1">
                    <a:lumMod val="85000"/>
                    <a:lumOff val="15000"/>
                  </a:schemeClr>
                </a:solidFill>
                <a:latin typeface="黑体" panose="02010609060101010101" charset="-122"/>
                <a:ea typeface="黑体" panose="02010609060101010101" charset="-122"/>
                <a:cs typeface="黑体" panose="02010609060101010101" charset="-122"/>
                <a:sym typeface="+mn-ea"/>
              </a:rPr>
              <a:t>构建层次图，通过分层寻找多条增广路径，提高了算法效率，是解决最大流问题的常用算法之一。</a:t>
            </a:r>
            <a:endParaRPr lang="zh-CN" altLang="en-US" sz="1600">
              <a:ln>
                <a:noFill/>
                <a:prstDash val="sysDot"/>
              </a:ln>
              <a:solidFill>
                <a:schemeClr val="tx1">
                  <a:lumMod val="85000"/>
                  <a:lumOff val="15000"/>
                </a:schemeClr>
              </a:solidFill>
              <a:latin typeface="+mn-ea"/>
              <a:cs typeface="+mn-ea"/>
              <a:sym typeface="+mn-ea"/>
            </a:endParaRPr>
          </a:p>
        </p:txBody>
      </p:sp>
      <p:sp>
        <p:nvSpPr>
          <p:cNvPr id="19" name="矩形 18"/>
          <p:cNvSpPr/>
          <p:nvPr>
            <p:custDataLst>
              <p:tags r:id="rId9"/>
            </p:custDataLst>
          </p:nvPr>
        </p:nvSpPr>
        <p:spPr>
          <a:xfrm>
            <a:off x="2141111" y="4678927"/>
            <a:ext cx="9000709" cy="461778"/>
          </a:xfrm>
          <a:prstGeom prst="rect">
            <a:avLst/>
          </a:prstGeom>
          <a:noFill/>
        </p:spPr>
        <p:txBody>
          <a:bodyPr wrap="square" lIns="0" tIns="0" rIns="0" bIns="0" rtlCol="0" anchor="ctr" anchorCtr="0">
            <a:noAutofit/>
          </a:bodyPr>
          <a:p>
            <a:pPr algn="just">
              <a:spcBef>
                <a:spcPct val="0"/>
              </a:spcBef>
              <a:spcAft>
                <a:spcPct val="0"/>
              </a:spcAft>
            </a:pPr>
            <a:r>
              <a:rPr lang="zh-CN" altLang="en-US" sz="2000" b="1">
                <a:solidFill>
                  <a:schemeClr val="accent1"/>
                </a:solidFill>
                <a:latin typeface="+mn-ea"/>
                <a:cs typeface="+mn-ea"/>
                <a:sym typeface="+mn-ea"/>
              </a:rPr>
              <a:t>Dinic算法</a:t>
            </a:r>
            <a:endParaRPr lang="zh-CN" altLang="en-US" sz="2000" b="1">
              <a:solidFill>
                <a:schemeClr val="accent1"/>
              </a:solidFill>
              <a:latin typeface="+mn-ea"/>
              <a:cs typeface="+mn-ea"/>
              <a:sym typeface="+mn-ea"/>
            </a:endParaRPr>
          </a:p>
        </p:txBody>
      </p:sp>
      <p:sp>
        <p:nvSpPr>
          <p:cNvPr id="23" name="矩形 22"/>
          <p:cNvSpPr/>
          <p:nvPr>
            <p:custDataLst>
              <p:tags r:id="rId10"/>
            </p:custDataLst>
          </p:nvPr>
        </p:nvSpPr>
        <p:spPr>
          <a:xfrm>
            <a:off x="1241245" y="4745607"/>
            <a:ext cx="579646" cy="579646"/>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p>
            <a:pPr algn="ctr">
              <a:spcBef>
                <a:spcPct val="0"/>
              </a:spcBef>
              <a:spcAft>
                <a:spcPct val="0"/>
              </a:spcAft>
            </a:pPr>
            <a:r>
              <a:rPr lang="en-US" altLang="zh-CN" sz="2400">
                <a:solidFill>
                  <a:schemeClr val="lt1">
                    <a:lumMod val="100000"/>
                  </a:schemeClr>
                </a:solidFill>
                <a:latin typeface="+mn-ea"/>
                <a:cs typeface="+mn-ea"/>
                <a:sym typeface="+mn-ea"/>
              </a:rPr>
              <a:t>03</a:t>
            </a:r>
            <a:endParaRPr lang="zh-CN" altLang="en-US" sz="2400">
              <a:solidFill>
                <a:schemeClr val="lt1">
                  <a:lumMod val="100000"/>
                </a:schemeClr>
              </a:solidFill>
              <a:latin typeface="+mn-ea"/>
              <a:cs typeface="+mn-ea"/>
              <a:sym typeface="+mn-ea"/>
            </a:endParaRPr>
          </a:p>
        </p:txBody>
      </p:sp>
    </p:spTree>
    <p:custDataLst>
      <p:tags r:id="rId11"/>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标题 14"/>
          <p:cNvSpPr>
            <a:spLocks noGrp="1"/>
          </p:cNvSpPr>
          <p:nvPr>
            <p:ph type="title"/>
            <p:custDataLst>
              <p:tags r:id="rId1"/>
            </p:custDataLst>
          </p:nvPr>
        </p:nvSpPr>
        <p:spPr>
          <a:xfrm>
            <a:off x="469265" y="2117301"/>
            <a:ext cx="2309495" cy="2947248"/>
          </a:xfrm>
        </p:spPr>
        <p:txBody>
          <a:bodyPr anchor="ctr">
            <a:normAutofit/>
          </a:bodyPr>
          <a:lstStyle/>
          <a:p>
            <a:pPr algn="ctr"/>
            <a:r>
              <a:rPr lang="zh-CN" altLang="en-US" dirty="0"/>
              <a:t>实际问题中的应用</a:t>
            </a:r>
            <a:endParaRPr lang="zh-CN" altLang="en-US" dirty="0"/>
          </a:p>
        </p:txBody>
      </p:sp>
      <p:pic>
        <p:nvPicPr>
          <p:cNvPr id="31" name="图片 30" descr="/data/temp/5f38c1ca-9a69-11ef-b7d1-5e7a1e0fcb59.jpg@base@tag=imgScale&amp;m=1&amp;w=692&amp;h=721&amp;q=955f38c1ca-9a69-11ef-b7d1-5e7a1e0fcb59"/>
          <p:cNvPicPr>
            <a:picLocks noChangeAspect="1"/>
          </p:cNvPicPr>
          <p:nvPr>
            <p:custDataLst>
              <p:tags r:id="rId2"/>
            </p:custDataLst>
          </p:nvPr>
        </p:nvPicPr>
        <p:blipFill rotWithShape="1">
          <a:blip r:embed="rId3"/>
          <a:srcRect l="17982" r="17982"/>
          <a:stretch>
            <a:fillRect/>
          </a:stretch>
        </p:blipFill>
        <p:spPr>
          <a:xfrm>
            <a:off x="6167309" y="1080867"/>
            <a:ext cx="2495152" cy="2596462"/>
          </a:xfrm>
          <a:prstGeom prst="roundRect">
            <a:avLst>
              <a:gd name="adj" fmla="val 8594"/>
            </a:avLst>
          </a:prstGeom>
          <a:solidFill>
            <a:srgbClr val="FFFFFF">
              <a:shade val="85000"/>
            </a:srgbClr>
          </a:solidFill>
          <a:ln w="3175" cap="flat" cmpd="sng" algn="ctr">
            <a:solidFill>
              <a:schemeClr val="tx1">
                <a:lumMod val="40000"/>
                <a:lumOff val="60000"/>
                <a:alpha val="20000"/>
              </a:schemeClr>
            </a:solidFill>
            <a:prstDash val="solid"/>
            <a:round/>
            <a:headEnd type="none" w="med" len="med"/>
            <a:tailEnd type="none" w="med" len="med"/>
          </a:ln>
          <a:effectLst/>
        </p:spPr>
      </p:pic>
      <p:pic>
        <p:nvPicPr>
          <p:cNvPr id="29" name="图片 28" descr="/data/temp/5f38c14a-9a69-11ef-b7d1-5e7a1e0fcb59.jpg@base@tag=imgScale&amp;m=1&amp;w=692&amp;h=721&amp;q=955f38c14a-9a69-11ef-b7d1-5e7a1e0fcb59"/>
          <p:cNvPicPr>
            <a:picLocks noChangeAspect="1"/>
          </p:cNvPicPr>
          <p:nvPr>
            <p:custDataLst>
              <p:tags r:id="rId4"/>
            </p:custDataLst>
          </p:nvPr>
        </p:nvPicPr>
        <p:blipFill rotWithShape="1">
          <a:blip r:embed="rId5"/>
          <a:srcRect l="22987" r="22987"/>
          <a:stretch>
            <a:fillRect/>
          </a:stretch>
        </p:blipFill>
        <p:spPr>
          <a:xfrm>
            <a:off x="3235735" y="1080867"/>
            <a:ext cx="2494281" cy="2596462"/>
          </a:xfrm>
          <a:prstGeom prst="roundRect">
            <a:avLst>
              <a:gd name="adj" fmla="val 8594"/>
            </a:avLst>
          </a:prstGeom>
          <a:solidFill>
            <a:srgbClr val="FFFFFF">
              <a:shade val="85000"/>
            </a:srgbClr>
          </a:solidFill>
          <a:ln w="3175" cap="flat" cmpd="sng" algn="ctr">
            <a:solidFill>
              <a:schemeClr val="tx1">
                <a:lumMod val="40000"/>
                <a:lumOff val="60000"/>
                <a:alpha val="20000"/>
              </a:schemeClr>
            </a:solidFill>
            <a:prstDash val="solid"/>
            <a:round/>
            <a:headEnd type="none" w="med" len="med"/>
            <a:tailEnd type="none" w="med" len="med"/>
          </a:ln>
          <a:effectLst/>
        </p:spPr>
      </p:pic>
      <p:pic>
        <p:nvPicPr>
          <p:cNvPr id="25" name="图片 24" descr="/data/temp/5f38c1eb-9a69-11ef-b7d1-5e7a1e0fcb59.jpg@base@tag=imgScale&amp;m=1&amp;w=692&amp;h=719&amp;q=955f38c1eb-9a69-11ef-b7d1-5e7a1e0fcb59"/>
          <p:cNvPicPr>
            <a:picLocks noChangeAspect="1"/>
          </p:cNvPicPr>
          <p:nvPr>
            <p:custDataLst>
              <p:tags r:id="rId6"/>
            </p:custDataLst>
          </p:nvPr>
        </p:nvPicPr>
        <p:blipFill rotWithShape="1">
          <a:blip r:embed="rId7"/>
          <a:srcRect l="13895" r="13895"/>
          <a:stretch>
            <a:fillRect/>
          </a:stretch>
        </p:blipFill>
        <p:spPr>
          <a:xfrm>
            <a:off x="9100787" y="1087218"/>
            <a:ext cx="2495152" cy="2590642"/>
          </a:xfrm>
          <a:prstGeom prst="roundRect">
            <a:avLst>
              <a:gd name="adj" fmla="val 8594"/>
            </a:avLst>
          </a:prstGeom>
          <a:solidFill>
            <a:srgbClr val="FFFFFF">
              <a:shade val="85000"/>
            </a:srgbClr>
          </a:solidFill>
          <a:ln w="3175" cap="flat" cmpd="sng" algn="ctr">
            <a:solidFill>
              <a:schemeClr val="tx1">
                <a:lumMod val="40000"/>
                <a:lumOff val="60000"/>
                <a:alpha val="20000"/>
              </a:schemeClr>
            </a:solidFill>
            <a:prstDash val="solid"/>
            <a:round/>
            <a:headEnd type="none" w="med" len="med"/>
            <a:tailEnd type="none" w="med" len="med"/>
          </a:ln>
          <a:effectLst/>
        </p:spPr>
      </p:pic>
      <p:sp>
        <p:nvSpPr>
          <p:cNvPr id="5" name="Rectangle 41757_#color-886&amp;3357"/>
          <p:cNvSpPr/>
          <p:nvPr>
            <p:custDataLst>
              <p:tags r:id="rId8"/>
            </p:custDataLst>
          </p:nvPr>
        </p:nvSpPr>
        <p:spPr>
          <a:xfrm>
            <a:off x="3566795" y="3053715"/>
            <a:ext cx="2429510" cy="3098800"/>
          </a:xfrm>
          <a:prstGeom prst="roundRect">
            <a:avLst>
              <a:gd name="adj" fmla="val 9316"/>
            </a:avLst>
          </a:prstGeom>
          <a:solidFill>
            <a:schemeClr val="lt1"/>
          </a:solidFill>
          <a:ln w="3175" cap="flat" cmpd="sng" algn="ctr">
            <a:solidFill>
              <a:schemeClr val="accent1">
                <a:lumMod val="100000"/>
                <a:alpha val="20000"/>
              </a:schemeClr>
            </a:solidFill>
            <a:prstDash val="solid"/>
            <a:round/>
            <a:headEnd type="none" w="med" len="med"/>
            <a:tailEnd type="none" w="med" len="med"/>
          </a:ln>
          <a:effectLst>
            <a:outerShdw blurRad="508000" dist="76200" dir="5399999" algn="bl" rotWithShape="0">
              <a:schemeClr val="accent1">
                <a:alpha val="20000"/>
              </a:schemeClr>
            </a:outerShdw>
          </a:effectLst>
        </p:spPr>
        <p:txBody>
          <a:bodyPr/>
          <a:p>
            <a:endParaRPr lang="zh-CN" altLang="en-US"/>
          </a:p>
        </p:txBody>
      </p:sp>
      <p:sp>
        <p:nvSpPr>
          <p:cNvPr id="6" name="矩形 5"/>
          <p:cNvSpPr/>
          <p:nvPr>
            <p:custDataLst>
              <p:tags r:id="rId9"/>
            </p:custDataLst>
          </p:nvPr>
        </p:nvSpPr>
        <p:spPr>
          <a:xfrm>
            <a:off x="3793344" y="3336705"/>
            <a:ext cx="1982750" cy="461710"/>
          </a:xfrm>
          <a:prstGeom prst="rect">
            <a:avLst/>
          </a:prstGeom>
          <a:noFill/>
        </p:spPr>
        <p:txBody>
          <a:bodyPr wrap="none" lIns="0" tIns="0" rIns="0" bIns="0" rtlCol="0" anchor="ctr" anchorCtr="0">
            <a:noAutofit/>
          </a:bodyPr>
          <a:p>
            <a:pPr>
              <a:spcBef>
                <a:spcPct val="0"/>
              </a:spcBef>
              <a:spcAft>
                <a:spcPct val="0"/>
              </a:spcAft>
            </a:pPr>
            <a:r>
              <a:rPr lang="en-US" altLang="zh-CN" sz="3000" b="1">
                <a:solidFill>
                  <a:schemeClr val="accent1"/>
                </a:solidFill>
                <a:latin typeface="+mn-ea"/>
                <a:cs typeface="+mn-ea"/>
              </a:rPr>
              <a:t>01</a:t>
            </a:r>
            <a:endParaRPr lang="zh-CN" altLang="en-US" sz="3000" b="1">
              <a:solidFill>
                <a:schemeClr val="accent1"/>
              </a:solidFill>
              <a:latin typeface="+mn-ea"/>
              <a:cs typeface="+mn-ea"/>
            </a:endParaRPr>
          </a:p>
        </p:txBody>
      </p:sp>
      <p:sp>
        <p:nvSpPr>
          <p:cNvPr id="7" name="矩形 6"/>
          <p:cNvSpPr/>
          <p:nvPr>
            <p:custDataLst>
              <p:tags r:id="rId10"/>
            </p:custDataLst>
          </p:nvPr>
        </p:nvSpPr>
        <p:spPr>
          <a:xfrm>
            <a:off x="3793979" y="4467800"/>
            <a:ext cx="1982750" cy="1357821"/>
          </a:xfrm>
          <a:prstGeom prst="rect">
            <a:avLst/>
          </a:prstGeom>
          <a:noFill/>
        </p:spPr>
        <p:txBody>
          <a:bodyPr wrap="square" lIns="0" tIns="0" rIns="0" bIns="0" rtlCol="0" anchor="t">
            <a:noAutofit/>
          </a:bodyPr>
          <a:p>
            <a:pPr algn="just">
              <a:lnSpc>
                <a:spcPct val="150000"/>
              </a:lnSpc>
              <a:spcBef>
                <a:spcPct val="0"/>
              </a:spcBef>
              <a:spcAft>
                <a:spcPct val="0"/>
              </a:spcAft>
            </a:pPr>
            <a:r>
              <a:rPr lang="zh-CN" altLang="en-US" sz="1600" dirty="0">
                <a:solidFill>
                  <a:schemeClr val="dk1">
                    <a:lumMod val="85000"/>
                    <a:lumOff val="15000"/>
                  </a:schemeClr>
                </a:solidFill>
                <a:latin typeface="黑体" panose="02010609060101010101" charset="-122"/>
                <a:ea typeface="黑体" panose="02010609060101010101" charset="-122"/>
                <a:cs typeface="+mn-ea"/>
              </a:rPr>
              <a:t>最大流模型用于优化城市交通网络，如通过调整信号灯时序来最大化道路通行能力。</a:t>
            </a:r>
            <a:endParaRPr lang="zh-CN" altLang="en-US" sz="1600" dirty="0">
              <a:solidFill>
                <a:schemeClr val="dk1">
                  <a:lumMod val="85000"/>
                  <a:lumOff val="15000"/>
                </a:schemeClr>
              </a:solidFill>
              <a:latin typeface="黑体" panose="02010609060101010101" charset="-122"/>
              <a:ea typeface="黑体" panose="02010609060101010101" charset="-122"/>
              <a:cs typeface="+mn-ea"/>
            </a:endParaRPr>
          </a:p>
        </p:txBody>
      </p:sp>
      <p:sp>
        <p:nvSpPr>
          <p:cNvPr id="8" name="矩形 7"/>
          <p:cNvSpPr/>
          <p:nvPr>
            <p:custDataLst>
              <p:tags r:id="rId11"/>
            </p:custDataLst>
          </p:nvPr>
        </p:nvSpPr>
        <p:spPr>
          <a:xfrm>
            <a:off x="3793979" y="3850493"/>
            <a:ext cx="1982750" cy="541986"/>
          </a:xfrm>
          <a:prstGeom prst="rect">
            <a:avLst/>
          </a:prstGeom>
          <a:noFill/>
        </p:spPr>
        <p:txBody>
          <a:bodyPr wrap="square" lIns="0" tIns="0" rIns="0" bIns="0" rtlCol="0" anchor="ctr">
            <a:noAutofit/>
          </a:bodyPr>
          <a:p>
            <a:pPr>
              <a:spcBef>
                <a:spcPct val="0"/>
              </a:spcBef>
              <a:spcAft>
                <a:spcPct val="0"/>
              </a:spcAft>
            </a:pPr>
            <a:r>
              <a:rPr lang="zh-CN" altLang="en-US" b="1" dirty="0">
                <a:solidFill>
                  <a:schemeClr val="dk1">
                    <a:lumMod val="100000"/>
                  </a:schemeClr>
                </a:solidFill>
                <a:latin typeface="+mn-ea"/>
                <a:cs typeface="+mn-ea"/>
              </a:rPr>
              <a:t>交通流量管理</a:t>
            </a:r>
            <a:endParaRPr lang="zh-CN" altLang="en-US" b="1" dirty="0">
              <a:solidFill>
                <a:schemeClr val="dk1">
                  <a:lumMod val="100000"/>
                </a:schemeClr>
              </a:solidFill>
              <a:latin typeface="+mn-ea"/>
              <a:cs typeface="+mn-ea"/>
            </a:endParaRPr>
          </a:p>
        </p:txBody>
      </p:sp>
      <p:sp>
        <p:nvSpPr>
          <p:cNvPr id="14" name="Rectangle 41757_#color-886&amp;3357"/>
          <p:cNvSpPr/>
          <p:nvPr>
            <p:custDataLst>
              <p:tags r:id="rId12"/>
            </p:custDataLst>
          </p:nvPr>
        </p:nvSpPr>
        <p:spPr>
          <a:xfrm>
            <a:off x="6487795" y="3075940"/>
            <a:ext cx="2429510" cy="3100070"/>
          </a:xfrm>
          <a:prstGeom prst="roundRect">
            <a:avLst>
              <a:gd name="adj" fmla="val 9316"/>
            </a:avLst>
          </a:prstGeom>
          <a:solidFill>
            <a:schemeClr val="lt1"/>
          </a:solidFill>
          <a:ln w="3175" cap="flat" cmpd="sng" algn="ctr">
            <a:solidFill>
              <a:schemeClr val="accent1">
                <a:lumMod val="100000"/>
                <a:alpha val="20000"/>
              </a:schemeClr>
            </a:solidFill>
            <a:prstDash val="solid"/>
            <a:round/>
            <a:headEnd type="none" w="med" len="med"/>
            <a:tailEnd type="none" w="med" len="med"/>
          </a:ln>
          <a:effectLst>
            <a:outerShdw blurRad="508000" dist="76200" dir="5399999" algn="bl" rotWithShape="0">
              <a:schemeClr val="accent1">
                <a:alpha val="20000"/>
              </a:schemeClr>
            </a:outerShdw>
          </a:effectLst>
        </p:spPr>
        <p:txBody>
          <a:bodyPr/>
          <a:p>
            <a:endParaRPr lang="zh-CN" altLang="en-US"/>
          </a:p>
        </p:txBody>
      </p:sp>
      <p:sp>
        <p:nvSpPr>
          <p:cNvPr id="9" name="矩形 8"/>
          <p:cNvSpPr/>
          <p:nvPr>
            <p:custDataLst>
              <p:tags r:id="rId13"/>
            </p:custDataLst>
          </p:nvPr>
        </p:nvSpPr>
        <p:spPr>
          <a:xfrm>
            <a:off x="6711581" y="3336070"/>
            <a:ext cx="1981479" cy="461710"/>
          </a:xfrm>
          <a:prstGeom prst="rect">
            <a:avLst/>
          </a:prstGeom>
          <a:noFill/>
        </p:spPr>
        <p:txBody>
          <a:bodyPr wrap="none" lIns="0" tIns="0" rIns="0" bIns="0" rtlCol="0" anchor="ctr" anchorCtr="0">
            <a:noAutofit/>
          </a:bodyPr>
          <a:p>
            <a:pPr>
              <a:spcBef>
                <a:spcPct val="0"/>
              </a:spcBef>
              <a:spcAft>
                <a:spcPct val="0"/>
              </a:spcAft>
            </a:pPr>
            <a:r>
              <a:rPr lang="en-US" altLang="zh-CN" sz="3000" b="1">
                <a:solidFill>
                  <a:schemeClr val="accent1"/>
                </a:solidFill>
                <a:latin typeface="+mn-ea"/>
                <a:cs typeface="+mn-ea"/>
              </a:rPr>
              <a:t>02</a:t>
            </a:r>
            <a:endParaRPr lang="zh-CN" altLang="en-US" sz="3000" b="1">
              <a:solidFill>
                <a:schemeClr val="accent1"/>
              </a:solidFill>
              <a:latin typeface="+mn-ea"/>
              <a:cs typeface="+mn-ea"/>
            </a:endParaRPr>
          </a:p>
        </p:txBody>
      </p:sp>
      <p:sp>
        <p:nvSpPr>
          <p:cNvPr id="19" name="矩形 18"/>
          <p:cNvSpPr/>
          <p:nvPr>
            <p:custDataLst>
              <p:tags r:id="rId14"/>
            </p:custDataLst>
          </p:nvPr>
        </p:nvSpPr>
        <p:spPr>
          <a:xfrm>
            <a:off x="6711315" y="4237990"/>
            <a:ext cx="1981200" cy="1838325"/>
          </a:xfrm>
          <a:prstGeom prst="rect">
            <a:avLst/>
          </a:prstGeom>
          <a:noFill/>
        </p:spPr>
        <p:txBody>
          <a:bodyPr wrap="square" lIns="0" tIns="0" rIns="0" bIns="0" rtlCol="0" anchor="t">
            <a:noAutofit/>
          </a:bodyPr>
          <a:p>
            <a:pPr algn="just">
              <a:lnSpc>
                <a:spcPct val="150000"/>
              </a:lnSpc>
              <a:spcBef>
                <a:spcPct val="0"/>
              </a:spcBef>
              <a:spcAft>
                <a:spcPct val="0"/>
              </a:spcAft>
            </a:pPr>
            <a:r>
              <a:rPr lang="zh-CN" altLang="en-US" sz="1600">
                <a:solidFill>
                  <a:schemeClr val="dk1">
                    <a:lumMod val="85000"/>
                    <a:lumOff val="15000"/>
                  </a:schemeClr>
                </a:solidFill>
                <a:latin typeface="黑体" panose="02010609060101010101" charset="-122"/>
                <a:ea typeface="黑体" panose="02010609060101010101" charset="-122"/>
                <a:cs typeface="+mn-ea"/>
              </a:rPr>
              <a:t>在供应链管理中，最大流模型帮助确定最优的货物分配和运输路径，以减少成本和时间。</a:t>
            </a:r>
            <a:endParaRPr lang="zh-CN" altLang="en-US" sz="1600">
              <a:solidFill>
                <a:schemeClr val="dk1">
                  <a:lumMod val="85000"/>
                  <a:lumOff val="15000"/>
                </a:schemeClr>
              </a:solidFill>
              <a:latin typeface="黑体" panose="02010609060101010101" charset="-122"/>
              <a:ea typeface="黑体" panose="02010609060101010101" charset="-122"/>
              <a:cs typeface="+mn-ea"/>
            </a:endParaRPr>
          </a:p>
        </p:txBody>
      </p:sp>
      <p:sp>
        <p:nvSpPr>
          <p:cNvPr id="20" name="矩形 19"/>
          <p:cNvSpPr/>
          <p:nvPr>
            <p:custDataLst>
              <p:tags r:id="rId15"/>
            </p:custDataLst>
          </p:nvPr>
        </p:nvSpPr>
        <p:spPr>
          <a:xfrm>
            <a:off x="6735076" y="3797153"/>
            <a:ext cx="1981479" cy="541986"/>
          </a:xfrm>
          <a:prstGeom prst="rect">
            <a:avLst/>
          </a:prstGeom>
          <a:noFill/>
        </p:spPr>
        <p:txBody>
          <a:bodyPr wrap="square" lIns="0" tIns="0" rIns="0" bIns="0" rtlCol="0" anchor="ctr">
            <a:noAutofit/>
          </a:bodyPr>
          <a:p>
            <a:pPr>
              <a:spcBef>
                <a:spcPct val="0"/>
              </a:spcBef>
              <a:spcAft>
                <a:spcPct val="0"/>
              </a:spcAft>
            </a:pPr>
            <a:r>
              <a:rPr lang="zh-CN" altLang="en-US" b="1" dirty="0">
                <a:solidFill>
                  <a:schemeClr val="dk1">
                    <a:lumMod val="100000"/>
                  </a:schemeClr>
                </a:solidFill>
                <a:latin typeface="+mn-ea"/>
                <a:cs typeface="+mn-ea"/>
              </a:rPr>
              <a:t>供应链物流优化</a:t>
            </a:r>
            <a:endParaRPr lang="zh-CN" altLang="en-US" b="1" dirty="0">
              <a:solidFill>
                <a:schemeClr val="dk1">
                  <a:lumMod val="100000"/>
                </a:schemeClr>
              </a:solidFill>
              <a:latin typeface="+mn-ea"/>
              <a:cs typeface="+mn-ea"/>
            </a:endParaRPr>
          </a:p>
        </p:txBody>
      </p:sp>
      <p:sp>
        <p:nvSpPr>
          <p:cNvPr id="21" name="Rectangle 41757_#color-886&amp;3357"/>
          <p:cNvSpPr/>
          <p:nvPr>
            <p:custDataLst>
              <p:tags r:id="rId16"/>
            </p:custDataLst>
          </p:nvPr>
        </p:nvSpPr>
        <p:spPr>
          <a:xfrm>
            <a:off x="9408160" y="3075940"/>
            <a:ext cx="2429510" cy="3077210"/>
          </a:xfrm>
          <a:prstGeom prst="roundRect">
            <a:avLst>
              <a:gd name="adj" fmla="val 9316"/>
            </a:avLst>
          </a:prstGeom>
          <a:solidFill>
            <a:schemeClr val="lt1"/>
          </a:solidFill>
          <a:ln w="3175" cap="flat" cmpd="sng" algn="ctr">
            <a:solidFill>
              <a:schemeClr val="accent1">
                <a:lumMod val="100000"/>
                <a:alpha val="20000"/>
              </a:schemeClr>
            </a:solidFill>
            <a:prstDash val="solid"/>
            <a:round/>
            <a:headEnd type="none" w="med" len="med"/>
            <a:tailEnd type="none" w="med" len="med"/>
          </a:ln>
          <a:effectLst>
            <a:outerShdw blurRad="508000" dist="76200" dir="5399999" algn="bl" rotWithShape="0">
              <a:schemeClr val="accent1">
                <a:alpha val="20000"/>
              </a:schemeClr>
            </a:outerShdw>
          </a:effectLst>
        </p:spPr>
        <p:txBody>
          <a:bodyPr/>
          <a:p>
            <a:endParaRPr lang="zh-CN" altLang="en-US"/>
          </a:p>
        </p:txBody>
      </p:sp>
      <p:sp>
        <p:nvSpPr>
          <p:cNvPr id="22" name="矩形 21"/>
          <p:cNvSpPr/>
          <p:nvPr>
            <p:custDataLst>
              <p:tags r:id="rId17"/>
            </p:custDataLst>
          </p:nvPr>
        </p:nvSpPr>
        <p:spPr>
          <a:xfrm>
            <a:off x="9641883" y="3336070"/>
            <a:ext cx="1982512" cy="461710"/>
          </a:xfrm>
          <a:prstGeom prst="rect">
            <a:avLst/>
          </a:prstGeom>
          <a:noFill/>
        </p:spPr>
        <p:txBody>
          <a:bodyPr wrap="none" lIns="0" tIns="0" rIns="0" bIns="0" rtlCol="0" anchor="ctr" anchorCtr="0">
            <a:noAutofit/>
          </a:bodyPr>
          <a:p>
            <a:pPr>
              <a:spcBef>
                <a:spcPct val="0"/>
              </a:spcBef>
              <a:spcAft>
                <a:spcPct val="0"/>
              </a:spcAft>
            </a:pPr>
            <a:r>
              <a:rPr lang="en-US" altLang="zh-CN" sz="3000" b="1">
                <a:solidFill>
                  <a:schemeClr val="accent1"/>
                </a:solidFill>
                <a:latin typeface="+mn-ea"/>
                <a:cs typeface="+mn-ea"/>
              </a:rPr>
              <a:t>03</a:t>
            </a:r>
            <a:endParaRPr lang="zh-CN" altLang="en-US" sz="3000" b="1">
              <a:solidFill>
                <a:schemeClr val="accent1"/>
              </a:solidFill>
              <a:latin typeface="+mn-ea"/>
              <a:cs typeface="+mn-ea"/>
            </a:endParaRPr>
          </a:p>
        </p:txBody>
      </p:sp>
      <p:sp>
        <p:nvSpPr>
          <p:cNvPr id="23" name="矩形 22"/>
          <p:cNvSpPr/>
          <p:nvPr>
            <p:custDataLst>
              <p:tags r:id="rId18"/>
            </p:custDataLst>
          </p:nvPr>
        </p:nvSpPr>
        <p:spPr>
          <a:xfrm>
            <a:off x="9653315" y="4338898"/>
            <a:ext cx="1982750" cy="1333688"/>
          </a:xfrm>
          <a:prstGeom prst="rect">
            <a:avLst/>
          </a:prstGeom>
          <a:noFill/>
        </p:spPr>
        <p:txBody>
          <a:bodyPr wrap="square" lIns="0" tIns="0" rIns="0" bIns="0" rtlCol="0" anchor="t">
            <a:noAutofit/>
          </a:bodyPr>
          <a:p>
            <a:pPr algn="just">
              <a:lnSpc>
                <a:spcPct val="150000"/>
              </a:lnSpc>
              <a:spcBef>
                <a:spcPct val="0"/>
              </a:spcBef>
              <a:spcAft>
                <a:spcPct val="0"/>
              </a:spcAft>
            </a:pPr>
            <a:r>
              <a:rPr lang="zh-CN" altLang="en-US" sz="1600">
                <a:solidFill>
                  <a:schemeClr val="dk1">
                    <a:lumMod val="85000"/>
                    <a:lumOff val="15000"/>
                  </a:schemeClr>
                </a:solidFill>
                <a:latin typeface="黑体" panose="02010609060101010101" charset="-122"/>
                <a:ea typeface="黑体" panose="02010609060101010101" charset="-122"/>
                <a:cs typeface="+mn-ea"/>
              </a:rPr>
              <a:t>互联网数据包的路由选择可应用最大流模型，以确保网络中数据传输的效率和稳定性。</a:t>
            </a:r>
            <a:endParaRPr lang="zh-CN" altLang="en-US" sz="1600">
              <a:solidFill>
                <a:schemeClr val="dk1">
                  <a:lumMod val="85000"/>
                  <a:lumOff val="15000"/>
                </a:schemeClr>
              </a:solidFill>
              <a:latin typeface="黑体" panose="02010609060101010101" charset="-122"/>
              <a:ea typeface="黑体" panose="02010609060101010101" charset="-122"/>
              <a:cs typeface="+mn-ea"/>
            </a:endParaRPr>
          </a:p>
        </p:txBody>
      </p:sp>
      <p:sp>
        <p:nvSpPr>
          <p:cNvPr id="24" name="矩形 23"/>
          <p:cNvSpPr/>
          <p:nvPr>
            <p:custDataLst>
              <p:tags r:id="rId19"/>
            </p:custDataLst>
          </p:nvPr>
        </p:nvSpPr>
        <p:spPr>
          <a:xfrm>
            <a:off x="9653315" y="3872721"/>
            <a:ext cx="1982512" cy="541986"/>
          </a:xfrm>
          <a:prstGeom prst="rect">
            <a:avLst/>
          </a:prstGeom>
          <a:noFill/>
        </p:spPr>
        <p:txBody>
          <a:bodyPr wrap="square" lIns="0" tIns="0" rIns="0" bIns="0" rtlCol="0" anchor="ctr">
            <a:noAutofit/>
          </a:bodyPr>
          <a:p>
            <a:pPr>
              <a:spcBef>
                <a:spcPct val="0"/>
              </a:spcBef>
              <a:spcAft>
                <a:spcPct val="0"/>
              </a:spcAft>
            </a:pPr>
            <a:r>
              <a:rPr lang="zh-CN" altLang="en-US" b="1" dirty="0">
                <a:solidFill>
                  <a:schemeClr val="dk1">
                    <a:lumMod val="100000"/>
                  </a:schemeClr>
                </a:solidFill>
                <a:latin typeface="+mn-ea"/>
                <a:cs typeface="+mn-ea"/>
              </a:rPr>
              <a:t>网络数据传输</a:t>
            </a:r>
            <a:endParaRPr lang="zh-CN" altLang="en-US" b="1" dirty="0">
              <a:solidFill>
                <a:schemeClr val="dk1">
                  <a:lumMod val="100000"/>
                </a:schemeClr>
              </a:solidFill>
              <a:latin typeface="+mn-ea"/>
              <a:cs typeface="+mn-ea"/>
            </a:endParaRPr>
          </a:p>
        </p:txBody>
      </p:sp>
    </p:spTree>
    <p:custDataLst>
      <p:tags r:id="rId20"/>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endParaRPr lang="zh-CN" altLang="en-US"/>
          </a:p>
        </p:txBody>
      </p:sp>
      <p:pic>
        <p:nvPicPr>
          <p:cNvPr id="3" name="图片 2"/>
          <p:cNvPicPr>
            <a:picLocks noChangeAspect="1"/>
          </p:cNvPicPr>
          <p:nvPr/>
        </p:nvPicPr>
        <p:blipFill>
          <a:blip r:embed="rId1"/>
          <a:stretch>
            <a:fillRect/>
          </a:stretch>
        </p:blipFill>
        <p:spPr>
          <a:xfrm>
            <a:off x="0" y="0"/>
            <a:ext cx="8044180" cy="3902075"/>
          </a:xfrm>
          <a:prstGeom prst="rect">
            <a:avLst/>
          </a:prstGeom>
        </p:spPr>
      </p:pic>
      <p:pic>
        <p:nvPicPr>
          <p:cNvPr id="4" name="图片 3"/>
          <p:cNvPicPr>
            <a:picLocks noChangeAspect="1"/>
          </p:cNvPicPr>
          <p:nvPr/>
        </p:nvPicPr>
        <p:blipFill>
          <a:blip r:embed="rId2"/>
          <a:stretch>
            <a:fillRect/>
          </a:stretch>
        </p:blipFill>
        <p:spPr>
          <a:xfrm>
            <a:off x="5913120" y="3430270"/>
            <a:ext cx="6278880" cy="3427730"/>
          </a:xfrm>
          <a:prstGeom prst="rect">
            <a:avLst/>
          </a:prstGeom>
        </p:spPr>
      </p:pic>
    </p:spTree>
    <p:custDataLst>
      <p:tags r:id="rId3"/>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pPr algn="ctr"/>
            <a:r>
              <a:rPr lang="zh-CN" altLang="en-US" sz="3600">
                <a:latin typeface="黑体" panose="02010609060101010101" charset="-122"/>
                <a:ea typeface="黑体" panose="02010609060101010101" charset="-122"/>
              </a:rPr>
              <a:t>最大流算法</a:t>
            </a:r>
            <a:endParaRPr lang="zh-CN" altLang="en-US" sz="3600">
              <a:latin typeface="黑体" panose="02010609060101010101" charset="-122"/>
              <a:ea typeface="黑体" panose="02010609060101010101" charset="-122"/>
            </a:endParaRPr>
          </a:p>
        </p:txBody>
      </p:sp>
      <p:pic>
        <p:nvPicPr>
          <p:cNvPr id="3" name="图片 2"/>
          <p:cNvPicPr>
            <a:picLocks noChangeAspect="1"/>
          </p:cNvPicPr>
          <p:nvPr/>
        </p:nvPicPr>
        <p:blipFill>
          <a:blip r:embed="rId1"/>
          <a:stretch>
            <a:fillRect/>
          </a:stretch>
        </p:blipFill>
        <p:spPr>
          <a:xfrm>
            <a:off x="695960" y="1273810"/>
            <a:ext cx="9515475" cy="3733800"/>
          </a:xfrm>
          <a:prstGeom prst="rect">
            <a:avLst/>
          </a:prstGeom>
        </p:spPr>
      </p:pic>
    </p:spTree>
    <p:custDataLst>
      <p:tags r:id="rId2"/>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pPr algn="ctr"/>
            <a:r>
              <a:rPr lang="zh-CN" altLang="en-US" sz="3600">
                <a:latin typeface="黑体" panose="02010609060101010101" charset="-122"/>
                <a:ea typeface="黑体" panose="02010609060101010101" charset="-122"/>
              </a:rPr>
              <a:t>增广路径</a:t>
            </a:r>
            <a:endParaRPr lang="zh-CN" altLang="en-US"/>
          </a:p>
        </p:txBody>
      </p:sp>
      <p:pic>
        <p:nvPicPr>
          <p:cNvPr id="3" name="图片 2"/>
          <p:cNvPicPr>
            <a:picLocks noChangeAspect="1"/>
          </p:cNvPicPr>
          <p:nvPr/>
        </p:nvPicPr>
        <p:blipFill>
          <a:blip r:embed="rId1"/>
          <a:stretch>
            <a:fillRect/>
          </a:stretch>
        </p:blipFill>
        <p:spPr>
          <a:xfrm>
            <a:off x="604520" y="1416050"/>
            <a:ext cx="9829800" cy="4848225"/>
          </a:xfrm>
          <a:prstGeom prst="rect">
            <a:avLst/>
          </a:prstGeom>
        </p:spPr>
      </p:pic>
    </p:spTree>
    <p:custDataLst>
      <p:tags r:id="rId2"/>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pPr algn="ctr"/>
            <a:r>
              <a:rPr lang="zh-CN" altLang="en-US" sz="3600">
                <a:latin typeface="黑体" panose="02010609060101010101" charset="-122"/>
                <a:ea typeface="黑体" panose="02010609060101010101" charset="-122"/>
              </a:rPr>
              <a:t>沿增广路径增广</a:t>
            </a:r>
            <a:endParaRPr lang="zh-CN" altLang="en-US" sz="3600">
              <a:latin typeface="黑体" panose="02010609060101010101" charset="-122"/>
              <a:ea typeface="黑体" panose="02010609060101010101" charset="-122"/>
            </a:endParaRPr>
          </a:p>
        </p:txBody>
      </p:sp>
      <p:pic>
        <p:nvPicPr>
          <p:cNvPr id="3" name="图片 2"/>
          <p:cNvPicPr>
            <a:picLocks noChangeAspect="1"/>
          </p:cNvPicPr>
          <p:nvPr/>
        </p:nvPicPr>
        <p:blipFill>
          <a:blip r:embed="rId1"/>
          <a:stretch>
            <a:fillRect/>
          </a:stretch>
        </p:blipFill>
        <p:spPr>
          <a:xfrm>
            <a:off x="695960" y="1080135"/>
            <a:ext cx="9648825" cy="4933950"/>
          </a:xfrm>
          <a:prstGeom prst="rect">
            <a:avLst/>
          </a:prstGeom>
        </p:spPr>
      </p:pic>
      <p:pic>
        <p:nvPicPr>
          <p:cNvPr id="4" name="图片 3"/>
          <p:cNvPicPr>
            <a:picLocks noChangeAspect="1"/>
          </p:cNvPicPr>
          <p:nvPr/>
        </p:nvPicPr>
        <p:blipFill>
          <a:blip r:embed="rId2"/>
          <a:stretch>
            <a:fillRect/>
          </a:stretch>
        </p:blipFill>
        <p:spPr>
          <a:xfrm>
            <a:off x="1192530" y="6014085"/>
            <a:ext cx="4724400" cy="523875"/>
          </a:xfrm>
          <a:prstGeom prst="rect">
            <a:avLst/>
          </a:prstGeom>
        </p:spPr>
      </p:pic>
    </p:spTree>
    <p:custDataLst>
      <p:tags r:id="rId3"/>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endParaRPr lang="zh-CN" altLang="en-US"/>
          </a:p>
        </p:txBody>
      </p:sp>
      <p:pic>
        <p:nvPicPr>
          <p:cNvPr id="3" name="图片 2"/>
          <p:cNvPicPr>
            <a:picLocks noChangeAspect="1"/>
          </p:cNvPicPr>
          <p:nvPr/>
        </p:nvPicPr>
        <p:blipFill>
          <a:blip r:embed="rId1"/>
          <a:stretch>
            <a:fillRect/>
          </a:stretch>
        </p:blipFill>
        <p:spPr>
          <a:xfrm>
            <a:off x="0" y="0"/>
            <a:ext cx="9955530" cy="3705225"/>
          </a:xfrm>
          <a:prstGeom prst="rect">
            <a:avLst/>
          </a:prstGeom>
        </p:spPr>
      </p:pic>
      <p:pic>
        <p:nvPicPr>
          <p:cNvPr id="4" name="图片 3"/>
          <p:cNvPicPr>
            <a:picLocks noChangeAspect="1"/>
          </p:cNvPicPr>
          <p:nvPr/>
        </p:nvPicPr>
        <p:blipFill>
          <a:blip r:embed="rId2"/>
          <a:stretch>
            <a:fillRect/>
          </a:stretch>
        </p:blipFill>
        <p:spPr>
          <a:xfrm>
            <a:off x="267335" y="3705860"/>
            <a:ext cx="5786755" cy="3152140"/>
          </a:xfrm>
          <a:prstGeom prst="rect">
            <a:avLst/>
          </a:prstGeom>
        </p:spPr>
      </p:pic>
    </p:spTree>
    <p:custDataLst>
      <p:tags r:id="rId3"/>
    </p:custData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endParaRPr lang="zh-CN" altLang="en-US"/>
          </a:p>
        </p:txBody>
      </p:sp>
      <p:pic>
        <p:nvPicPr>
          <p:cNvPr id="3" name="图片 2"/>
          <p:cNvPicPr>
            <a:picLocks noChangeAspect="1"/>
          </p:cNvPicPr>
          <p:nvPr/>
        </p:nvPicPr>
        <p:blipFill>
          <a:blip r:embed="rId1"/>
          <a:stretch>
            <a:fillRect/>
          </a:stretch>
        </p:blipFill>
        <p:spPr>
          <a:xfrm>
            <a:off x="0" y="0"/>
            <a:ext cx="5266690" cy="3623945"/>
          </a:xfrm>
          <a:prstGeom prst="rect">
            <a:avLst/>
          </a:prstGeom>
        </p:spPr>
      </p:pic>
      <p:pic>
        <p:nvPicPr>
          <p:cNvPr id="4" name="图片 3"/>
          <p:cNvPicPr>
            <a:picLocks noChangeAspect="1"/>
          </p:cNvPicPr>
          <p:nvPr/>
        </p:nvPicPr>
        <p:blipFill>
          <a:blip r:embed="rId2"/>
          <a:stretch>
            <a:fillRect/>
          </a:stretch>
        </p:blipFill>
        <p:spPr>
          <a:xfrm>
            <a:off x="160655" y="3510915"/>
            <a:ext cx="5026660" cy="3347085"/>
          </a:xfrm>
          <a:prstGeom prst="rect">
            <a:avLst/>
          </a:prstGeom>
        </p:spPr>
      </p:pic>
      <p:pic>
        <p:nvPicPr>
          <p:cNvPr id="5" name="图片 4"/>
          <p:cNvPicPr>
            <a:picLocks noChangeAspect="1"/>
          </p:cNvPicPr>
          <p:nvPr/>
        </p:nvPicPr>
        <p:blipFill>
          <a:blip r:embed="rId3"/>
          <a:stretch>
            <a:fillRect/>
          </a:stretch>
        </p:blipFill>
        <p:spPr>
          <a:xfrm>
            <a:off x="6879590" y="1080135"/>
            <a:ext cx="4152900" cy="4943475"/>
          </a:xfrm>
          <a:prstGeom prst="rect">
            <a:avLst/>
          </a:prstGeom>
        </p:spPr>
      </p:pic>
    </p:spTree>
    <p:custDataLst>
      <p:tags r:id="rId4"/>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endParaRPr lang="zh-CN" altLang="en-US"/>
          </a:p>
        </p:txBody>
      </p:sp>
      <p:pic>
        <p:nvPicPr>
          <p:cNvPr id="3" name="图片 2"/>
          <p:cNvPicPr>
            <a:picLocks noChangeAspect="1"/>
          </p:cNvPicPr>
          <p:nvPr/>
        </p:nvPicPr>
        <p:blipFill>
          <a:blip r:embed="rId1"/>
          <a:stretch>
            <a:fillRect/>
          </a:stretch>
        </p:blipFill>
        <p:spPr>
          <a:xfrm>
            <a:off x="0" y="0"/>
            <a:ext cx="5182235" cy="3300095"/>
          </a:xfrm>
          <a:prstGeom prst="rect">
            <a:avLst/>
          </a:prstGeom>
        </p:spPr>
      </p:pic>
      <p:pic>
        <p:nvPicPr>
          <p:cNvPr id="4" name="图片 3"/>
          <p:cNvPicPr>
            <a:picLocks noChangeAspect="1"/>
          </p:cNvPicPr>
          <p:nvPr/>
        </p:nvPicPr>
        <p:blipFill>
          <a:blip r:embed="rId2"/>
          <a:stretch>
            <a:fillRect/>
          </a:stretch>
        </p:blipFill>
        <p:spPr>
          <a:xfrm>
            <a:off x="72390" y="3259455"/>
            <a:ext cx="5248275" cy="3411220"/>
          </a:xfrm>
          <a:prstGeom prst="rect">
            <a:avLst/>
          </a:prstGeom>
        </p:spPr>
      </p:pic>
      <p:pic>
        <p:nvPicPr>
          <p:cNvPr id="5" name="图片 4"/>
          <p:cNvPicPr>
            <a:picLocks noChangeAspect="1"/>
          </p:cNvPicPr>
          <p:nvPr/>
        </p:nvPicPr>
        <p:blipFill>
          <a:blip r:embed="rId3"/>
          <a:stretch>
            <a:fillRect/>
          </a:stretch>
        </p:blipFill>
        <p:spPr>
          <a:xfrm>
            <a:off x="6083935" y="360045"/>
            <a:ext cx="4962525" cy="6210300"/>
          </a:xfrm>
          <a:prstGeom prst="rect">
            <a:avLst/>
          </a:prstGeom>
        </p:spPr>
      </p:pic>
    </p:spTree>
    <p:custDataLst>
      <p:tags r:id="rId4"/>
    </p:custData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2" name="标题 1"/>
          <p:cNvSpPr>
            <a:spLocks noGrp="1"/>
          </p:cNvSpPr>
          <p:nvPr>
            <p:ph type="title"/>
          </p:nvPr>
        </p:nvSpPr>
        <p:spPr/>
        <p:txBody>
          <a:bodyPr/>
          <a:p>
            <a:endParaRPr lang="zh-CN" altLang="en-US"/>
          </a:p>
        </p:txBody>
      </p:sp>
      <p:pic>
        <p:nvPicPr>
          <p:cNvPr id="3" name="图片 2"/>
          <p:cNvPicPr>
            <a:picLocks noChangeAspect="1"/>
          </p:cNvPicPr>
          <p:nvPr/>
        </p:nvPicPr>
        <p:blipFill>
          <a:blip r:embed="rId1"/>
          <a:stretch>
            <a:fillRect/>
          </a:stretch>
        </p:blipFill>
        <p:spPr>
          <a:xfrm>
            <a:off x="0" y="0"/>
            <a:ext cx="5852160" cy="3615055"/>
          </a:xfrm>
          <a:prstGeom prst="rect">
            <a:avLst/>
          </a:prstGeom>
        </p:spPr>
      </p:pic>
      <p:pic>
        <p:nvPicPr>
          <p:cNvPr id="4" name="图片 3"/>
          <p:cNvPicPr>
            <a:picLocks noChangeAspect="1"/>
          </p:cNvPicPr>
          <p:nvPr/>
        </p:nvPicPr>
        <p:blipFill>
          <a:blip r:embed="rId2"/>
          <a:stretch>
            <a:fillRect/>
          </a:stretch>
        </p:blipFill>
        <p:spPr>
          <a:xfrm>
            <a:off x="0" y="3615055"/>
            <a:ext cx="5852160" cy="3220085"/>
          </a:xfrm>
          <a:prstGeom prst="rect">
            <a:avLst/>
          </a:prstGeom>
        </p:spPr>
      </p:pic>
      <p:pic>
        <p:nvPicPr>
          <p:cNvPr id="5" name="图片 4"/>
          <p:cNvPicPr>
            <a:picLocks noChangeAspect="1"/>
          </p:cNvPicPr>
          <p:nvPr/>
        </p:nvPicPr>
        <p:blipFill>
          <a:blip r:embed="rId3"/>
          <a:stretch>
            <a:fillRect/>
          </a:stretch>
        </p:blipFill>
        <p:spPr>
          <a:xfrm>
            <a:off x="6811010" y="1080135"/>
            <a:ext cx="4210050" cy="4495800"/>
          </a:xfrm>
          <a:prstGeom prst="rect">
            <a:avLst/>
          </a:prstGeom>
        </p:spPr>
      </p:pic>
    </p:spTree>
    <p:custDataLst>
      <p:tags r:id="rId4"/>
    </p:custData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sp>
        <p:nvSpPr>
          <p:cNvPr id="3" name="文本框 2"/>
          <p:cNvSpPr txBox="1"/>
          <p:nvPr/>
        </p:nvSpPr>
        <p:spPr>
          <a:xfrm>
            <a:off x="483235" y="198120"/>
            <a:ext cx="5751830" cy="6739255"/>
          </a:xfrm>
          <a:prstGeom prst="rect">
            <a:avLst/>
          </a:prstGeom>
          <a:noFill/>
        </p:spPr>
        <p:txBody>
          <a:bodyPr wrap="square" rtlCol="0">
            <a:spAutoFit/>
          </a:bodyPr>
          <a:p>
            <a:r>
              <a:rPr lang="en-US" altLang="zh-CN" sz="1600" b="1">
                <a:latin typeface="黑体" panose="02010609060101010101" charset="-122"/>
                <a:ea typeface="黑体" panose="02010609060101010101" charset="-122"/>
                <a:cs typeface="黑体" panose="02010609060101010101" charset="-122"/>
              </a:rPr>
              <a:t>import networkx as nx</a:t>
            </a:r>
            <a:endParaRPr lang="en-US" altLang="zh-CN" sz="1600" b="1">
              <a:latin typeface="黑体" panose="02010609060101010101" charset="-122"/>
              <a:ea typeface="黑体" panose="02010609060101010101" charset="-122"/>
              <a:cs typeface="黑体" panose="02010609060101010101" charset="-122"/>
            </a:endParaRPr>
          </a:p>
          <a:p>
            <a:r>
              <a:rPr lang="en-US" altLang="zh-CN" sz="1600" b="1">
                <a:latin typeface="黑体" panose="02010609060101010101" charset="-122"/>
                <a:ea typeface="黑体" panose="02010609060101010101" charset="-122"/>
                <a:cs typeface="黑体" panose="02010609060101010101" charset="-122"/>
              </a:rPr>
              <a:t># </a:t>
            </a:r>
            <a:r>
              <a:rPr lang="zh-CN" altLang="en-US" sz="1600" b="1">
                <a:latin typeface="黑体" panose="02010609060101010101" charset="-122"/>
                <a:ea typeface="黑体" panose="02010609060101010101" charset="-122"/>
                <a:cs typeface="黑体" panose="02010609060101010101" charset="-122"/>
              </a:rPr>
              <a:t>创建有向图</a:t>
            </a:r>
            <a:endParaRPr lang="zh-CN" altLang="en-US" sz="1600" b="1">
              <a:latin typeface="黑体" panose="02010609060101010101" charset="-122"/>
              <a:ea typeface="黑体" panose="02010609060101010101" charset="-122"/>
              <a:cs typeface="黑体" panose="02010609060101010101" charset="-122"/>
            </a:endParaRPr>
          </a:p>
          <a:p>
            <a:r>
              <a:rPr lang="en-US" altLang="zh-CN" sz="1600" b="1">
                <a:latin typeface="黑体" panose="02010609060101010101" charset="-122"/>
                <a:ea typeface="黑体" panose="02010609060101010101" charset="-122"/>
                <a:cs typeface="黑体" panose="02010609060101010101" charset="-122"/>
              </a:rPr>
              <a:t>G = nx.DiGraph()</a:t>
            </a:r>
            <a:endParaRPr lang="en-US" altLang="zh-CN" sz="1600" b="1">
              <a:latin typeface="黑体" panose="02010609060101010101" charset="-122"/>
              <a:ea typeface="黑体" panose="02010609060101010101" charset="-122"/>
              <a:cs typeface="黑体" panose="02010609060101010101" charset="-122"/>
            </a:endParaRPr>
          </a:p>
          <a:p>
            <a:r>
              <a:rPr lang="en-US" altLang="zh-CN" sz="1600" b="1">
                <a:latin typeface="黑体" panose="02010609060101010101" charset="-122"/>
                <a:ea typeface="黑体" panose="02010609060101010101" charset="-122"/>
                <a:cs typeface="黑体" panose="02010609060101010101" charset="-122"/>
              </a:rPr>
              <a:t># </a:t>
            </a:r>
            <a:r>
              <a:rPr lang="zh-CN" altLang="en-US" sz="1600" b="1">
                <a:latin typeface="黑体" panose="02010609060101010101" charset="-122"/>
                <a:ea typeface="黑体" panose="02010609060101010101" charset="-122"/>
                <a:cs typeface="黑体" panose="02010609060101010101" charset="-122"/>
              </a:rPr>
              <a:t>添加节点</a:t>
            </a:r>
            <a:endParaRPr lang="zh-CN" altLang="en-US" sz="1600" b="1">
              <a:latin typeface="黑体" panose="02010609060101010101" charset="-122"/>
              <a:ea typeface="黑体" panose="02010609060101010101" charset="-122"/>
              <a:cs typeface="黑体" panose="02010609060101010101" charset="-122"/>
            </a:endParaRPr>
          </a:p>
          <a:p>
            <a:r>
              <a:rPr lang="en-US" altLang="zh-CN" sz="1600" b="1">
                <a:latin typeface="黑体" panose="02010609060101010101" charset="-122"/>
                <a:ea typeface="黑体" panose="02010609060101010101" charset="-122"/>
                <a:cs typeface="黑体" panose="02010609060101010101" charset="-122"/>
              </a:rPr>
              <a:t>nodes = ['s', 'a', 'b', 'c', 't']</a:t>
            </a:r>
            <a:endParaRPr lang="en-US" altLang="zh-CN" sz="1600" b="1">
              <a:latin typeface="黑体" panose="02010609060101010101" charset="-122"/>
              <a:ea typeface="黑体" panose="02010609060101010101" charset="-122"/>
              <a:cs typeface="黑体" panose="02010609060101010101" charset="-122"/>
            </a:endParaRPr>
          </a:p>
          <a:p>
            <a:r>
              <a:rPr lang="en-US" altLang="zh-CN" sz="1600" b="1">
                <a:latin typeface="黑体" panose="02010609060101010101" charset="-122"/>
                <a:ea typeface="黑体" panose="02010609060101010101" charset="-122"/>
                <a:cs typeface="黑体" panose="02010609060101010101" charset="-122"/>
              </a:rPr>
              <a:t>G.add_nodes_from(nodes)</a:t>
            </a:r>
            <a:endParaRPr lang="en-US" altLang="zh-CN" sz="1600" b="1">
              <a:latin typeface="黑体" panose="02010609060101010101" charset="-122"/>
              <a:ea typeface="黑体" panose="02010609060101010101" charset="-122"/>
              <a:cs typeface="黑体" panose="02010609060101010101" charset="-122"/>
            </a:endParaRPr>
          </a:p>
          <a:p>
            <a:r>
              <a:rPr lang="en-US" altLang="zh-CN" sz="1600" b="1">
                <a:latin typeface="黑体" panose="02010609060101010101" charset="-122"/>
                <a:ea typeface="黑体" panose="02010609060101010101" charset="-122"/>
                <a:cs typeface="黑体" panose="02010609060101010101" charset="-122"/>
              </a:rPr>
              <a:t># </a:t>
            </a:r>
            <a:r>
              <a:rPr lang="zh-CN" altLang="en-US" sz="1600" b="1">
                <a:latin typeface="黑体" panose="02010609060101010101" charset="-122"/>
                <a:ea typeface="黑体" panose="02010609060101010101" charset="-122"/>
                <a:cs typeface="黑体" panose="02010609060101010101" charset="-122"/>
              </a:rPr>
              <a:t>添加边及对应的容量属性</a:t>
            </a:r>
            <a:endParaRPr lang="zh-CN" altLang="en-US" sz="1600" b="1">
              <a:latin typeface="黑体" panose="02010609060101010101" charset="-122"/>
              <a:ea typeface="黑体" panose="02010609060101010101" charset="-122"/>
              <a:cs typeface="黑体" panose="02010609060101010101" charset="-122"/>
            </a:endParaRPr>
          </a:p>
          <a:p>
            <a:r>
              <a:rPr lang="en-US" altLang="zh-CN" sz="1600" b="1">
                <a:latin typeface="黑体" panose="02010609060101010101" charset="-122"/>
                <a:ea typeface="黑体" panose="02010609060101010101" charset="-122"/>
                <a:cs typeface="黑体" panose="02010609060101010101" charset="-122"/>
              </a:rPr>
              <a:t>edges = [('s', 'a', 10), ('s', 'b', 5), ('a', 'c', 12), ('b', 'c', 4), ('c', 't', 15)]</a:t>
            </a:r>
            <a:endParaRPr lang="en-US" altLang="zh-CN" sz="1600" b="1">
              <a:latin typeface="黑体" panose="02010609060101010101" charset="-122"/>
              <a:ea typeface="黑体" panose="02010609060101010101" charset="-122"/>
              <a:cs typeface="黑体" panose="02010609060101010101" charset="-122"/>
            </a:endParaRPr>
          </a:p>
          <a:p>
            <a:r>
              <a:rPr lang="en-US" altLang="zh-CN" sz="1600" b="1">
                <a:latin typeface="黑体" panose="02010609060101010101" charset="-122"/>
                <a:ea typeface="黑体" panose="02010609060101010101" charset="-122"/>
                <a:cs typeface="黑体" panose="02010609060101010101" charset="-122"/>
              </a:rPr>
              <a:t>for edge in edges:</a:t>
            </a:r>
            <a:endParaRPr lang="en-US" altLang="zh-CN" sz="1600" b="1">
              <a:latin typeface="黑体" panose="02010609060101010101" charset="-122"/>
              <a:ea typeface="黑体" panose="02010609060101010101" charset="-122"/>
              <a:cs typeface="黑体" panose="02010609060101010101" charset="-122"/>
            </a:endParaRPr>
          </a:p>
          <a:p>
            <a:r>
              <a:rPr lang="en-US" altLang="zh-CN" sz="1600" b="1">
                <a:latin typeface="黑体" panose="02010609060101010101" charset="-122"/>
                <a:ea typeface="黑体" panose="02010609060101010101" charset="-122"/>
                <a:cs typeface="黑体" panose="02010609060101010101" charset="-122"/>
              </a:rPr>
              <a:t>    u, v, capacity = edge</a:t>
            </a:r>
            <a:endParaRPr lang="en-US" altLang="zh-CN" sz="1600" b="1">
              <a:latin typeface="黑体" panose="02010609060101010101" charset="-122"/>
              <a:ea typeface="黑体" panose="02010609060101010101" charset="-122"/>
              <a:cs typeface="黑体" panose="02010609060101010101" charset="-122"/>
            </a:endParaRPr>
          </a:p>
          <a:p>
            <a:r>
              <a:rPr lang="en-US" altLang="zh-CN" sz="1600" b="1">
                <a:latin typeface="黑体" panose="02010609060101010101" charset="-122"/>
                <a:ea typeface="黑体" panose="02010609060101010101" charset="-122"/>
                <a:cs typeface="黑体" panose="02010609060101010101" charset="-122"/>
              </a:rPr>
              <a:t>    G.add_edge(u, v, capacity=capacity)</a:t>
            </a:r>
            <a:endParaRPr lang="en-US" altLang="zh-CN" sz="1600" b="1">
              <a:latin typeface="黑体" panose="02010609060101010101" charset="-122"/>
              <a:ea typeface="黑体" panose="02010609060101010101" charset="-122"/>
              <a:cs typeface="黑体" panose="02010609060101010101" charset="-122"/>
            </a:endParaRPr>
          </a:p>
          <a:p>
            <a:r>
              <a:rPr lang="en-US" altLang="zh-CN" sz="1600" b="1">
                <a:latin typeface="黑体" panose="02010609060101010101" charset="-122"/>
                <a:ea typeface="黑体" panose="02010609060101010101" charset="-122"/>
                <a:cs typeface="黑体" panose="02010609060101010101" charset="-122"/>
              </a:rPr>
              <a:t># </a:t>
            </a:r>
            <a:r>
              <a:rPr lang="zh-CN" altLang="en-US" sz="1600" b="1">
                <a:latin typeface="黑体" panose="02010609060101010101" charset="-122"/>
                <a:ea typeface="黑体" panose="02010609060101010101" charset="-122"/>
                <a:cs typeface="黑体" panose="02010609060101010101" charset="-122"/>
              </a:rPr>
              <a:t>深度优先搜索找增广路径</a:t>
            </a:r>
            <a:endParaRPr lang="zh-CN" altLang="en-US" sz="1600" b="1">
              <a:latin typeface="黑体" panose="02010609060101010101" charset="-122"/>
              <a:ea typeface="黑体" panose="02010609060101010101" charset="-122"/>
              <a:cs typeface="黑体" panose="02010609060101010101" charset="-122"/>
            </a:endParaRPr>
          </a:p>
          <a:p>
            <a:r>
              <a:rPr lang="en-US" altLang="zh-CN" sz="1600" b="1">
                <a:latin typeface="黑体" panose="02010609060101010101" charset="-122"/>
                <a:ea typeface="黑体" panose="02010609060101010101" charset="-122"/>
                <a:cs typeface="黑体" panose="02010609060101010101" charset="-122"/>
              </a:rPr>
              <a:t>def dfs(G, s, t, flow, path):</a:t>
            </a:r>
            <a:endParaRPr lang="en-US" altLang="zh-CN" sz="1600" b="1">
              <a:latin typeface="黑体" panose="02010609060101010101" charset="-122"/>
              <a:ea typeface="黑体" panose="02010609060101010101" charset="-122"/>
              <a:cs typeface="黑体" panose="02010609060101010101" charset="-122"/>
            </a:endParaRPr>
          </a:p>
          <a:p>
            <a:r>
              <a:rPr lang="en-US" altLang="zh-CN" sz="1600" b="1">
                <a:latin typeface="黑体" panose="02010609060101010101" charset="-122"/>
                <a:ea typeface="黑体" panose="02010609060101010101" charset="-122"/>
                <a:cs typeface="黑体" panose="02010609060101010101" charset="-122"/>
              </a:rPr>
              <a:t>    if s == t:</a:t>
            </a:r>
            <a:endParaRPr lang="en-US" altLang="zh-CN" sz="1600" b="1">
              <a:latin typeface="黑体" panose="02010609060101010101" charset="-122"/>
              <a:ea typeface="黑体" panose="02010609060101010101" charset="-122"/>
              <a:cs typeface="黑体" panose="02010609060101010101" charset="-122"/>
            </a:endParaRPr>
          </a:p>
          <a:p>
            <a:r>
              <a:rPr lang="en-US" altLang="zh-CN" sz="1600" b="1">
                <a:latin typeface="黑体" panose="02010609060101010101" charset="-122"/>
                <a:ea typeface="黑体" panose="02010609060101010101" charset="-122"/>
                <a:cs typeface="黑体" panose="02010609060101010101" charset="-122"/>
              </a:rPr>
              <a:t>        return min(flow, min([path[u][v] for u, v in zip(path[:-1], path[1:])]))</a:t>
            </a:r>
            <a:endParaRPr lang="en-US" altLang="zh-CN" sz="1600" b="1">
              <a:latin typeface="黑体" panose="02010609060101010101" charset="-122"/>
              <a:ea typeface="黑体" panose="02010609060101010101" charset="-122"/>
              <a:cs typeface="黑体" panose="02010609060101010101" charset="-122"/>
            </a:endParaRPr>
          </a:p>
          <a:p>
            <a:r>
              <a:rPr lang="en-US" altLang="zh-CN" sz="1600" b="1">
                <a:latin typeface="黑体" panose="02010609060101010101" charset="-122"/>
                <a:ea typeface="黑体" panose="02010609060101010101" charset="-122"/>
                <a:cs typeface="黑体" panose="02010609060101010101" charset="-122"/>
              </a:rPr>
              <a:t>    for neighbor in G.neighbors(s):</a:t>
            </a:r>
            <a:endParaRPr lang="en-US" altLang="zh-CN" sz="1600" b="1">
              <a:latin typeface="黑体" panose="02010609060101010101" charset="-122"/>
              <a:ea typeface="黑体" panose="02010609060101010101" charset="-122"/>
              <a:cs typeface="黑体" panose="02010609060101010101" charset="-122"/>
            </a:endParaRPr>
          </a:p>
          <a:p>
            <a:r>
              <a:rPr lang="en-US" altLang="zh-CN" sz="1600" b="1">
                <a:latin typeface="黑体" panose="02010609060101010101" charset="-122"/>
                <a:ea typeface="黑体" panose="02010609060101010101" charset="-122"/>
                <a:cs typeface="黑体" panose="02010609060101010101" charset="-122"/>
              </a:rPr>
              <a:t>        if (neighbor not in path) and G[s][neighbor]['capacity'] - flow &gt; 0:</a:t>
            </a:r>
            <a:endParaRPr lang="en-US" altLang="zh-CN" sz="1600" b="1">
              <a:latin typeface="黑体" panose="02010609060101010101" charset="-122"/>
              <a:ea typeface="黑体" panose="02010609060101010101" charset="-122"/>
              <a:cs typeface="黑体" panose="02010609060101010101" charset="-122"/>
            </a:endParaRPr>
          </a:p>
          <a:p>
            <a:r>
              <a:rPr lang="en-US" altLang="zh-CN" sz="1600" b="1">
                <a:latin typeface="黑体" panose="02010609060101010101" charset="-122"/>
                <a:ea typeface="黑体" panose="02010609060101010101" charset="-122"/>
                <a:cs typeface="黑体" panose="02010609060101010101" charset="-122"/>
              </a:rPr>
              <a:t>            path.append(neighbor)</a:t>
            </a:r>
            <a:endParaRPr lang="en-US" altLang="zh-CN" sz="1600" b="1">
              <a:latin typeface="黑体" panose="02010609060101010101" charset="-122"/>
              <a:ea typeface="黑体" panose="02010609060101010101" charset="-122"/>
              <a:cs typeface="黑体" panose="02010609060101010101" charset="-122"/>
            </a:endParaRPr>
          </a:p>
          <a:p>
            <a:r>
              <a:rPr lang="en-US" altLang="zh-CN" sz="1600" b="1">
                <a:latin typeface="黑体" panose="02010609060101010101" charset="-122"/>
                <a:ea typeface="黑体" panose="02010609060101010101" charset="-122"/>
                <a:cs typeface="黑体" panose="02010609060101010101" charset="-122"/>
              </a:rPr>
              <a:t>            bottleneck = dfs(G, neighbor, t, flow, path)</a:t>
            </a:r>
            <a:endParaRPr lang="en-US" altLang="zh-CN" sz="1600" b="1">
              <a:latin typeface="黑体" panose="02010609060101010101" charset="-122"/>
              <a:ea typeface="黑体" panose="02010609060101010101" charset="-122"/>
              <a:cs typeface="黑体" panose="02010609060101010101" charset="-122"/>
            </a:endParaRPr>
          </a:p>
          <a:p>
            <a:r>
              <a:rPr lang="en-US" altLang="zh-CN" sz="1600" b="1">
                <a:latin typeface="黑体" panose="02010609060101010101" charset="-122"/>
                <a:ea typeface="黑体" panose="02010609060101010101" charset="-122"/>
                <a:cs typeface="黑体" panose="02010609060101010101" charset="-122"/>
              </a:rPr>
              <a:t>            if bottleneck &gt; 0:</a:t>
            </a:r>
            <a:endParaRPr lang="en-US" altLang="zh-CN" sz="1600" b="1">
              <a:latin typeface="黑体" panose="02010609060101010101" charset="-122"/>
              <a:ea typeface="黑体" panose="02010609060101010101" charset="-122"/>
              <a:cs typeface="黑体" panose="02010609060101010101" charset="-122"/>
            </a:endParaRPr>
          </a:p>
          <a:p>
            <a:r>
              <a:rPr lang="en-US" altLang="zh-CN" sz="1600" b="1">
                <a:latin typeface="黑体" panose="02010609060101010101" charset="-122"/>
                <a:ea typeface="黑体" panose="02010609060101010101" charset="-122"/>
                <a:cs typeface="黑体" panose="02010609060101010101" charset="-122"/>
              </a:rPr>
              <a:t>                return bottleneck</a:t>
            </a:r>
            <a:endParaRPr lang="en-US" altLang="zh-CN" sz="1600" b="1">
              <a:latin typeface="黑体" panose="02010609060101010101" charset="-122"/>
              <a:ea typeface="黑体" panose="02010609060101010101" charset="-122"/>
              <a:cs typeface="黑体" panose="02010609060101010101" charset="-122"/>
            </a:endParaRPr>
          </a:p>
          <a:p>
            <a:r>
              <a:rPr lang="en-US" altLang="zh-CN" sz="1600" b="1">
                <a:latin typeface="黑体" panose="02010609060101010101" charset="-122"/>
                <a:ea typeface="黑体" panose="02010609060101010101" charset="-122"/>
                <a:cs typeface="黑体" panose="02010609060101010101" charset="-122"/>
              </a:rPr>
              <a:t>            path.pop()</a:t>
            </a:r>
            <a:endParaRPr lang="en-US" altLang="zh-CN" sz="1600" b="1">
              <a:latin typeface="黑体" panose="02010609060101010101" charset="-122"/>
              <a:ea typeface="黑体" panose="02010609060101010101" charset="-122"/>
              <a:cs typeface="黑体" panose="02010609060101010101" charset="-122"/>
            </a:endParaRPr>
          </a:p>
          <a:p>
            <a:r>
              <a:rPr lang="en-US" altLang="zh-CN" sz="1600" b="1">
                <a:latin typeface="黑体" panose="02010609060101010101" charset="-122"/>
                <a:ea typeface="黑体" panose="02010609060101010101" charset="-122"/>
                <a:cs typeface="黑体" panose="02010609060101010101" charset="-122"/>
              </a:rPr>
              <a:t>    return 0</a:t>
            </a:r>
            <a:endParaRPr lang="en-US" altLang="zh-CN" sz="1000" b="1">
              <a:latin typeface="黑体" panose="02010609060101010101" charset="-122"/>
              <a:ea typeface="黑体" panose="02010609060101010101" charset="-122"/>
              <a:cs typeface="黑体" panose="02010609060101010101" charset="-122"/>
            </a:endParaRPr>
          </a:p>
        </p:txBody>
      </p:sp>
      <p:sp>
        <p:nvSpPr>
          <p:cNvPr id="4" name="文本框 3"/>
          <p:cNvSpPr txBox="1"/>
          <p:nvPr/>
        </p:nvSpPr>
        <p:spPr>
          <a:xfrm>
            <a:off x="6708140" y="360045"/>
            <a:ext cx="4886960" cy="6308725"/>
          </a:xfrm>
          <a:prstGeom prst="rect">
            <a:avLst/>
          </a:prstGeom>
          <a:noFill/>
        </p:spPr>
        <p:txBody>
          <a:bodyPr wrap="square" rtlCol="0">
            <a:spAutoFit/>
          </a:bodyPr>
          <a:p>
            <a:r>
              <a:rPr lang="en-US" altLang="zh-CN" sz="1600" b="1">
                <a:latin typeface="黑体" panose="02010609060101010101" charset="-122"/>
                <a:ea typeface="黑体" panose="02010609060101010101" charset="-122"/>
                <a:cs typeface="黑体" panose="02010609060101010101" charset="-122"/>
                <a:sym typeface="+mn-ea"/>
              </a:rPr>
              <a:t># Ford-Fulkerson</a:t>
            </a:r>
            <a:r>
              <a:rPr lang="zh-CN" altLang="en-US" sz="1600" b="1">
                <a:latin typeface="黑体" panose="02010609060101010101" charset="-122"/>
                <a:ea typeface="黑体" panose="02010609060101010101" charset="-122"/>
                <a:cs typeface="黑体" panose="02010609060101010101" charset="-122"/>
                <a:sym typeface="+mn-ea"/>
              </a:rPr>
              <a:t>算法主体</a:t>
            </a:r>
            <a:endParaRPr lang="zh-CN" altLang="en-US" sz="1600" b="1">
              <a:latin typeface="黑体" panose="02010609060101010101" charset="-122"/>
              <a:ea typeface="黑体" panose="02010609060101010101" charset="-122"/>
              <a:cs typeface="黑体" panose="02010609060101010101" charset="-122"/>
            </a:endParaRPr>
          </a:p>
          <a:p>
            <a:r>
              <a:rPr lang="en-US" altLang="zh-CN" sz="1600" b="1">
                <a:latin typeface="黑体" panose="02010609060101010101" charset="-122"/>
                <a:ea typeface="黑体" panose="02010609060101010101" charset="-122"/>
                <a:cs typeface="黑体" panose="02010609060101010101" charset="-122"/>
                <a:sym typeface="+mn-ea"/>
              </a:rPr>
              <a:t>def ford_fulkerson(G, s, t):</a:t>
            </a:r>
            <a:endParaRPr lang="en-US" altLang="zh-CN" sz="1600" b="1">
              <a:latin typeface="黑体" panose="02010609060101010101" charset="-122"/>
              <a:ea typeface="黑体" panose="02010609060101010101" charset="-122"/>
              <a:cs typeface="黑体" panose="02010609060101010101" charset="-122"/>
            </a:endParaRPr>
          </a:p>
          <a:p>
            <a:r>
              <a:rPr lang="en-US" altLang="zh-CN" sz="1600" b="1">
                <a:latin typeface="黑体" panose="02010609060101010101" charset="-122"/>
                <a:ea typeface="黑体" panose="02010609060101010101" charset="-122"/>
                <a:cs typeface="黑体" panose="02010609060101010101" charset="-122"/>
                <a:sym typeface="+mn-ea"/>
              </a:rPr>
              <a:t>    max_flow = 0</a:t>
            </a:r>
            <a:endParaRPr lang="en-US" altLang="zh-CN" sz="1600" b="1">
              <a:latin typeface="黑体" panose="02010609060101010101" charset="-122"/>
              <a:ea typeface="黑体" panose="02010609060101010101" charset="-122"/>
              <a:cs typeface="黑体" panose="02010609060101010101" charset="-122"/>
            </a:endParaRPr>
          </a:p>
          <a:p>
            <a:r>
              <a:rPr lang="en-US" altLang="zh-CN" sz="1600" b="1">
                <a:latin typeface="黑体" panose="02010609060101010101" charset="-122"/>
                <a:ea typeface="黑体" panose="02010609060101010101" charset="-122"/>
                <a:cs typeface="黑体" panose="02010609060101010101" charset="-122"/>
                <a:sym typeface="+mn-ea"/>
              </a:rPr>
              <a:t>    while True:</a:t>
            </a:r>
            <a:endParaRPr lang="en-US" altLang="zh-CN" sz="1600" b="1">
              <a:latin typeface="黑体" panose="02010609060101010101" charset="-122"/>
              <a:ea typeface="黑体" panose="02010609060101010101" charset="-122"/>
              <a:cs typeface="黑体" panose="02010609060101010101" charset="-122"/>
            </a:endParaRPr>
          </a:p>
          <a:p>
            <a:r>
              <a:rPr lang="en-US" altLang="zh-CN" sz="1600" b="1">
                <a:latin typeface="黑体" panose="02010609060101010101" charset="-122"/>
                <a:ea typeface="黑体" panose="02010609060101010101" charset="-122"/>
                <a:cs typeface="黑体" panose="02010609060101010101" charset="-122"/>
                <a:sym typeface="+mn-ea"/>
              </a:rPr>
              <a:t>        aug_path = [s]</a:t>
            </a:r>
            <a:endParaRPr lang="en-US" altLang="zh-CN" sz="1600" b="1">
              <a:latin typeface="黑体" panose="02010609060101010101" charset="-122"/>
              <a:ea typeface="黑体" panose="02010609060101010101" charset="-122"/>
              <a:cs typeface="黑体" panose="02010609060101010101" charset="-122"/>
            </a:endParaRPr>
          </a:p>
          <a:p>
            <a:r>
              <a:rPr lang="en-US" altLang="zh-CN" sz="1600" b="1">
                <a:latin typeface="黑体" panose="02010609060101010101" charset="-122"/>
                <a:ea typeface="黑体" panose="02010609060101010101" charset="-122"/>
                <a:cs typeface="黑体" panose="02010609060101010101" charset="-122"/>
                <a:sym typeface="+mn-ea"/>
              </a:rPr>
              <a:t>        bottleneck = dfs(G, s, t, float('inf'), aug_path)</a:t>
            </a:r>
            <a:endParaRPr lang="en-US" altLang="zh-CN" sz="1600" b="1">
              <a:latin typeface="黑体" panose="02010609060101010101" charset="-122"/>
              <a:ea typeface="黑体" panose="02010609060101010101" charset="-122"/>
              <a:cs typeface="黑体" panose="02010609060101010101" charset="-122"/>
            </a:endParaRPr>
          </a:p>
          <a:p>
            <a:r>
              <a:rPr lang="en-US" altLang="zh-CN" sz="1600" b="1">
                <a:latin typeface="黑体" panose="02010609060101010101" charset="-122"/>
                <a:ea typeface="黑体" panose="02010609060101010101" charset="-122"/>
                <a:cs typeface="黑体" panose="02010609060101010101" charset="-122"/>
                <a:sym typeface="+mn-ea"/>
              </a:rPr>
              <a:t>        if bottleneck == 0:</a:t>
            </a:r>
            <a:endParaRPr lang="en-US" altLang="zh-CN" sz="1600" b="1">
              <a:latin typeface="黑体" panose="02010609060101010101" charset="-122"/>
              <a:ea typeface="黑体" panose="02010609060101010101" charset="-122"/>
              <a:cs typeface="黑体" panose="02010609060101010101" charset="-122"/>
            </a:endParaRPr>
          </a:p>
          <a:p>
            <a:r>
              <a:rPr lang="en-US" altLang="zh-CN" sz="1600" b="1">
                <a:latin typeface="黑体" panose="02010609060101010101" charset="-122"/>
                <a:ea typeface="黑体" panose="02010609060101010101" charset="-122"/>
                <a:cs typeface="黑体" panose="02010609060101010101" charset="-122"/>
                <a:sym typeface="+mn-ea"/>
              </a:rPr>
              <a:t>            break</a:t>
            </a:r>
            <a:endParaRPr lang="en-US" altLang="zh-CN" sz="1600" b="1">
              <a:latin typeface="黑体" panose="02010609060101010101" charset="-122"/>
              <a:ea typeface="黑体" panose="02010609060101010101" charset="-122"/>
              <a:cs typeface="黑体" panose="02010609060101010101" charset="-122"/>
            </a:endParaRPr>
          </a:p>
          <a:p>
            <a:r>
              <a:rPr lang="en-US" altLang="zh-CN" sz="1600" b="1">
                <a:latin typeface="黑体" panose="02010609060101010101" charset="-122"/>
                <a:ea typeface="黑体" panose="02010609060101010101" charset="-122"/>
                <a:cs typeface="黑体" panose="02010609060101010101" charset="-122"/>
                <a:sym typeface="+mn-ea"/>
              </a:rPr>
              <a:t>        max_flow += bottleneck</a:t>
            </a:r>
            <a:endParaRPr lang="en-US" altLang="zh-CN" sz="1600" b="1">
              <a:latin typeface="黑体" panose="02010609060101010101" charset="-122"/>
              <a:ea typeface="黑体" panose="02010609060101010101" charset="-122"/>
              <a:cs typeface="黑体" panose="02010609060101010101" charset="-122"/>
            </a:endParaRPr>
          </a:p>
          <a:p>
            <a:r>
              <a:rPr lang="en-US" altLang="zh-CN" sz="1600" b="1">
                <a:latin typeface="黑体" panose="02010609060101010101" charset="-122"/>
                <a:ea typeface="黑体" panose="02010609060101010101" charset="-122"/>
                <a:cs typeface="黑体" panose="02010609060101010101" charset="-122"/>
                <a:sym typeface="+mn-ea"/>
              </a:rPr>
              <a:t>        v = aug_path[-1]</a:t>
            </a:r>
            <a:endParaRPr lang="en-US" altLang="zh-CN" sz="1600" b="1">
              <a:latin typeface="黑体" panose="02010609060101010101" charset="-122"/>
              <a:ea typeface="黑体" panose="02010609060101010101" charset="-122"/>
              <a:cs typeface="黑体" panose="02010609060101010101" charset="-122"/>
            </a:endParaRPr>
          </a:p>
          <a:p>
            <a:r>
              <a:rPr lang="en-US" altLang="zh-CN" sz="1600" b="1">
                <a:latin typeface="黑体" panose="02010609060101010101" charset="-122"/>
                <a:ea typeface="黑体" panose="02010609060101010101" charset="-122"/>
                <a:cs typeface="黑体" panose="02010609060101010101" charset="-122"/>
                <a:sym typeface="+mn-ea"/>
              </a:rPr>
              <a:t>        for u in aug_path[:-1]:</a:t>
            </a:r>
            <a:endParaRPr lang="en-US" altLang="zh-CN" sz="1600" b="1">
              <a:latin typeface="黑体" panose="02010609060101010101" charset="-122"/>
              <a:ea typeface="黑体" panose="02010609060101010101" charset="-122"/>
              <a:cs typeface="黑体" panose="02010609060101010101" charset="-122"/>
            </a:endParaRPr>
          </a:p>
          <a:p>
            <a:r>
              <a:rPr lang="en-US" altLang="zh-CN" sz="1600" b="1">
                <a:latin typeface="黑体" panose="02010609060101010101" charset="-122"/>
                <a:ea typeface="黑体" panose="02010609060101010101" charset="-122"/>
                <a:cs typeface="黑体" panose="02010609060101010101" charset="-122"/>
                <a:sym typeface="+mn-ea"/>
              </a:rPr>
              <a:t>            G[u][v]['flow'] = G[u][v].get('flow', 0) + bottleneck</a:t>
            </a:r>
            <a:endParaRPr lang="en-US" altLang="zh-CN" sz="1600" b="1">
              <a:latin typeface="黑体" panose="02010609060101010101" charset="-122"/>
              <a:ea typeface="黑体" panose="02010609060101010101" charset="-122"/>
              <a:cs typeface="黑体" panose="02010609060101010101" charset="-122"/>
            </a:endParaRPr>
          </a:p>
          <a:p>
            <a:r>
              <a:rPr lang="en-US" altLang="zh-CN" sz="1600" b="1">
                <a:latin typeface="黑体" panose="02010609060101010101" charset="-122"/>
                <a:ea typeface="黑体" panose="02010609060101010101" charset="-122"/>
                <a:cs typeface="黑体" panose="02010609060101010101" charset="-122"/>
                <a:sym typeface="+mn-ea"/>
              </a:rPr>
              <a:t>            G[v][u]['flow'] = G[v][u].get('flow', 0) - bottleneck</a:t>
            </a:r>
            <a:endParaRPr lang="en-US" altLang="zh-CN" sz="1600" b="1">
              <a:latin typeface="黑体" panose="02010609060101010101" charset="-122"/>
              <a:ea typeface="黑体" panose="02010609060101010101" charset="-122"/>
              <a:cs typeface="黑体" panose="02010609060101010101" charset="-122"/>
            </a:endParaRPr>
          </a:p>
          <a:p>
            <a:r>
              <a:rPr lang="en-US" altLang="zh-CN" sz="1600" b="1">
                <a:latin typeface="黑体" panose="02010609060101010101" charset="-122"/>
                <a:ea typeface="黑体" panose="02010609060101010101" charset="-122"/>
                <a:cs typeface="黑体" panose="02010609060101010101" charset="-122"/>
                <a:sym typeface="+mn-ea"/>
              </a:rPr>
              <a:t>            G[u][v]['capacity'] -= bottleneck</a:t>
            </a:r>
            <a:endParaRPr lang="en-US" altLang="zh-CN" sz="1600" b="1">
              <a:latin typeface="黑体" panose="02010609060101010101" charset="-122"/>
              <a:ea typeface="黑体" panose="02010609060101010101" charset="-122"/>
              <a:cs typeface="黑体" panose="02010609060101010101" charset="-122"/>
            </a:endParaRPr>
          </a:p>
          <a:p>
            <a:r>
              <a:rPr lang="en-US" altLang="zh-CN" sz="1600" b="1">
                <a:latin typeface="黑体" panose="02010609060101010101" charset="-122"/>
                <a:ea typeface="黑体" panose="02010609060101010101" charset="-122"/>
                <a:cs typeface="黑体" panose="02010609060101010101" charset="-122"/>
                <a:sym typeface="+mn-ea"/>
              </a:rPr>
              <a:t>            G[v][u]['capacity'] += bottleneck</a:t>
            </a:r>
            <a:endParaRPr lang="en-US" altLang="zh-CN" sz="1600" b="1">
              <a:latin typeface="黑体" panose="02010609060101010101" charset="-122"/>
              <a:ea typeface="黑体" panose="02010609060101010101" charset="-122"/>
              <a:cs typeface="黑体" panose="02010609060101010101" charset="-122"/>
            </a:endParaRPr>
          </a:p>
          <a:p>
            <a:r>
              <a:rPr lang="en-US" altLang="zh-CN" sz="1600" b="1">
                <a:latin typeface="黑体" panose="02010609060101010101" charset="-122"/>
                <a:ea typeface="黑体" panose="02010609060101010101" charset="-122"/>
                <a:cs typeface="黑体" panose="02010609060101010101" charset="-122"/>
                <a:sym typeface="+mn-ea"/>
              </a:rPr>
              <a:t>    return max_flow</a:t>
            </a:r>
            <a:endParaRPr lang="en-US" altLang="zh-CN" sz="1600" b="1">
              <a:latin typeface="黑体" panose="02010609060101010101" charset="-122"/>
              <a:ea typeface="黑体" panose="02010609060101010101" charset="-122"/>
              <a:cs typeface="黑体" panose="02010609060101010101" charset="-122"/>
            </a:endParaRPr>
          </a:p>
          <a:p>
            <a:endParaRPr lang="en-US" altLang="zh-CN" sz="1600" b="1">
              <a:latin typeface="黑体" panose="02010609060101010101" charset="-122"/>
              <a:ea typeface="黑体" panose="02010609060101010101" charset="-122"/>
              <a:cs typeface="黑体" panose="02010609060101010101" charset="-122"/>
            </a:endParaRPr>
          </a:p>
          <a:p>
            <a:r>
              <a:rPr lang="en-US" altLang="zh-CN" sz="1600" b="1">
                <a:latin typeface="黑体" panose="02010609060101010101" charset="-122"/>
                <a:ea typeface="黑体" panose="02010609060101010101" charset="-122"/>
                <a:cs typeface="黑体" panose="02010609060101010101" charset="-122"/>
                <a:sym typeface="+mn-ea"/>
              </a:rPr>
              <a:t># </a:t>
            </a:r>
            <a:r>
              <a:rPr lang="zh-CN" altLang="en-US" sz="1600" b="1">
                <a:latin typeface="黑体" panose="02010609060101010101" charset="-122"/>
                <a:ea typeface="黑体" panose="02010609060101010101" charset="-122"/>
                <a:cs typeface="黑体" panose="02010609060101010101" charset="-122"/>
                <a:sym typeface="+mn-ea"/>
              </a:rPr>
              <a:t>调用</a:t>
            </a:r>
            <a:r>
              <a:rPr lang="en-US" altLang="zh-CN" sz="1600" b="1">
                <a:latin typeface="黑体" panose="02010609060101010101" charset="-122"/>
                <a:ea typeface="黑体" panose="02010609060101010101" charset="-122"/>
                <a:cs typeface="黑体" panose="02010609060101010101" charset="-122"/>
                <a:sym typeface="+mn-ea"/>
              </a:rPr>
              <a:t>Ford-Fulkerson</a:t>
            </a:r>
            <a:r>
              <a:rPr lang="zh-CN" altLang="en-US" sz="1600" b="1">
                <a:latin typeface="黑体" panose="02010609060101010101" charset="-122"/>
                <a:ea typeface="黑体" panose="02010609060101010101" charset="-122"/>
                <a:cs typeface="黑体" panose="02010609060101010101" charset="-122"/>
                <a:sym typeface="+mn-ea"/>
              </a:rPr>
              <a:t>算法求解最大流</a:t>
            </a:r>
            <a:endParaRPr lang="zh-CN" altLang="en-US" sz="1600" b="1">
              <a:latin typeface="黑体" panose="02010609060101010101" charset="-122"/>
              <a:ea typeface="黑体" panose="02010609060101010101" charset="-122"/>
              <a:cs typeface="黑体" panose="02010609060101010101" charset="-122"/>
            </a:endParaRPr>
          </a:p>
          <a:p>
            <a:r>
              <a:rPr lang="en-US" altLang="zh-CN" sz="1600" b="1">
                <a:latin typeface="黑体" panose="02010609060101010101" charset="-122"/>
                <a:ea typeface="黑体" panose="02010609060101010101" charset="-122"/>
                <a:cs typeface="黑体" panose="02010609060101010101" charset="-122"/>
                <a:sym typeface="+mn-ea"/>
              </a:rPr>
              <a:t>max_flow_value = ford_fulkerson(G,'s', 't')</a:t>
            </a:r>
            <a:endParaRPr lang="en-US" altLang="zh-CN" sz="1600" b="1">
              <a:latin typeface="黑体" panose="02010609060101010101" charset="-122"/>
              <a:ea typeface="黑体" panose="02010609060101010101" charset="-122"/>
              <a:cs typeface="黑体" panose="02010609060101010101" charset="-122"/>
            </a:endParaRPr>
          </a:p>
          <a:p>
            <a:r>
              <a:rPr lang="en-US" altLang="zh-CN" sz="1600" b="1">
                <a:latin typeface="黑体" panose="02010609060101010101" charset="-122"/>
                <a:ea typeface="黑体" panose="02010609060101010101" charset="-122"/>
                <a:cs typeface="黑体" panose="02010609060101010101" charset="-122"/>
                <a:sym typeface="+mn-ea"/>
              </a:rPr>
              <a:t>print("</a:t>
            </a:r>
            <a:r>
              <a:rPr lang="zh-CN" altLang="en-US" sz="1600" b="1">
                <a:latin typeface="黑体" panose="02010609060101010101" charset="-122"/>
                <a:ea typeface="黑体" panose="02010609060101010101" charset="-122"/>
                <a:cs typeface="黑体" panose="02010609060101010101" charset="-122"/>
                <a:sym typeface="+mn-ea"/>
              </a:rPr>
              <a:t>最大流的值</a:t>
            </a:r>
            <a:r>
              <a:rPr lang="en-US" altLang="zh-CN" sz="1600" b="1">
                <a:latin typeface="黑体" panose="02010609060101010101" charset="-122"/>
                <a:ea typeface="黑体" panose="02010609060101010101" charset="-122"/>
                <a:cs typeface="黑体" panose="02010609060101010101" charset="-122"/>
                <a:sym typeface="+mn-ea"/>
              </a:rPr>
              <a:t>:", max_flow_value)</a:t>
            </a:r>
            <a:endParaRPr lang="en-US" altLang="zh-CN" sz="1600" b="1">
              <a:latin typeface="黑体" panose="02010609060101010101" charset="-122"/>
              <a:ea typeface="黑体" panose="02010609060101010101" charset="-122"/>
              <a:cs typeface="黑体" panose="02010609060101010101" charset="-122"/>
            </a:endParaRPr>
          </a:p>
          <a:p>
            <a:endParaRPr lang="en-US" altLang="zh-CN">
              <a:latin typeface="黑体" panose="02010609060101010101" charset="-122"/>
              <a:ea typeface="黑体" panose="02010609060101010101" charset="-122"/>
              <a:cs typeface="黑体" panose="02010609060101010101" charset="-122"/>
            </a:endParaRPr>
          </a:p>
          <a:p>
            <a:endParaRPr lang="zh-CN" altLang="en-US"/>
          </a:p>
        </p:txBody>
      </p:sp>
    </p:spTree>
    <p:custDataLst>
      <p:tags r:id="rId1"/>
    </p:custData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文本占位符 1"/>
          <p:cNvSpPr>
            <a:spLocks noGrp="1"/>
          </p:cNvSpPr>
          <p:nvPr>
            <p:ph type="body" idx="2"/>
            <p:custDataLst>
              <p:tags r:id="rId1"/>
            </p:custDataLst>
          </p:nvPr>
        </p:nvSpPr>
        <p:spPr/>
        <p:txBody>
          <a:bodyPr/>
          <a:lstStyle/>
          <a:p>
            <a:r>
              <a:rPr lang="zh-CN" altLang="en-US"/>
              <a:t>PART 0</a:t>
            </a:r>
            <a:r>
              <a:t>4</a:t>
            </a:r>
            <a:r>
              <a:rPr lang="zh-CN" altLang="en-US"/>
              <a:t>  </a:t>
            </a:r>
            <a:endParaRPr lang="zh-CN" altLang="en-US"/>
          </a:p>
        </p:txBody>
      </p:sp>
      <p:sp>
        <p:nvSpPr>
          <p:cNvPr id="3" name="标题 2"/>
          <p:cNvSpPr>
            <a:spLocks noGrp="1"/>
          </p:cNvSpPr>
          <p:nvPr>
            <p:ph type="title" idx="1"/>
            <p:custDataLst>
              <p:tags r:id="rId2"/>
            </p:custDataLst>
          </p:nvPr>
        </p:nvSpPr>
        <p:spPr/>
        <p:txBody>
          <a:bodyPr/>
          <a:lstStyle/>
          <a:p>
            <a:r>
              <a:rPr lang="zh-CN" altLang="en-US"/>
              <a:t>模型优化策略</a:t>
            </a:r>
            <a:endParaRPr lang="zh-CN" altLang="en-US"/>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custDataLst>
              <p:tags r:id="rId1"/>
            </p:custDataLst>
          </p:nvPr>
        </p:nvSpPr>
        <p:spPr>
          <a:xfrm>
            <a:off x="696000" y="392965"/>
            <a:ext cx="10800000" cy="705600"/>
          </a:xfrm>
        </p:spPr>
        <p:txBody>
          <a:bodyPr lIns="0" tIns="0" rIns="0" bIns="0">
            <a:normAutofit/>
          </a:bodyPr>
          <a:lstStyle/>
          <a:p>
            <a:r>
              <a:rPr lang="zh-CN" altLang="en-US" dirty="0"/>
              <a:t>算法效率提升</a:t>
            </a:r>
            <a:endParaRPr lang="zh-CN" altLang="en-US" dirty="0"/>
          </a:p>
        </p:txBody>
      </p:sp>
      <p:sp>
        <p:nvSpPr>
          <p:cNvPr id="4" name="矩形 3"/>
          <p:cNvSpPr/>
          <p:nvPr>
            <p:custDataLst>
              <p:tags r:id="rId2"/>
            </p:custDataLst>
          </p:nvPr>
        </p:nvSpPr>
        <p:spPr>
          <a:xfrm>
            <a:off x="1238278" y="2361295"/>
            <a:ext cx="10257891" cy="495409"/>
          </a:xfrm>
          <a:prstGeom prst="rect">
            <a:avLst/>
          </a:prstGeom>
          <a:noFill/>
        </p:spPr>
        <p:txBody>
          <a:bodyPr wrap="square" lIns="0" tIns="0" rIns="0" bIns="0" rtlCol="0" anchor="t" anchorCtr="0">
            <a:noAutofit/>
          </a:bodyPr>
          <a:p>
            <a:pPr>
              <a:lnSpc>
                <a:spcPct val="150000"/>
              </a:lnSpc>
              <a:spcBef>
                <a:spcPct val="0"/>
              </a:spcBef>
              <a:spcAft>
                <a:spcPct val="0"/>
              </a:spcAft>
            </a:pPr>
            <a:r>
              <a:rPr lang="zh-CN" altLang="en-US" sz="1600">
                <a:ln>
                  <a:noFill/>
                  <a:prstDash val="sysDot"/>
                </a:ln>
                <a:solidFill>
                  <a:schemeClr val="tx1">
                    <a:lumMod val="85000"/>
                    <a:lumOff val="15000"/>
                  </a:schemeClr>
                </a:solidFill>
                <a:latin typeface="+mn-ea"/>
                <a:cs typeface="+mn-ea"/>
              </a:rPr>
              <a:t>利用启发式信息指导搜索过程，如A*算法在路径规划中提高效率，减少不必要的计算。</a:t>
            </a:r>
            <a:endParaRPr lang="zh-CN" altLang="en-US" sz="1600">
              <a:ln>
                <a:noFill/>
                <a:prstDash val="sysDot"/>
              </a:ln>
              <a:solidFill>
                <a:schemeClr val="tx1">
                  <a:lumMod val="85000"/>
                  <a:lumOff val="15000"/>
                </a:schemeClr>
              </a:solidFill>
              <a:latin typeface="+mn-ea"/>
              <a:cs typeface="+mn-ea"/>
            </a:endParaRPr>
          </a:p>
        </p:txBody>
      </p:sp>
      <p:sp>
        <p:nvSpPr>
          <p:cNvPr id="5" name="矩形 4"/>
          <p:cNvSpPr/>
          <p:nvPr>
            <p:custDataLst>
              <p:tags r:id="rId3"/>
            </p:custDataLst>
          </p:nvPr>
        </p:nvSpPr>
        <p:spPr>
          <a:xfrm>
            <a:off x="1238278" y="1940269"/>
            <a:ext cx="10257891" cy="367727"/>
          </a:xfrm>
          <a:prstGeom prst="rect">
            <a:avLst/>
          </a:prstGeom>
          <a:noFill/>
        </p:spPr>
        <p:txBody>
          <a:bodyPr wrap="square" lIns="0" tIns="0" rIns="0" bIns="0" rtlCol="0" anchor="b">
            <a:noAutofit/>
          </a:bodyPr>
          <a:p>
            <a:pPr>
              <a:spcBef>
                <a:spcPct val="0"/>
              </a:spcBef>
              <a:spcAft>
                <a:spcPct val="0"/>
              </a:spcAft>
              <a:buClr>
                <a:schemeClr val="accent1"/>
              </a:buClr>
              <a:buSzPct val="70000"/>
            </a:pPr>
            <a:r>
              <a:rPr lang="zh-CN" altLang="en-US" sz="2200" b="1">
                <a:solidFill>
                  <a:schemeClr val="accent1"/>
                </a:solidFill>
                <a:latin typeface="+mn-ea"/>
                <a:cs typeface="+mn-ea"/>
              </a:rPr>
              <a:t>启发式搜索算法</a:t>
            </a:r>
            <a:endParaRPr lang="zh-CN" altLang="en-US" sz="2200" b="1">
              <a:solidFill>
                <a:schemeClr val="accent1"/>
              </a:solidFill>
              <a:latin typeface="+mn-ea"/>
              <a:cs typeface="+mn-ea"/>
            </a:endParaRPr>
          </a:p>
        </p:txBody>
      </p:sp>
      <p:sp>
        <p:nvSpPr>
          <p:cNvPr id="2" name="矩形 1"/>
          <p:cNvSpPr/>
          <p:nvPr>
            <p:custDataLst>
              <p:tags r:id="rId4"/>
            </p:custDataLst>
          </p:nvPr>
        </p:nvSpPr>
        <p:spPr>
          <a:xfrm>
            <a:off x="1238278" y="3714550"/>
            <a:ext cx="10257891" cy="495409"/>
          </a:xfrm>
          <a:prstGeom prst="rect">
            <a:avLst/>
          </a:prstGeom>
          <a:noFill/>
        </p:spPr>
        <p:txBody>
          <a:bodyPr wrap="square" lIns="0" tIns="0" rIns="0" bIns="0" rtlCol="0" anchor="t" anchorCtr="0">
            <a:noAutofit/>
          </a:bodyPr>
          <a:p>
            <a:pPr>
              <a:lnSpc>
                <a:spcPct val="150000"/>
              </a:lnSpc>
              <a:spcBef>
                <a:spcPct val="0"/>
              </a:spcBef>
              <a:spcAft>
                <a:spcPct val="0"/>
              </a:spcAft>
            </a:pPr>
            <a:r>
              <a:rPr lang="zh-CN" altLang="en-US" sz="1600">
                <a:ln>
                  <a:noFill/>
                  <a:prstDash val="sysDot"/>
                </a:ln>
                <a:solidFill>
                  <a:schemeClr val="tx1">
                    <a:lumMod val="85000"/>
                    <a:lumOff val="15000"/>
                  </a:schemeClr>
                </a:solidFill>
                <a:latin typeface="+mn-ea"/>
                <a:cs typeface="+mn-ea"/>
              </a:rPr>
              <a:t>通过多核处理器或分布式系统并行处理问题，如在大规模线性规划中应用，显著缩短求解时间。</a:t>
            </a:r>
            <a:endParaRPr lang="zh-CN" altLang="en-US" sz="1600">
              <a:ln>
                <a:noFill/>
                <a:prstDash val="sysDot"/>
              </a:ln>
              <a:solidFill>
                <a:schemeClr val="tx1">
                  <a:lumMod val="85000"/>
                  <a:lumOff val="15000"/>
                </a:schemeClr>
              </a:solidFill>
              <a:latin typeface="+mn-ea"/>
              <a:cs typeface="+mn-ea"/>
            </a:endParaRPr>
          </a:p>
        </p:txBody>
      </p:sp>
      <p:sp>
        <p:nvSpPr>
          <p:cNvPr id="3" name="矩形 2"/>
          <p:cNvSpPr/>
          <p:nvPr>
            <p:custDataLst>
              <p:tags r:id="rId5"/>
            </p:custDataLst>
          </p:nvPr>
        </p:nvSpPr>
        <p:spPr>
          <a:xfrm>
            <a:off x="1238278" y="3293523"/>
            <a:ext cx="10257891" cy="367727"/>
          </a:xfrm>
          <a:prstGeom prst="rect">
            <a:avLst/>
          </a:prstGeom>
          <a:noFill/>
        </p:spPr>
        <p:txBody>
          <a:bodyPr wrap="square" lIns="0" tIns="0" rIns="0" bIns="0" rtlCol="0" anchor="b">
            <a:noAutofit/>
          </a:bodyPr>
          <a:p>
            <a:pPr>
              <a:spcBef>
                <a:spcPct val="0"/>
              </a:spcBef>
              <a:spcAft>
                <a:spcPct val="0"/>
              </a:spcAft>
              <a:buClr>
                <a:schemeClr val="accent1"/>
              </a:buClr>
              <a:buSzPct val="70000"/>
            </a:pPr>
            <a:r>
              <a:rPr lang="zh-CN" altLang="en-US" sz="2200" b="1">
                <a:solidFill>
                  <a:schemeClr val="accent1"/>
                </a:solidFill>
                <a:latin typeface="+mn-ea"/>
                <a:cs typeface="+mn-ea"/>
              </a:rPr>
              <a:t>并行计算技术</a:t>
            </a:r>
            <a:endParaRPr lang="zh-CN" altLang="en-US" sz="2200" b="1">
              <a:solidFill>
                <a:schemeClr val="accent1"/>
              </a:solidFill>
              <a:latin typeface="+mn-ea"/>
              <a:cs typeface="+mn-ea"/>
            </a:endParaRPr>
          </a:p>
        </p:txBody>
      </p:sp>
      <p:sp>
        <p:nvSpPr>
          <p:cNvPr id="7" name="矩形 6"/>
          <p:cNvSpPr/>
          <p:nvPr>
            <p:custDataLst>
              <p:tags r:id="rId6"/>
            </p:custDataLst>
          </p:nvPr>
        </p:nvSpPr>
        <p:spPr>
          <a:xfrm>
            <a:off x="1238278" y="5063994"/>
            <a:ext cx="10257891" cy="495409"/>
          </a:xfrm>
          <a:prstGeom prst="rect">
            <a:avLst/>
          </a:prstGeom>
          <a:noFill/>
        </p:spPr>
        <p:txBody>
          <a:bodyPr wrap="square" lIns="0" tIns="0" rIns="0" bIns="0" rtlCol="0" anchor="t" anchorCtr="0">
            <a:noAutofit/>
          </a:bodyPr>
          <a:p>
            <a:pPr>
              <a:lnSpc>
                <a:spcPct val="150000"/>
              </a:lnSpc>
              <a:spcBef>
                <a:spcPct val="0"/>
              </a:spcBef>
              <a:spcAft>
                <a:spcPct val="0"/>
              </a:spcAft>
            </a:pPr>
            <a:r>
              <a:rPr lang="zh-CN" altLang="en-US" sz="1600">
                <a:ln>
                  <a:noFill/>
                  <a:prstDash val="sysDot"/>
                </a:ln>
                <a:solidFill>
                  <a:schemeClr val="tx1">
                    <a:lumMod val="85000"/>
                    <a:lumOff val="15000"/>
                  </a:schemeClr>
                </a:solidFill>
                <a:latin typeface="+mn-ea"/>
                <a:cs typeface="+mn-ea"/>
              </a:rPr>
              <a:t>通过存储中间结果避免重复计算，如在旅行商问题(TSP)中使用动态规划显著提升求解速度。</a:t>
            </a:r>
            <a:endParaRPr lang="zh-CN" altLang="en-US" sz="1600">
              <a:ln>
                <a:noFill/>
                <a:prstDash val="sysDot"/>
              </a:ln>
              <a:solidFill>
                <a:schemeClr val="tx1">
                  <a:lumMod val="85000"/>
                  <a:lumOff val="15000"/>
                </a:schemeClr>
              </a:solidFill>
              <a:latin typeface="+mn-ea"/>
              <a:cs typeface="+mn-ea"/>
            </a:endParaRPr>
          </a:p>
        </p:txBody>
      </p:sp>
      <p:sp>
        <p:nvSpPr>
          <p:cNvPr id="8" name="矩形 7"/>
          <p:cNvSpPr/>
          <p:nvPr>
            <p:custDataLst>
              <p:tags r:id="rId7"/>
            </p:custDataLst>
          </p:nvPr>
        </p:nvSpPr>
        <p:spPr>
          <a:xfrm>
            <a:off x="1238278" y="4646777"/>
            <a:ext cx="10257891" cy="367727"/>
          </a:xfrm>
          <a:prstGeom prst="rect">
            <a:avLst/>
          </a:prstGeom>
          <a:noFill/>
        </p:spPr>
        <p:txBody>
          <a:bodyPr wrap="square" lIns="0" tIns="0" rIns="0" bIns="0" rtlCol="0" anchor="b">
            <a:noAutofit/>
          </a:bodyPr>
          <a:p>
            <a:pPr>
              <a:spcBef>
                <a:spcPct val="0"/>
              </a:spcBef>
              <a:spcAft>
                <a:spcPct val="0"/>
              </a:spcAft>
              <a:buClr>
                <a:schemeClr val="accent1"/>
              </a:buClr>
              <a:buSzPct val="70000"/>
            </a:pPr>
            <a:r>
              <a:rPr lang="zh-CN" altLang="en-US" sz="2200" b="1">
                <a:solidFill>
                  <a:schemeClr val="accent1"/>
                </a:solidFill>
                <a:latin typeface="+mn-ea"/>
                <a:cs typeface="+mn-ea"/>
              </a:rPr>
              <a:t>动态规划优化</a:t>
            </a:r>
            <a:endParaRPr lang="zh-CN" altLang="en-US" sz="2200" b="1">
              <a:solidFill>
                <a:schemeClr val="accent1"/>
              </a:solidFill>
              <a:latin typeface="+mn-ea"/>
              <a:cs typeface="+mn-ea"/>
            </a:endParaRPr>
          </a:p>
        </p:txBody>
      </p:sp>
      <p:sp>
        <p:nvSpPr>
          <p:cNvPr id="12" name="矩形 11"/>
          <p:cNvSpPr/>
          <p:nvPr>
            <p:custDataLst>
              <p:tags r:id="rId8"/>
            </p:custDataLst>
          </p:nvPr>
        </p:nvSpPr>
        <p:spPr>
          <a:xfrm>
            <a:off x="695325" y="1940269"/>
            <a:ext cx="387908" cy="38882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p>
            <a:pPr algn="ctr">
              <a:spcBef>
                <a:spcPct val="0"/>
              </a:spcBef>
              <a:spcAft>
                <a:spcPct val="0"/>
              </a:spcAft>
            </a:pPr>
            <a:r>
              <a:rPr lang="en-US" altLang="zh-CN" sz="1600" b="1">
                <a:latin typeface="+mn-ea"/>
                <a:cs typeface="+mn-ea"/>
                <a:sym typeface="+mn-ea"/>
              </a:rPr>
              <a:t>01</a:t>
            </a:r>
            <a:endParaRPr lang="zh-CN" altLang="en-US" sz="1600" b="1" dirty="0">
              <a:latin typeface="+mn-ea"/>
              <a:cs typeface="+mn-ea"/>
              <a:sym typeface="+mn-ea"/>
            </a:endParaRPr>
          </a:p>
        </p:txBody>
      </p:sp>
      <p:sp>
        <p:nvSpPr>
          <p:cNvPr id="13" name="矩形 12"/>
          <p:cNvSpPr/>
          <p:nvPr>
            <p:custDataLst>
              <p:tags r:id="rId9"/>
            </p:custDataLst>
          </p:nvPr>
        </p:nvSpPr>
        <p:spPr>
          <a:xfrm>
            <a:off x="695325" y="3293523"/>
            <a:ext cx="387908" cy="38882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p>
            <a:pPr algn="ctr">
              <a:spcBef>
                <a:spcPct val="0"/>
              </a:spcBef>
              <a:spcAft>
                <a:spcPct val="0"/>
              </a:spcAft>
            </a:pPr>
            <a:r>
              <a:rPr lang="en-US" altLang="zh-CN" sz="1600" b="1">
                <a:latin typeface="+mn-ea"/>
                <a:cs typeface="+mn-ea"/>
                <a:sym typeface="+mn-ea"/>
              </a:rPr>
              <a:t>02</a:t>
            </a:r>
            <a:endParaRPr lang="zh-CN" altLang="en-US" sz="1600" b="1" dirty="0">
              <a:latin typeface="+mn-ea"/>
              <a:cs typeface="+mn-ea"/>
              <a:sym typeface="+mn-ea"/>
            </a:endParaRPr>
          </a:p>
        </p:txBody>
      </p:sp>
      <p:sp>
        <p:nvSpPr>
          <p:cNvPr id="23" name="矩形 22"/>
          <p:cNvSpPr/>
          <p:nvPr>
            <p:custDataLst>
              <p:tags r:id="rId10"/>
            </p:custDataLst>
          </p:nvPr>
        </p:nvSpPr>
        <p:spPr>
          <a:xfrm>
            <a:off x="695325" y="4646777"/>
            <a:ext cx="387908" cy="38882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p>
            <a:pPr algn="ctr">
              <a:spcBef>
                <a:spcPct val="0"/>
              </a:spcBef>
              <a:spcAft>
                <a:spcPct val="0"/>
              </a:spcAft>
            </a:pPr>
            <a:r>
              <a:rPr lang="en-US" altLang="zh-CN" sz="1600" b="1">
                <a:latin typeface="+mn-ea"/>
                <a:cs typeface="+mn-ea"/>
                <a:sym typeface="+mn-ea"/>
              </a:rPr>
              <a:t>03</a:t>
            </a:r>
            <a:endParaRPr lang="zh-CN" altLang="en-US" sz="1600" b="1" dirty="0">
              <a:latin typeface="+mn-ea"/>
              <a:cs typeface="+mn-ea"/>
              <a:sym typeface="+mn-ea"/>
            </a:endParaRPr>
          </a:p>
        </p:txBody>
      </p:sp>
    </p:spTree>
    <p:custDataLst>
      <p:tags r:id="rId11"/>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2"/>
            <p:custDataLst>
              <p:tags r:id="rId1"/>
            </p:custDataLst>
          </p:nvPr>
        </p:nvSpPr>
        <p:spPr>
          <a:xfrm>
            <a:off x="1351915" y="4349115"/>
            <a:ext cx="1945640" cy="582295"/>
          </a:xfrm>
        </p:spPr>
        <p:txBody>
          <a:bodyPr/>
          <a:lstStyle/>
          <a:p>
            <a:r>
              <a:rPr lang="zh-CN" altLang="en-US" sz="1800"/>
              <a:t>汇报人：方星</a:t>
            </a:r>
            <a:endParaRPr lang="zh-CN" altLang="en-US" sz="1800"/>
          </a:p>
        </p:txBody>
      </p:sp>
      <p:sp>
        <p:nvSpPr>
          <p:cNvPr id="4" name="标题 3"/>
          <p:cNvSpPr>
            <a:spLocks noGrp="1"/>
          </p:cNvSpPr>
          <p:nvPr>
            <p:ph type="title" idx="1"/>
            <p:custDataLst>
              <p:tags r:id="rId2"/>
            </p:custDataLst>
          </p:nvPr>
        </p:nvSpPr>
        <p:spPr/>
        <p:txBody>
          <a:bodyPr/>
          <a:lstStyle/>
          <a:p>
            <a:r>
              <a:rPr lang="zh-CN" altLang="en-US"/>
              <a:t>谢谢！</a:t>
            </a:r>
            <a:endParaRPr lang="zh-CN" altLang="en-US"/>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PRESET_TEXT" val="单击添加&#10;文档标题内容"/>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 name="KSO_WM_UNIT_CONTENT_GROUP_TYPE" val="contentchip"/>
</p:tagLst>
</file>

<file path=ppt/tags/tag64.xml><?xml version="1.0" encoding="utf-8"?>
<p:tagLst xmlns:p="http://schemas.openxmlformats.org/presentationml/2006/main">
  <p:tag name="KSO_WM_UNIT_SUBTYPE" val="b"/>
  <p:tag name="KSO_WM_UNIT_PRESET_TEXT" val="汇报人：稻小壳"/>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1*f*1"/>
  <p:tag name="KSO_WM_UNIT_LAYERLEVEL" val="1"/>
  <p:tag name="KSO_WM_TAG_VERSION" val="3.0"/>
  <p:tag name="KSO_WM_BEAUTIFY_FLAG" val="#wm#"/>
  <p:tag name="KSO_WM_UNIT_CONTENT_GROUP_TYPE" val="contentchip"/>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6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1"/>
  <p:tag name="KSO_WM_UNIT_LAYERLEVEL" val="1"/>
  <p:tag name="KSO_WM_TAG_VERSION" val="3.0"/>
  <p:tag name="KSO_WM_UNIT_TYPE" val="i"/>
  <p:tag name="KSO_WM_UNIT_INDEX" val="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
  <p:tag name="KSO_WM_UNIT_LAYERLEVEL" val="1"/>
  <p:tag name="KSO_WM_TAG_VERSION" val="3.0"/>
  <p:tag name="KSO_WM_BEAUTIFY_FLAG" val="#wm#"/>
  <p:tag name="KSO_WM_UNIT_TYPE" val="i"/>
  <p:tag name="KSO_WM_UNIT_INDEX" val="2"/>
</p:tagLst>
</file>

<file path=ppt/tags/tag7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PRESET_TEXT" val="单击此处编辑母版文本样式&#10;第二级&#10;第三级&#10;第四级&#10;第五级"/>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7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3*i*1"/>
  <p:tag name="KSO_WM_UNIT_LAYERLEVEL" val="1"/>
  <p:tag name="KSO_WM_TAG_VERSION" val="3.0"/>
  <p:tag name="KSO_WM_UNIT_TYPE" val="i"/>
  <p:tag name="KSO_WM_UNIT_INDEX" val="1"/>
</p:tagLst>
</file>

<file path=ppt/tags/tag7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3*i*2"/>
  <p:tag name="KSO_WM_UNIT_LAYERLEVEL" val="1"/>
  <p:tag name="KSO_WM_TAG_VERSION" val="3.0"/>
  <p:tag name="KSO_WM_UNIT_TYPE" val="i"/>
  <p:tag name="KSO_WM_UNIT_INDEX" val="2"/>
</p:tagLst>
</file>

<file path=ppt/tags/tag77.xml><?xml version="1.0" encoding="utf-8"?>
<p:tagLst xmlns:p="http://schemas.openxmlformats.org/presentationml/2006/main">
  <p:tag name="KSO_WM_UNIT_ISCONTENTSTITLE" val="1"/>
  <p:tag name="KSO_WM_UNIT_ISNUMDGMTITLE" val="0"/>
  <p:tag name="KSO_WM_UNIT_PRESET_TEXT" val="Contents"/>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8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UNIT_TYPE" val="i"/>
  <p:tag name="KSO_WM_UNIT_INDEX" val="1"/>
</p:tagLst>
</file>

<file path=ppt/tags/tag8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2"/>
  <p:tag name="KSO_WM_UNIT_LAYERLEVEL" val="1"/>
  <p:tag name="KSO_WM_TAG_VERSION" val="3.0"/>
  <p:tag name="KSO_WM_UNIT_TYPE" val="i"/>
  <p:tag name="KSO_WM_UNIT_INDEX" val="2"/>
</p:tagLst>
</file>

<file path=ppt/tags/tag8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3"/>
  <p:tag name="KSO_WM_UNIT_LAYERLEVEL" val="1"/>
  <p:tag name="KSO_WM_TAG_VERSION" val="3.0"/>
  <p:tag name="KSO_WM_UNIT_TYPE" val="i"/>
  <p:tag name="KSO_WM_UNIT_INDEX" val="3"/>
</p:tagLst>
</file>

<file path=ppt/tags/tag84.xml><?xml version="1.0" encoding="utf-8"?>
<p:tagLst xmlns:p="http://schemas.openxmlformats.org/presentationml/2006/main">
  <p:tag name="KSO_WM_UNIT_PRESET_TEXT" val="PART 01  "/>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 name="KSO_WM_UNIT_CONTENT_GROUP_TYPE" val="contentchip"/>
</p:tagLst>
</file>

<file path=ppt/tags/tag85.xml><?xml version="1.0" encoding="utf-8"?>
<p:tagLst xmlns:p="http://schemas.openxmlformats.org/presentationml/2006/main">
  <p:tag name="KSO_WM_UNIT_ISCONTENTSTITLE" val="0"/>
  <p:tag name="KSO_WM_UNIT_ISNUMDGMTITLE" val="0"/>
  <p:tag name="KSO_WM_UNIT_PRESET_TEXT" val="添加章节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 name="KSO_WM_UNIT_CONTENT_GROUP_TYPE" val="contentchip"/>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8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 name="KSO_WM_UNIT_PRESET_TEXT" val="单击此处编辑母版文本样式&#10;第二级&#10;第三级&#10;第四级&#10;第五级"/>
</p:tagLst>
</file>

<file path=ppt/tags/tag9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 name="KSO_WM_UNIT_PRESET_TEXT" val="单击此处编辑母版文本样式&#10;第二级&#10;第三级&#10;第四级&#10;第五级"/>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Lst>
</file>

<file path=ppt/tags/tag9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 name="KSO_WM_UNIT_PRESET_TEXT" val="单击此处编辑母版文本样式&#10;第二级&#10;第三级&#10;第四级&#10;第五级"/>
</p:tagLst>
</file>

<file path=ppt/tags/tag9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 name="KSO_WM_UNIT_PRESET_TEXT" val="单击此处编辑母版文本样式&#10;第二级&#10;第三级&#10;第四级&#10;第五级"/>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0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 name="KSO_WM_UNIT_PRESET_TEXT" val="单击此处编辑母版文本样式&#10;第二级&#10;第三级&#10;第四级&#10;第五级"/>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12.xml><?xml version="1.0" encoding="utf-8"?>
<p:tagLst xmlns:p="http://schemas.openxmlformats.org/presentationml/2006/main">
  <p:tag name="KSO_WM_UNIT_ISCONTENTSTITLE" val="0"/>
  <p:tag name="KSO_WM_UNIT_ISNUMDGMTITLE" val="0"/>
  <p:tag name="KSO_WM_UNIT_PRESET_TEXT" val="单击选择预设副标题"/>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 name="KSO_WM_UNIT_CONTENT_GROUP_TYPE" val="titlestyle"/>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Lst>
</file>

<file path=ppt/tags/tag117.xml><?xml version="1.0" encoding="utf-8"?>
<p:tagLst xmlns:p="http://schemas.openxmlformats.org/presentationml/2006/main">
  <p:tag name="KSO_WM_UNIT_SUBTYPE" val="b"/>
  <p:tag name="KSO_WM_UNIT_PRESET_TEXT" val="汇报人：稻小壳"/>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11*f*1"/>
  <p:tag name="KSO_WM_UNIT_LAYERLEVEL" val="1"/>
  <p:tag name="KSO_WM_TAG_VERSION" val="3.0"/>
  <p:tag name="KSO_WM_BEAUTIFY_FLAG" val="#wm#"/>
  <p:tag name="KSO_WM_UNIT_CONTENT_GROUP_TYPE" val="contentchip"/>
</p:tagLst>
</file>

<file path=ppt/tags/tag118.xml><?xml version="1.0" encoding="utf-8"?>
<p:tagLst xmlns:p="http://schemas.openxmlformats.org/presentationml/2006/main">
  <p:tag name="KSO_WM_UNIT_ISCONTENTSTITLE" val="0"/>
  <p:tag name="KSO_WM_UNIT_ISNUMDGMTITLE" val="0"/>
  <p:tag name="KSO_WM_UNIT_PRESET_TEXT" val="THANKS"/>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 name="KSO_WM_UNIT_CONTENT_GROUP_TYPE" val="contentchip"/>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2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UNIT_TYPE" val="i"/>
  <p:tag name="KSO_WM_UNIT_INDEX" val="1"/>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BEAUTIFY_FLAG" val="#wm#"/>
  <p:tag name="KSO_WM_UNIT_TYPE" val="i"/>
  <p:tag name="KSO_WM_UNIT_INDEX" val="2"/>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TYPE" val="f"/>
  <p:tag name="KSO_WM_UNIT_INDEX" val="1"/>
  <p:tag name="KSO_WM_TEMPLATE_CATEGORY" val="custom"/>
  <p:tag name="KSO_WM_TEMPLATE_INDEX" val="20230266"/>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20230266"/>
</p:tagLst>
</file>

<file path=ppt/tags/tag129.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0266"/>
  <p:tag name="KSO_WM_SPECIAL_SOURCE" val="bdnull"/>
  <p:tag name="KSO_WM_TEMPLATE_THUMBS_INDEX" val="1、9"/>
</p:tagLst>
</file>

<file path=ppt/tags/tag13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66_1*a*1"/>
  <p:tag name="KSO_WM_TEMPLATE_CATEGORY" val="custom"/>
  <p:tag name="KSO_WM_TEMPLATE_INDEX" val="20230266"/>
  <p:tag name="KSO_WM_UNIT_LAYERLEVEL" val="1"/>
  <p:tag name="KSO_WM_TAG_VERSION" val="3.0"/>
  <p:tag name="KSO_WM_BEAUTIFY_FLAG" val="#wm#"/>
  <p:tag name="KSO_WM_UNIT_CONTENT_GROUP_TYPE" val="contentchip"/>
  <p:tag name="KSO_WM_UNIT_PRESET_TEXT" val="单击添加&#10;文档标题内容"/>
  <p:tag name="KSO_WM_UNIT_TEXT_TYPE" val="1"/>
</p:tagLst>
</file>

<file path=ppt/tags/tag131.xml><?xml version="1.0" encoding="utf-8"?>
<p:tagLst xmlns:p="http://schemas.openxmlformats.org/presentationml/2006/main">
  <p:tag name="KSO_WM_UNIT_SUBTYPE" val="b"/>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66_1*f*1"/>
  <p:tag name="KSO_WM_TEMPLATE_CATEGORY" val="custom"/>
  <p:tag name="KSO_WM_TEMPLATE_INDEX" val="20230266"/>
  <p:tag name="KSO_WM_UNIT_LAYERLEVEL" val="1"/>
  <p:tag name="KSO_WM_TAG_VERSION" val="3.0"/>
  <p:tag name="KSO_WM_BEAUTIFY_FLAG" val="#wm#"/>
  <p:tag name="KSO_WM_UNIT_CONTENT_GROUP_TYPE" val="contentchip"/>
</p:tagLst>
</file>

<file path=ppt/tags/tag132.xml><?xml version="1.0" encoding="utf-8"?>
<p:tagLst xmlns:p="http://schemas.openxmlformats.org/presentationml/2006/main">
  <p:tag name="KSO_WM_SLIDE_ID" val="custom20230266_1"/>
  <p:tag name="KSO_WM_TEMPLATE_SUBCATEGORY" val="29"/>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0266"/>
  <p:tag name="KSO_WM_SLIDE_TYPE" val="title"/>
  <p:tag name="KSO_WM_SLIDE_SUBTYPE" val="pureTxt"/>
  <p:tag name="KSO_WM_SLIDE_LAYOUT" val="a_f"/>
  <p:tag name="KSO_WM_SLIDE_LAYOUT_CNT" val="1_1"/>
  <p:tag name="KSO_WM_SPECIAL_SOURCE" val="bdnull"/>
  <p:tag name="KSO_WM_TEMPLATE_THUMBS_INDEX" val="1、9"/>
  <p:tag name="KSO_WM_SLIDE_CONTENT_AREA" val="{&quot;left&quot;:&quot;70.15&quot;,&quot;top&quot;:&quot;137.55&quot;,&quot;width&quot;:&quot;465.9&quot;,&quot;height&quot;:&quot;256.5&quot;}"/>
</p:tagLst>
</file>

<file path=ppt/tags/tag133.xml><?xml version="1.0" encoding="utf-8"?>
<p:tagLst xmlns:p="http://schemas.openxmlformats.org/presentationml/2006/main">
  <p:tag name="KSO_WM_UNIT_ISCONTENTSTITLE" val="1"/>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66_4*a*1"/>
  <p:tag name="KSO_WM_TEMPLATE_CATEGORY" val="custom"/>
  <p:tag name="KSO_WM_TEMPLATE_INDEX" val="20230266"/>
  <p:tag name="KSO_WM_UNIT_LAYERLEVEL" val="1"/>
  <p:tag name="KSO_WM_TAG_VERSION" val="3.0"/>
  <p:tag name="KSO_WM_BEAUTIFY_FLAG" val="#wm#"/>
  <p:tag name="KSO_WM_DIAGRAM_GROUP_CODE" val="l1-1"/>
  <p:tag name="KSO_WM_UNIT_TEXT_FILL_FORE_SCHEMECOLOR_INDEX" val="13"/>
  <p:tag name="KSO_WM_UNIT_TEXT_FILL_TYPE" val="1"/>
  <p:tag name="KSO_WM_UNIT_USESOURCEFORMAT_APPLY" val="0"/>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custom20230266_4*l_h_i*1_1_1"/>
  <p:tag name="KSO_WM_TEMPLATE_CATEGORY" val="custom"/>
  <p:tag name="KSO_WM_TEMPLATE_INDEX" val="20230266"/>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314.1000061035156,&quot;width&quot;:692.65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0"/>
</p:tagLst>
</file>

<file path=ppt/tags/tag135.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1_1"/>
  <p:tag name="KSO_WM_TEMPLATE_CATEGORY" val="custom"/>
  <p:tag name="KSO_WM_TEMPLATE_INDEX" val="20230266"/>
  <p:tag name="KSO_WM_UNIT_LAYERLEVEL" val="1_1_1"/>
  <p:tag name="KSO_WM_TAG_VERSION" val="3.0"/>
  <p:tag name="KSO_WM_BEAUTIFY_FLAG" val="#wm#"/>
  <p:tag name="KSO_WM_DIAGRAM_GROUP_CODE" val="l1-1"/>
  <p:tag name="KSO_WM_UNIT_TYPE" val="l_h_f"/>
  <p:tag name="KSO_WM_UNIT_ID" val="custom20230266_4*l_h_f*1_1_1"/>
  <p:tag name="KSO_WM_DIAGRAM_VERSION" val="3"/>
  <p:tag name="KSO_WM_DIAGRAM_COLOR_TRICK" val="1"/>
  <p:tag name="KSO_WM_DIAGRAM_COLOR_TEXT_CAN_REMOVE" val="n"/>
  <p:tag name="KSO_WM_DIAGRAM_MAX_ITEMCNT" val="6"/>
  <p:tag name="KSO_WM_DIAGRAM_MIN_ITEMCNT" val="2"/>
  <p:tag name="KSO_WM_DIAGRAM_VIRTUALLY_FRAME" val="{&quot;height&quot;:314.1000061035156,&quot;width&quot;:692.65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a"/>
  <p:tag name="KSO_WM_UNIT_PRESET_TEXT" val="添加目录标题"/>
  <p:tag name="KSO_WM_UNIT_TEXT_TYPE" val="1"/>
  <p:tag name="KSO_WM_UNIT_TEXT_FILL_FORE_SCHEMECOLOR_INDEX" val="13"/>
  <p:tag name="KSO_WM_UNIT_TEXT_FILL_TYPE" val="1"/>
  <p:tag name="KSO_WM_UNIT_USESOURCEFORMAT_APPLY" val="0"/>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custom20230266_4*l_h_i*1_2_1"/>
  <p:tag name="KSO_WM_TEMPLATE_CATEGORY" val="custom"/>
  <p:tag name="KSO_WM_TEMPLATE_INDEX" val="20230266"/>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314.1000061035156,&quot;width&quot;:692.65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0"/>
</p:tagLst>
</file>

<file path=ppt/tags/tag13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2_1"/>
  <p:tag name="KSO_WM_TEMPLATE_CATEGORY" val="custom"/>
  <p:tag name="KSO_WM_TEMPLATE_INDEX" val="20230266"/>
  <p:tag name="KSO_WM_UNIT_LAYERLEVEL" val="1_1_1"/>
  <p:tag name="KSO_WM_TAG_VERSION" val="3.0"/>
  <p:tag name="KSO_WM_BEAUTIFY_FLAG" val="#wm#"/>
  <p:tag name="KSO_WM_DIAGRAM_GROUP_CODE" val="l1-1"/>
  <p:tag name="KSO_WM_UNIT_TYPE" val="l_h_f"/>
  <p:tag name="KSO_WM_UNIT_ID" val="custom20230266_4*l_h_f*1_2_1"/>
  <p:tag name="KSO_WM_DIAGRAM_VERSION" val="3"/>
  <p:tag name="KSO_WM_DIAGRAM_COLOR_TRICK" val="1"/>
  <p:tag name="KSO_WM_DIAGRAM_COLOR_TEXT_CAN_REMOVE" val="n"/>
  <p:tag name="KSO_WM_DIAGRAM_MAX_ITEMCNT" val="6"/>
  <p:tag name="KSO_WM_DIAGRAM_MIN_ITEMCNT" val="2"/>
  <p:tag name="KSO_WM_DIAGRAM_VIRTUALLY_FRAME" val="{&quot;height&quot;:314.1000061035156,&quot;width&quot;:692.65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a"/>
  <p:tag name="KSO_WM_UNIT_PRESET_TEXT" val="添加目录标题"/>
  <p:tag name="KSO_WM_UNIT_TEXT_TYPE" val="1"/>
  <p:tag name="KSO_WM_UNIT_TEXT_FILL_FORE_SCHEMECOLOR_INDEX" val="13"/>
  <p:tag name="KSO_WM_UNIT_TEXT_FILL_TYPE" val="1"/>
  <p:tag name="KSO_WM_UNIT_USESOURCEFORMAT_APPLY" val="0"/>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custom20230266_4*l_h_i*1_3_1"/>
  <p:tag name="KSO_WM_TEMPLATE_CATEGORY" val="custom"/>
  <p:tag name="KSO_WM_TEMPLATE_INDEX" val="20230266"/>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314.1000061035156,&quot;width&quot;:692.65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0"/>
</p:tagLst>
</file>

<file path=ppt/tags/tag13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3_1"/>
  <p:tag name="KSO_WM_TEMPLATE_CATEGORY" val="custom"/>
  <p:tag name="KSO_WM_TEMPLATE_INDEX" val="20230266"/>
  <p:tag name="KSO_WM_UNIT_LAYERLEVEL" val="1_1_1"/>
  <p:tag name="KSO_WM_TAG_VERSION" val="3.0"/>
  <p:tag name="KSO_WM_BEAUTIFY_FLAG" val="#wm#"/>
  <p:tag name="KSO_WM_DIAGRAM_GROUP_CODE" val="l1-1"/>
  <p:tag name="KSO_WM_UNIT_TYPE" val="l_h_f"/>
  <p:tag name="KSO_WM_UNIT_ID" val="custom20230266_4*l_h_f*1_3_1"/>
  <p:tag name="KSO_WM_DIAGRAM_VERSION" val="3"/>
  <p:tag name="KSO_WM_DIAGRAM_COLOR_TRICK" val="1"/>
  <p:tag name="KSO_WM_DIAGRAM_COLOR_TEXT_CAN_REMOVE" val="n"/>
  <p:tag name="KSO_WM_DIAGRAM_MAX_ITEMCNT" val="6"/>
  <p:tag name="KSO_WM_DIAGRAM_MIN_ITEMCNT" val="2"/>
  <p:tag name="KSO_WM_DIAGRAM_VIRTUALLY_FRAME" val="{&quot;height&quot;:314.1000061035156,&quot;width&quot;:692.65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a"/>
  <p:tag name="KSO_WM_UNIT_PRESET_TEXT" val="添加目录标题"/>
  <p:tag name="KSO_WM_UNIT_TEXT_TYPE" val="1"/>
  <p:tag name="KSO_WM_UNIT_TEXT_FILL_FORE_SCHEMECOLOR_INDEX" val="13"/>
  <p:tag name="KSO_WM_UNIT_TEXT_FILL_TYPE" val="1"/>
  <p:tag name="KSO_WM_UNIT_USESOURCEFORMAT_APPLY" val="0"/>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1"/>
  <p:tag name="KSO_WM_UNIT_ID" val="custom20230266_4*l_h_i*1_4_1"/>
  <p:tag name="KSO_WM_TEMPLATE_CATEGORY" val="custom"/>
  <p:tag name="KSO_WM_TEMPLATE_INDEX" val="20230266"/>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314.1000061035156,&quot;width&quot;:692.65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0"/>
</p:tagLst>
</file>

<file path=ppt/tags/tag141.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4_1"/>
  <p:tag name="KSO_WM_TEMPLATE_CATEGORY" val="custom"/>
  <p:tag name="KSO_WM_TEMPLATE_INDEX" val="20230266"/>
  <p:tag name="KSO_WM_UNIT_LAYERLEVEL" val="1_1_1"/>
  <p:tag name="KSO_WM_TAG_VERSION" val="3.0"/>
  <p:tag name="KSO_WM_BEAUTIFY_FLAG" val="#wm#"/>
  <p:tag name="KSO_WM_DIAGRAM_GROUP_CODE" val="l1-1"/>
  <p:tag name="KSO_WM_UNIT_TYPE" val="l_h_f"/>
  <p:tag name="KSO_WM_UNIT_ID" val="custom20230266_4*l_h_f*1_4_1"/>
  <p:tag name="KSO_WM_DIAGRAM_VERSION" val="3"/>
  <p:tag name="KSO_WM_DIAGRAM_COLOR_TRICK" val="1"/>
  <p:tag name="KSO_WM_DIAGRAM_COLOR_TEXT_CAN_REMOVE" val="n"/>
  <p:tag name="KSO_WM_DIAGRAM_MAX_ITEMCNT" val="6"/>
  <p:tag name="KSO_WM_DIAGRAM_MIN_ITEMCNT" val="2"/>
  <p:tag name="KSO_WM_DIAGRAM_VIRTUALLY_FRAME" val="{&quot;height&quot;:314.1000061035156,&quot;width&quot;:692.65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a"/>
  <p:tag name="KSO_WM_UNIT_PRESET_TEXT" val="添加目录标题"/>
  <p:tag name="KSO_WM_UNIT_TEXT_TYPE" val="1"/>
  <p:tag name="KSO_WM_UNIT_TEXT_FILL_FORE_SCHEMECOLOR_INDEX" val="13"/>
  <p:tag name="KSO_WM_UNIT_TEXT_FILL_TYPE" val="1"/>
  <p:tag name="KSO_WM_UNIT_USESOURCEFORMAT_APPLY" val="0"/>
</p:tagLst>
</file>

<file path=ppt/tags/tag142.xml><?xml version="1.0" encoding="utf-8"?>
<p:tagLst xmlns:p="http://schemas.openxmlformats.org/presentationml/2006/main">
  <p:tag name="KSO_WM_SLIDE_ID" val="custom20230266_4"/>
  <p:tag name="KSO_WM_TEMPLATE_SUBCATEGORY" val="29"/>
  <p:tag name="KSO_WM_TEMPLATE_MASTER_TYPE" val="0"/>
  <p:tag name="KSO_WM_TEMPLATE_COLOR_TYPE" val="0"/>
  <p:tag name="KSO_WM_SLIDE_ITEM_CNT" val="4"/>
  <p:tag name="KSO_WM_SLIDE_INDEX" val="4"/>
  <p:tag name="KSO_WM_TAG_VERSION" val="3.0"/>
  <p:tag name="KSO_WM_BEAUTIFY_FLAG" val="#wm#"/>
  <p:tag name="KSO_WM_TEMPLATE_CATEGORY" val="custom"/>
  <p:tag name="KSO_WM_TEMPLATE_INDEX" val="20230266"/>
  <p:tag name="KSO_WM_SLIDE_TYPE" val="contents"/>
  <p:tag name="KSO_WM_SLIDE_SUBTYPE" val="diag"/>
  <p:tag name="KSO_WM_SLIDE_LAYOUT" val="a_l"/>
  <p:tag name="KSO_WM_SLIDE_LAYOUT_CNT" val="1_1"/>
  <p:tag name="KSO_WM_SPECIAL_SOURCE" val="bdnull"/>
  <p:tag name="KSO_WM_DIAGRAM_GROUP_CODE" val="l1-1"/>
  <p:tag name="KSO_WM_SLIDE_DIAGTYPE" val="l"/>
</p:tagLst>
</file>

<file path=ppt/tags/tag143.xml><?xml version="1.0" encoding="utf-8"?>
<p:tagLst xmlns:p="http://schemas.openxmlformats.org/presentationml/2006/main">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custom20230266_7*e*1"/>
  <p:tag name="KSO_WM_TEMPLATE_CATEGORY" val="custom"/>
  <p:tag name="KSO_WM_TEMPLATE_INDEX" val="20230266"/>
  <p:tag name="KSO_WM_UNIT_LAYERLEVEL" val="1"/>
  <p:tag name="KSO_WM_TAG_VERSION" val="3.0"/>
  <p:tag name="KSO_WM_BEAUTIFY_FLAG" val="#wm#"/>
  <p:tag name="KSO_WM_UNIT_CONTENT_GROUP_TYPE" val="contentchip"/>
</p:tagLst>
</file>

<file path=ppt/tags/tag14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66_7*a*1"/>
  <p:tag name="KSO_WM_TEMPLATE_CATEGORY" val="custom"/>
  <p:tag name="KSO_WM_TEMPLATE_INDEX" val="20230266"/>
  <p:tag name="KSO_WM_UNIT_LAYERLEVEL" val="1"/>
  <p:tag name="KSO_WM_TAG_VERSION" val="3.0"/>
  <p:tag name="KSO_WM_BEAUTIFY_FLAG" val="#wm#"/>
  <p:tag name="KSO_WM_UNIT_CONTENT_GROUP_TYPE" val="contentchip"/>
  <p:tag name="KSO_WM_UNIT_PRESET_TEXT" val="添加章节标题"/>
  <p:tag name="KSO_WM_UNIT_TEXT_TYPE" val="1"/>
</p:tagLst>
</file>

<file path=ppt/tags/tag145.xml><?xml version="1.0" encoding="utf-8"?>
<p:tagLst xmlns:p="http://schemas.openxmlformats.org/presentationml/2006/main">
  <p:tag name="KSO_WM_SLIDE_ID" val="custom20230266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0266"/>
  <p:tag name="KSO_WM_SLIDE_TYPE" val="sectionTitle"/>
  <p:tag name="KSO_WM_SLIDE_SUBTYPE" val="pureTxt"/>
  <p:tag name="KSO_WM_SLIDE_LAYOUT" val="a_e"/>
  <p:tag name="KSO_WM_SLIDE_LAYOUT_CNT" val="1_1"/>
  <p:tag name="KSO_WM_SPECIAL_SOURCE" val="bdnull"/>
  <p:tag name="KSO_WM_SLIDE_CONTENT_AREA" val="{&quot;left&quot;:&quot;48.9&quot;,&quot;top&quot;:&quot;272.1&quot;,&quot;width&quot;:&quot;514.45&quot;,&quot;height&quot;:&quot;209.2&quot;}"/>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2454_4*a*1"/>
  <p:tag name="KSO_WM_TEMPLATE_CATEGORY" val="diagram"/>
  <p:tag name="KSO_WM_TEMPLATE_INDEX" val="20232454"/>
  <p:tag name="KSO_WM_UNIT_LAYERLEVEL" val="1"/>
  <p:tag name="KSO_WM_TAG_VERSION" val="3.0"/>
  <p:tag name="KSO_WM_BEAUTIFY_FLAG" val="#wm#"/>
  <p:tag name="KSO_WM_UNIT_ISCONTENTSTITLE" val="0"/>
  <p:tag name="KSO_WM_UNIT_ISNUMDGMTITLE" val="0"/>
  <p:tag name="KSO_WM_UNIT_NOCLEAR" val="0"/>
  <p:tag name="KSO_WM_UNIT_VALUE" val="25"/>
  <p:tag name="KSO_WM_DIAGRAM_GROUP_CODE" val="l1-1"/>
  <p:tag name="KSO_WM_UNIT_TYPE" val="a"/>
  <p:tag name="KSO_WM_UNIT_INDEX" val="1"/>
  <p:tag name="KSO_WM_UNIT_PRESET_TEXT" val="单击此处添加标题"/>
  <p:tag name="KSO_WM_UNIT_TEXT_TYPE" val="1"/>
  <p:tag name="KSO_WM_UNIT_TEXT_FILL_FORE_SCHEMECOLOR_INDEX" val="13"/>
  <p:tag name="KSO_WM_UNIT_TEXT_FILL_TYPE" val="1"/>
  <p:tag name="KSO_WM_UNIT_USESOURCEFORMAT_APPLY" val="0"/>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2454_2*l_i*1_1"/>
  <p:tag name="KSO_WM_TEMPLATE_CATEGORY" val="diagram"/>
  <p:tag name="KSO_WM_TEMPLATE_INDEX" val="20232454"/>
  <p:tag name="KSO_WM_UNIT_LAYERLEVEL" val="1_1"/>
  <p:tag name="KSO_WM_TAG_VERSION" val="3.0"/>
  <p:tag name="KSO_WM_BEAUTIFY_FLAG" val="#wm#"/>
  <p:tag name="KSO_WM_DIAGRAM_GROUP_CODE" val="l1-1"/>
  <p:tag name="KSO_WM_UNIT_TYPE" val="l_i"/>
  <p:tag name="KSO_WM_UNIT_INDEX" val="1_1"/>
  <p:tag name="KSO_WM_DIAGRAM_VERSION" val="3"/>
  <p:tag name="KSO_WM_DIAGRAM_COLOR_TRICK" val="1"/>
  <p:tag name="KSO_WM_DIAGRAM_COLOR_TEXT_CAN_REMOVE" val="n"/>
  <p:tag name="KSO_WM_DIAGRAM_MAX_ITEMCNT" val="5"/>
  <p:tag name="KSO_WM_DIAGRAM_MIN_ITEMCNT" val="2"/>
  <p:tag name="KSO_WM_DIAGRAM_VIRTUALLY_FRAME" val="{&quot;height&quot;:418.8055114746094,&quot;width&quot;:960.33056640625}"/>
  <p:tag name="KSO_WM_DIAGRAM_COLOR_MATCH_VALUE" val="{&quot;shape&quot;:{&quot;fill&quot;:{&quot;solid&quot;:{&quot;brightness&quot;:0,&quot;colorType&quot;:1,&quot;foreColorIndex&quot;:5,&quot;transparency&quot;:0.3300000131130218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0"/>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2454_2*l_i*1_2"/>
  <p:tag name="KSO_WM_TEMPLATE_CATEGORY" val="diagram"/>
  <p:tag name="KSO_WM_TEMPLATE_INDEX" val="20232454"/>
  <p:tag name="KSO_WM_UNIT_LAYERLEVEL" val="1_1"/>
  <p:tag name="KSO_WM_TAG_VERSION" val="3.0"/>
  <p:tag name="KSO_WM_BEAUTIFY_FLAG" val="#wm#"/>
  <p:tag name="KSO_WM_DIAGRAM_GROUP_CODE" val="l1-1"/>
  <p:tag name="KSO_WM_UNIT_TYPE" val="l_i"/>
  <p:tag name="KSO_WM_UNIT_INDEX" val="1_2"/>
  <p:tag name="KSO_WM_DIAGRAM_VERSION" val="3"/>
  <p:tag name="KSO_WM_DIAGRAM_COLOR_TRICK" val="1"/>
  <p:tag name="KSO_WM_DIAGRAM_COLOR_TEXT_CAN_REMOVE" val="n"/>
  <p:tag name="KSO_WM_DIAGRAM_MAX_ITEMCNT" val="5"/>
  <p:tag name="KSO_WM_DIAGRAM_MIN_ITEMCNT" val="2"/>
  <p:tag name="KSO_WM_DIAGRAM_VIRTUALLY_FRAME" val="{&quot;height&quot;:418.8055114746094,&quot;width&quot;:960.33056640625}"/>
  <p:tag name="KSO_WM_DIAGRAM_COLOR_MATCH_VALUE" val="{&quot;shape&quot;:{&quot;fill&quot;:{&quot;gradient&quot;:[{&quot;brightness&quot;:0,&quot;colorType&quot;:1,&quot;foreColorIndex&quot;:5,&quot;pos&quot;:0,&quot;transparency&quot;:0.25},{&quot;brightness&quot;:0,&quot;colorType&quot;:1,&quot;foreColorIndex&quot;:5,&quot;pos&quot;:0.6800000071525574,&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0"/>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2454_2*l_i*1_3"/>
  <p:tag name="KSO_WM_TEMPLATE_CATEGORY" val="diagram"/>
  <p:tag name="KSO_WM_TEMPLATE_INDEX" val="20232454"/>
  <p:tag name="KSO_WM_UNIT_LAYERLEVEL" val="1_1"/>
  <p:tag name="KSO_WM_TAG_VERSION" val="3.0"/>
  <p:tag name="KSO_WM_BEAUTIFY_FLAG" val="#wm#"/>
  <p:tag name="KSO_WM_DIAGRAM_GROUP_CODE" val="l1-1"/>
  <p:tag name="KSO_WM_UNIT_TYPE" val="l_i"/>
  <p:tag name="KSO_WM_UNIT_INDEX" val="1_3"/>
  <p:tag name="KSO_WM_DIAGRAM_VERSION" val="3"/>
  <p:tag name="KSO_WM_DIAGRAM_COLOR_TRICK" val="1"/>
  <p:tag name="KSO_WM_DIAGRAM_COLOR_TEXT_CAN_REMOVE" val="n"/>
  <p:tag name="KSO_WM_DIAGRAM_MAX_ITEMCNT" val="5"/>
  <p:tag name="KSO_WM_DIAGRAM_MIN_ITEMCNT" val="2"/>
  <p:tag name="KSO_WM_DIAGRAM_VIRTUALLY_FRAME" val="{&quot;height&quot;:418.8055114746094,&quot;width&quot;:960.33056640625}"/>
  <p:tag name="KSO_WM_DIAGRAM_COLOR_MATCH_VALUE" val="{&quot;shape&quot;:{&quot;fill&quot;:{&quot;solid&quot;:{&quot;brightness&quot;:0,&quot;colorType&quot;:1,&quot;foreColorIndex&quot;:5,&quot;transparency&quot;:0.870000004768371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0"/>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2454_2*l_h_i*1_1_2"/>
  <p:tag name="KSO_WM_TEMPLATE_CATEGORY" val="diagram"/>
  <p:tag name="KSO_WM_TEMPLATE_INDEX" val="20232454"/>
  <p:tag name="KSO_WM_UNIT_LAYERLEVEL" val="1_1_1"/>
  <p:tag name="KSO_WM_TAG_VERSION" val="3.0"/>
  <p:tag name="KSO_WM_BEAUTIFY_FLAG" val="#wm#"/>
  <p:tag name="KSO_WM_DIAGRAM_GROUP_CODE" val="l1-1"/>
  <p:tag name="KSO_WM_UNIT_TYPE" val="l_h_i"/>
  <p:tag name="KSO_WM_UNIT_INDEX" val="1_1_2"/>
  <p:tag name="KSO_WM_DIAGRAM_VERSION" val="3"/>
  <p:tag name="KSO_WM_DIAGRAM_COLOR_TRICK" val="1"/>
  <p:tag name="KSO_WM_DIAGRAM_COLOR_TEXT_CAN_REMOVE" val="n"/>
  <p:tag name="KSO_WM_DIAGRAM_MAX_ITEMCNT" val="5"/>
  <p:tag name="KSO_WM_DIAGRAM_MIN_ITEMCNT" val="2"/>
  <p:tag name="KSO_WM_DIAGRAM_VIRTUALLY_FRAME" val="{&quot;height&quot;:418.8055114746094,&quot;width&quot;:960.33056640625}"/>
  <p:tag name="KSO_WM_DIAGRAM_COLOR_MATCH_VALUE" val="{&quot;shape&quot;:{&quot;fill&quot;:{&quot;type&quot;:0},&quot;glow&quot;:{&quot;colorType&quot;:0},&quot;line&quot;:{&quot;solidLine&quot;:{&quot;brightness&quot;:0,&quot;colorType&quot;:1,&quot;foreColorIndex&quot;:2,&quot;transparency&quot;:0.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2"/>
  <p:tag name="KSO_WM_UNIT_LINE_FILL_TYPE" val="2"/>
  <p:tag name="KSO_WM_UNIT_TEXT_FILL_FORE_SCHEMECOLOR_INDEX" val="2"/>
  <p:tag name="KSO_WM_UNIT_TEXT_FILL_TYPE" val="1"/>
  <p:tag name="KSO_WM_UNIT_USESOURCEFORMAT_APPLY" val="0"/>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20232454_2*l_h_i*1_1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2"/>
  <p:tag name="KSO_WM_DIAGRAM_VIRTUALLY_FRAME" val="{&quot;height&quot;:418.8055114746094,&quot;width&quot;:960.330566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USESOURCEFORMAT_APPLY" val="0"/>
</p:tagLst>
</file>

<file path=ppt/tags/tag15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2454_2*l_h_f*1_1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2"/>
  <p:tag name="KSO_WM_DIAGRAM_VIRTUALLY_FRAME" val="{&quot;height&quot;:418.8055114746094,&quot;width&quot;:960.330566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项正文，文字是思想的提炼，请尽量言简意赅的阐述观点，单击此处输入项正文"/>
  <p:tag name="KSO_WM_UNIT_TEXT_FILL_FORE_SCHEMECOLOR_INDEX" val="1"/>
  <p:tag name="KSO_WM_UNIT_TEXT_FILL_TYPE" val="1"/>
  <p:tag name="KSO_WM_UNIT_TEXT_TYPE" val="1"/>
  <p:tag name="KSO_WM_UNIT_USESOURCEFORMAT_APPLY" val="0"/>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2454_2*l_h_i*1_2_2"/>
  <p:tag name="KSO_WM_TEMPLATE_CATEGORY" val="diagram"/>
  <p:tag name="KSO_WM_TEMPLATE_INDEX" val="20232454"/>
  <p:tag name="KSO_WM_UNIT_LAYERLEVEL" val="1_1_1"/>
  <p:tag name="KSO_WM_TAG_VERSION" val="3.0"/>
  <p:tag name="KSO_WM_BEAUTIFY_FLAG" val="#wm#"/>
  <p:tag name="KSO_WM_DIAGRAM_GROUP_CODE" val="l1-1"/>
  <p:tag name="KSO_WM_UNIT_TYPE" val="l_h_i"/>
  <p:tag name="KSO_WM_UNIT_INDEX" val="1_2_2"/>
  <p:tag name="KSO_WM_DIAGRAM_VERSION" val="3"/>
  <p:tag name="KSO_WM_DIAGRAM_COLOR_TRICK" val="1"/>
  <p:tag name="KSO_WM_DIAGRAM_COLOR_TEXT_CAN_REMOVE" val="n"/>
  <p:tag name="KSO_WM_DIAGRAM_MAX_ITEMCNT" val="5"/>
  <p:tag name="KSO_WM_DIAGRAM_MIN_ITEMCNT" val="2"/>
  <p:tag name="KSO_WM_DIAGRAM_VIRTUALLY_FRAME" val="{&quot;height&quot;:418.8055114746094,&quot;width&quot;:960.33056640625}"/>
  <p:tag name="KSO_WM_DIAGRAM_COLOR_MATCH_VALUE" val="{&quot;shape&quot;:{&quot;fill&quot;:{&quot;type&quot;:0},&quot;glow&quot;:{&quot;colorType&quot;:0},&quot;line&quot;:{&quot;solidLine&quot;:{&quot;brightness&quot;:0,&quot;colorType&quot;:1,&quot;foreColorIndex&quot;:2,&quot;transparency&quot;:0.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2"/>
  <p:tag name="KSO_WM_UNIT_LINE_FILL_TYPE" val="2"/>
  <p:tag name="KSO_WM_UNIT_TEXT_FILL_FORE_SCHEMECOLOR_INDEX" val="2"/>
  <p:tag name="KSO_WM_UNIT_TEXT_FILL_TYPE" val="1"/>
  <p:tag name="KSO_WM_UNIT_USESOURCEFORMAT_APPLY" val="0"/>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diagram20232454_2*l_h_i*1_2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2"/>
  <p:tag name="KSO_WM_DIAGRAM_VIRTUALLY_FRAME" val="{&quot;height&quot;:418.8055114746094,&quot;width&quot;:960.330566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USESOURCEFORMAT_APPLY" val="0"/>
</p:tagLst>
</file>

<file path=ppt/tags/tag15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2454_2*l_h_f*1_2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2"/>
  <p:tag name="KSO_WM_DIAGRAM_VIRTUALLY_FRAME" val="{&quot;height&quot;:418.8055114746094,&quot;width&quot;:960.330566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项正文，文字是思想的提炼，请尽量言简意赅的阐述观点，单击此处输入项正文"/>
  <p:tag name="KSO_WM_UNIT_TEXT_FILL_FORE_SCHEMECOLOR_INDEX" val="1"/>
  <p:tag name="KSO_WM_UNIT_TEXT_FILL_TYPE" val="1"/>
  <p:tag name="KSO_WM_UNIT_TEXT_TYPE" val="1"/>
  <p:tag name="KSO_WM_UNIT_USESOURCEFORMAT_APPLY" val="0"/>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2454_2*l_h_i*1_3_2"/>
  <p:tag name="KSO_WM_TEMPLATE_CATEGORY" val="diagram"/>
  <p:tag name="KSO_WM_TEMPLATE_INDEX" val="20232454"/>
  <p:tag name="KSO_WM_UNIT_LAYERLEVEL" val="1_1_1"/>
  <p:tag name="KSO_WM_TAG_VERSION" val="3.0"/>
  <p:tag name="KSO_WM_BEAUTIFY_FLAG" val="#wm#"/>
  <p:tag name="KSO_WM_DIAGRAM_GROUP_CODE" val="l1-1"/>
  <p:tag name="KSO_WM_UNIT_TYPE" val="l_h_i"/>
  <p:tag name="KSO_WM_UNIT_INDEX" val="1_3_2"/>
  <p:tag name="KSO_WM_DIAGRAM_VERSION" val="3"/>
  <p:tag name="KSO_WM_DIAGRAM_COLOR_TRICK" val="1"/>
  <p:tag name="KSO_WM_DIAGRAM_COLOR_TEXT_CAN_REMOVE" val="n"/>
  <p:tag name="KSO_WM_DIAGRAM_MAX_ITEMCNT" val="5"/>
  <p:tag name="KSO_WM_DIAGRAM_MIN_ITEMCNT" val="2"/>
  <p:tag name="KSO_WM_DIAGRAM_VIRTUALLY_FRAME" val="{&quot;height&quot;:418.8055114746094,&quot;width&quot;:960.33056640625}"/>
  <p:tag name="KSO_WM_DIAGRAM_COLOR_MATCH_VALUE" val="{&quot;shape&quot;:{&quot;fill&quot;:{&quot;type&quot;:0},&quot;glow&quot;:{&quot;colorType&quot;:0},&quot;line&quot;:{&quot;solidLine&quot;:{&quot;brightness&quot;:0,&quot;colorType&quot;:1,&quot;foreColorIndex&quot;:2,&quot;transparency&quot;:0.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2"/>
  <p:tag name="KSO_WM_UNIT_LINE_FILL_TYPE" val="2"/>
  <p:tag name="KSO_WM_UNIT_TEXT_FILL_FORE_SCHEMECOLOR_INDEX" val="2"/>
  <p:tag name="KSO_WM_UNIT_TEXT_FILL_TYPE" val="1"/>
  <p:tag name="KSO_WM_UNIT_USESOURCEFORMAT_APPLY" val="0"/>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diagram20232454_2*l_h_i*1_3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2"/>
  <p:tag name="KSO_WM_DIAGRAM_VIRTUALLY_FRAME" val="{&quot;height&quot;:418.8055114746094,&quot;width&quot;:960.330566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USESOURCEFORMAT_APPLY" val="0"/>
</p:tagLst>
</file>

<file path=ppt/tags/tag15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2454_2*l_h_f*1_3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2"/>
  <p:tag name="KSO_WM_DIAGRAM_VIRTUALLY_FRAME" val="{&quot;height&quot;:418.8055114746094,&quot;width&quot;:960.330566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项正文，文字是思想的提炼，请尽量言简意赅的阐述观点，单击此处输入项正文"/>
  <p:tag name="KSO_WM_UNIT_TEXT_FILL_FORE_SCHEMECOLOR_INDEX" val="1"/>
  <p:tag name="KSO_WM_UNIT_TEXT_FILL_TYPE" val="1"/>
  <p:tag name="KSO_WM_UNIT_TEXT_TYPE" val="1"/>
  <p:tag name="KSO_WM_UNIT_USESOURCEFORMAT_APPLY" val="0"/>
</p:tagLst>
</file>

<file path=ppt/tags/tag15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2454_2*l_h_a*1_1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2"/>
  <p:tag name="KSO_WM_DIAGRAM_VIRTUALLY_FRAME" val="{&quot;height&quot;:418.8055114746094,&quot;width&quot;:960.330566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项标题"/>
  <p:tag name="KSO_WM_UNIT_TEXT_FILL_FORE_SCHEMECOLOR_INDEX" val="1"/>
  <p:tag name="KSO_WM_UNIT_TEXT_FILL_TYPE" val="1"/>
  <p:tag name="KSO_WM_UNIT_TEXT_TYPE" val="1"/>
  <p:tag name="KSO_WM_UNIT_USESOURCEFORMAT_APPLY" val="0"/>
</p:tagLst>
</file>

<file path=ppt/tags/tag16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2454_2*l_h_a*1_2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2"/>
  <p:tag name="KSO_WM_DIAGRAM_VIRTUALLY_FRAME" val="{&quot;height&quot;:418.8055114746094,&quot;width&quot;:960.330566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项标题"/>
  <p:tag name="KSO_WM_UNIT_TEXT_FILL_FORE_SCHEMECOLOR_INDEX" val="1"/>
  <p:tag name="KSO_WM_UNIT_TEXT_FILL_TYPE" val="1"/>
  <p:tag name="KSO_WM_UNIT_TEXT_TYPE" val="1"/>
  <p:tag name="KSO_WM_UNIT_USESOURCEFORMAT_APPLY" val="0"/>
</p:tagLst>
</file>

<file path=ppt/tags/tag16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2454_2*l_h_a*1_3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2"/>
  <p:tag name="KSO_WM_DIAGRAM_VIRTUALLY_FRAME" val="{&quot;height&quot;:418.8055114746094,&quot;width&quot;:960.330566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项标题"/>
  <p:tag name="KSO_WM_UNIT_TEXT_FILL_FORE_SCHEMECOLOR_INDEX" val="1"/>
  <p:tag name="KSO_WM_UNIT_TEXT_FILL_TYPE" val="1"/>
  <p:tag name="KSO_WM_UNIT_TEXT_TYPE" val="1"/>
  <p:tag name="KSO_WM_UNIT_USESOURCEFORMAT_APPLY" val="0"/>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2454_2*l_h_x*1_1_1"/>
  <p:tag name="KSO_WM_TEMPLATE_CATEGORY" val="diagram"/>
  <p:tag name="KSO_WM_TEMPLATE_INDEX" val="20232454"/>
  <p:tag name="KSO_WM_UNIT_LAYERLEVEL" val="1_1_1"/>
  <p:tag name="KSO_WM_TAG_VERSION" val="3.0"/>
  <p:tag name="KSO_WM_BEAUTIFY_FLAG" val="#wm#"/>
  <p:tag name="KSO_WM_DIAGRAM_VERSION" val="3"/>
  <p:tag name="KSO_WM_DIAGRAM_COLOR_TRICK" val="1"/>
  <p:tag name="KSO_WM_DIAGRAM_COLOR_TEXT_CAN_REMOVE" val="n"/>
  <p:tag name="KSO_WM_UNIT_VALUE" val="150*150"/>
  <p:tag name="KSO_WM_UNIT_TYPE" val="l_h_x"/>
  <p:tag name="KSO_WM_UNIT_INDEX" val="1_1_1"/>
  <p:tag name="KSO_WM_DIAGRAM_MAX_ITEMCNT" val="5"/>
  <p:tag name="KSO_WM_DIAGRAM_MIN_ITEMCNT" val="2"/>
  <p:tag name="KSO_WM_DIAGRAM_VIRTUALLY_FRAME" val="{&quot;height&quot;:418.8055114746094,&quot;width&quot;:960.3305664062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0"/>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2454_2*l_h_x*1_2_1"/>
  <p:tag name="KSO_WM_TEMPLATE_CATEGORY" val="diagram"/>
  <p:tag name="KSO_WM_TEMPLATE_INDEX" val="20232454"/>
  <p:tag name="KSO_WM_UNIT_LAYERLEVEL" val="1_1_1"/>
  <p:tag name="KSO_WM_TAG_VERSION" val="3.0"/>
  <p:tag name="KSO_WM_BEAUTIFY_FLAG" val="#wm#"/>
  <p:tag name="KSO_WM_DIAGRAM_VERSION" val="3"/>
  <p:tag name="KSO_WM_DIAGRAM_COLOR_TRICK" val="1"/>
  <p:tag name="KSO_WM_DIAGRAM_COLOR_TEXT_CAN_REMOVE" val="n"/>
  <p:tag name="KSO_WM_UNIT_VALUE" val="136*140"/>
  <p:tag name="KSO_WM_UNIT_TYPE" val="l_h_x"/>
  <p:tag name="KSO_WM_UNIT_INDEX" val="1_2_1"/>
  <p:tag name="KSO_WM_DIAGRAM_MAX_ITEMCNT" val="5"/>
  <p:tag name="KSO_WM_DIAGRAM_MIN_ITEMCNT" val="2"/>
  <p:tag name="KSO_WM_DIAGRAM_VIRTUALLY_FRAME" val="{&quot;height&quot;:418.8055114746094,&quot;width&quot;:960.3305664062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0"/>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2454_2*l_h_x*1_3_1"/>
  <p:tag name="KSO_WM_TEMPLATE_CATEGORY" val="diagram"/>
  <p:tag name="KSO_WM_TEMPLATE_INDEX" val="20232454"/>
  <p:tag name="KSO_WM_UNIT_LAYERLEVEL" val="1_1_1"/>
  <p:tag name="KSO_WM_TAG_VERSION" val="3.0"/>
  <p:tag name="KSO_WM_BEAUTIFY_FLAG" val="#wm#"/>
  <p:tag name="KSO_WM_DIAGRAM_VERSION" val="3"/>
  <p:tag name="KSO_WM_DIAGRAM_COLOR_TRICK" val="1"/>
  <p:tag name="KSO_WM_DIAGRAM_COLOR_TEXT_CAN_REMOVE" val="n"/>
  <p:tag name="KSO_WM_UNIT_VALUE" val="150*137"/>
  <p:tag name="KSO_WM_UNIT_TYPE" val="l_h_x"/>
  <p:tag name="KSO_WM_UNIT_INDEX" val="1_3_1"/>
  <p:tag name="KSO_WM_DIAGRAM_MAX_ITEMCNT" val="5"/>
  <p:tag name="KSO_WM_DIAGRAM_MIN_ITEMCNT" val="2"/>
  <p:tag name="KSO_WM_DIAGRAM_VIRTUALLY_FRAME" val="{&quot;height&quot;:418.8055114746094,&quot;width&quot;:960.33056640625}"/>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0"/>
</p:tagLst>
</file>

<file path=ppt/tags/tag165.xml><?xml version="1.0" encoding="utf-8"?>
<p:tagLst xmlns:p="http://schemas.openxmlformats.org/presentationml/2006/main">
  <p:tag name="KSO_WM_SLIDE_ID" val="diagram20232454_4"/>
  <p:tag name="KSO_WM_TEMPLATE_SUBCATEGORY" val="0"/>
  <p:tag name="KSO_WM_TEMPLATE_MASTER_TYPE" val="0"/>
  <p:tag name="KSO_WM_TEMPLATE_COLOR_TYPE" val="0"/>
  <p:tag name="KSO_WM_SLIDE_ITEM_CNT" val="5"/>
  <p:tag name="KSO_WM_SLIDE_INDEX" val="4"/>
  <p:tag name="KSO_WM_TAG_VERSION" val="3.0"/>
  <p:tag name="KSO_WM_BEAUTIFY_FLAG" val="#wm#"/>
  <p:tag name="KSO_WM_TEMPLATE_CATEGORY" val="custom"/>
  <p:tag name="KSO_WM_TEMPLATE_INDEX" val="20230266"/>
  <p:tag name="KSO_WM_SLIDE_TYPE" val="text"/>
  <p:tag name="KSO_WM_SLIDE_SUBTYPE" val="diag"/>
  <p:tag name="KSO_WM_SLIDE_SIZE" val="960.331*418.806"/>
  <p:tag name="KSO_WM_SLIDE_POSITION" val="-0.330472*121.501"/>
  <p:tag name="KSO_WM_SLIDE_LAYOUT" val="a_l"/>
  <p:tag name="KSO_WM_SLIDE_LAYOUT_CNT" val="1_1"/>
  <p:tag name="KSO_WM_SPECIAL_SOURCE" val="bdnull"/>
  <p:tag name="KSO_WM_DIAGRAM_GROUP_CODE" val="l1-1"/>
  <p:tag name="KSO_WM_SLIDE_DIAGTYPE" val="l"/>
</p:tagLst>
</file>

<file path=ppt/tags/tag166.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TEMPLATE_INDEX" val="20231804"/>
  <p:tag name="KSO_WM_UNIT_ID" val="custom20231804_1*a*1"/>
  <p:tag name="KSO_WM_UNIT_TEXT_FILL_FORE_SCHEMECOLOR_INDEX" val="13"/>
  <p:tag name="KSO_WM_UNIT_TEXT_FILL_TYPE" val="1"/>
  <p:tag name="KSO_WM_UNIT_USESOURCEFORMAT_APPLY" val="0"/>
  <p:tag name="KSO_WM_UNIT_PRESET_TEXT" val="单击此处添加标题"/>
</p:tagLst>
</file>

<file path=ppt/tags/tag16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759_2*l_h_f*1_1_1"/>
  <p:tag name="KSO_WM_TEMPLATE_CATEGORY" val="diagram"/>
  <p:tag name="KSO_WM_TEMPLATE_INDEX" val="20231759"/>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4.9488976377953,&quot;left&quot;:54.38082280196545,&quot;top&quot;:134.89102362204724,&quot;width&quot;:413.9899291992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您的项正文，文字是您思想的提炼，请尽量言简意赅的阐述观点。"/>
  <p:tag name="KSO_WM_UNIT_TEXT_FILL_FORE_SCHEMECOLOR_INDEX" val="1"/>
  <p:tag name="KSO_WM_UNIT_TEXT_FILL_TYPE" val="1"/>
  <p:tag name="KSO_WM_UNIT_USESOURCEFORMAT_APPLY" val="0"/>
</p:tagLst>
</file>

<file path=ppt/tags/tag16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759_2*l_h_a*1_1_1"/>
  <p:tag name="KSO_WM_TEMPLATE_CATEGORY" val="diagram"/>
  <p:tag name="KSO_WM_TEMPLATE_INDEX" val="20231759"/>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4.9488976377953,&quot;left&quot;:54.38082280196545,&quot;top&quot;:134.89102362204724,&quot;width&quot;:413.9899291992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UNIT_USESOURCEFORMAT_APPLY" val="0"/>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2"/>
  <p:tag name="KSO_WM_UNIT_ID" val="diagram20231759_2*l_h_i*1_1_2"/>
  <p:tag name="KSO_WM_TEMPLATE_CATEGORY" val="diagram"/>
  <p:tag name="KSO_WM_TEMPLATE_INDEX" val="20231759"/>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4.9488976377953,&quot;left&quot;:54.38082280196545,&quot;top&quot;:134.89102362204724,&quot;width&quot;:413.989929199218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1"/>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17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759_2*l_h_f*1_2_1"/>
  <p:tag name="KSO_WM_TEMPLATE_CATEGORY" val="diagram"/>
  <p:tag name="KSO_WM_TEMPLATE_INDEX" val="20231759"/>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4.9488976377953,&quot;left&quot;:54.38082280196545,&quot;top&quot;:134.89102362204724,&quot;width&quot;:413.9899291992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您的项正文，文字是您思想的提炼，请尽量言简意赅的阐述观点。"/>
  <p:tag name="KSO_WM_UNIT_TEXT_FILL_FORE_SCHEMECOLOR_INDEX" val="1"/>
  <p:tag name="KSO_WM_UNIT_TEXT_FILL_TYPE" val="1"/>
  <p:tag name="KSO_WM_UNIT_USESOURCEFORMAT_APPLY" val="0"/>
</p:tagLst>
</file>

<file path=ppt/tags/tag17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759_2*l_h_a*1_2_1"/>
  <p:tag name="KSO_WM_TEMPLATE_CATEGORY" val="diagram"/>
  <p:tag name="KSO_WM_TEMPLATE_INDEX" val="20231759"/>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4.9488976377953,&quot;left&quot;:54.38082280196545,&quot;top&quot;:134.89102362204724,&quot;width&quot;:413.9899291992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UNIT_USESOURCEFORMAT_APPLY" val="0"/>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2"/>
  <p:tag name="KSO_WM_UNIT_ID" val="diagram20231759_2*l_h_i*1_2_2"/>
  <p:tag name="KSO_WM_TEMPLATE_CATEGORY" val="diagram"/>
  <p:tag name="KSO_WM_TEMPLATE_INDEX" val="20231759"/>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4.9488976377953,&quot;left&quot;:54.38082280196545,&quot;top&quot;:134.89102362204724,&quot;width&quot;:413.989929199218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2"/>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17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1759_2*l_h_f*1_3_1"/>
  <p:tag name="KSO_WM_TEMPLATE_CATEGORY" val="diagram"/>
  <p:tag name="KSO_WM_TEMPLATE_INDEX" val="20231759"/>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4.9488976377953,&quot;left&quot;:54.38082280196545,&quot;top&quot;:134.89102362204724,&quot;width&quot;:413.9899291992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您的项正文，文字是您思想的提炼，请尽量言简意赅的阐述观点。"/>
  <p:tag name="KSO_WM_UNIT_TEXT_FILL_FORE_SCHEMECOLOR_INDEX" val="1"/>
  <p:tag name="KSO_WM_UNIT_TEXT_FILL_TYPE" val="1"/>
  <p:tag name="KSO_WM_UNIT_USESOURCEFORMAT_APPLY" val="0"/>
</p:tagLst>
</file>

<file path=ppt/tags/tag17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1759_2*l_h_a*1_3_1"/>
  <p:tag name="KSO_WM_TEMPLATE_CATEGORY" val="diagram"/>
  <p:tag name="KSO_WM_TEMPLATE_INDEX" val="20231759"/>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4.9488976377953,&quot;left&quot;:54.38082280196545,&quot;top&quot;:134.89102362204724,&quot;width&quot;:413.9899291992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UNIT_USESOURCEFORMAT_APPLY" val="0"/>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2"/>
  <p:tag name="KSO_WM_UNIT_ID" val="diagram20231759_2*l_h_i*1_3_2"/>
  <p:tag name="KSO_WM_TEMPLATE_CATEGORY" val="diagram"/>
  <p:tag name="KSO_WM_TEMPLATE_INDEX" val="20231759"/>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4.9488976377953,&quot;left&quot;:54.38082280196545,&quot;top&quot;:134.89102362204724,&quot;width&quot;:413.989929199218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3"/>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176.xml><?xml version="1.0" encoding="utf-8"?>
<p:tagLst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413.271*363.279"/>
  <p:tag name="KSO_WM_SLIDE_POSITION" val="54.75*136.56"/>
  <p:tag name="KSO_WM_SLIDE_LAYOUT" val="a_d_l"/>
  <p:tag name="KSO_WM_SLIDE_LAYOUT_CNT" val="1_1_1"/>
  <p:tag name="KSO_WM_SPECIAL_SOURCE" val="bdnull"/>
  <p:tag name="KSO_WM_DIAGRAM_GROUP_CODE" val="l1-1"/>
  <p:tag name="KSO_WM_SLIDE_DIAGTYPE" val="l"/>
  <p:tag name="KSO_WM_TEMPLATE_INDEX" val="20230266"/>
  <p:tag name="KSO_WM_TEMPLATE_SUBCATEGORY" val="0"/>
  <p:tag name="KSO_WM_SLIDE_INDEX" val="1"/>
  <p:tag name="KSO_WM_TAG_VERSION" val="3.0"/>
  <p:tag name="KSO_WM_SLIDE_ID" val="custom20231804_1"/>
  <p:tag name="KSO_WM_SLIDE_ITEM_CNT" val="3"/>
</p:tagLst>
</file>

<file path=ppt/tags/tag177.xml><?xml version="1.0" encoding="utf-8"?>
<p:tagLst xmlns:p="http://schemas.openxmlformats.org/presentationml/2006/main">
  <p:tag name="TABLE_ENDDRAG_ORIGIN_RECT" val="520*378"/>
  <p:tag name="TABLE_ENDDRAG_RECT" val="54*28*520*378"/>
</p:tagLst>
</file>

<file path=ppt/tags/tag178.xml><?xml version="1.0" encoding="utf-8"?>
<p:tagLst xmlns:p="http://schemas.openxmlformats.org/presentationml/2006/main">
  <p:tag name="TABLE_ENDDRAG_ORIGIN_RECT" val="430*176"/>
  <p:tag name="TABLE_ENDDRAG_RECT" val="521*44*430*176"/>
</p:tagLst>
</file>

<file path=ppt/tags/tag179.xml><?xml version="1.0" encoding="utf-8"?>
<p:tagLst xmlns:p="http://schemas.openxmlformats.org/presentationml/2006/main">
  <p:tag name="KSO_WM_BEAUTIFY_FLAG" val="#wm#"/>
  <p:tag name="KSO_WM_TEMPLATE_CATEGORY" val="custom"/>
  <p:tag name="KSO_WM_TEMPLATE_INDEX" val="20230266"/>
</p:tagLst>
</file>

<file path=ppt/tags/tag180.xml><?xml version="1.0" encoding="utf-8"?>
<p:tagLst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1973_1*a*1"/>
  <p:tag name="KSO_WM_TEMPLATE_CATEGORY" val="diagram"/>
  <p:tag name="KSO_WM_TEMPLATE_INDEX" val="20231973"/>
  <p:tag name="KSO_WM_UNIT_LAYERLEVEL" val="1"/>
  <p:tag name="KSO_WM_TAG_VERSION" val="3.0"/>
  <p:tag name="KSO_WM_BEAUTIFY_FLAG" val="#wm#"/>
  <p:tag name="KSO_WM_UNIT_TEXT_TYPE" val="1"/>
  <p:tag name="KSO_WM_UNIT_PRESET_TEXT" val="单击此处添加标题"/>
  <p:tag name="KSO_WM_UNIT_TEXT_FILL_FORE_SCHEMECOLOR_INDEX" val="13"/>
  <p:tag name="KSO_WM_UNIT_TEXT_FILL_TYPE" val="1"/>
  <p:tag name="KSO_WM_UNIT_USESOURCEFORMAT_APPLY" val="0"/>
</p:tagLst>
</file>

<file path=ppt/tags/tag18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973_2*l_h_i*1_1_2"/>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width&quot;:850.3499755859375}"/>
  <p:tag name="KSO_WM_DIAGRAM_COLOR_MATCH_VALUE" val="{&quot;shape&quot;:{&quot;fill&quot;:{&quot;solid&quot;:{&quot;brightness&quot;:0.6000000238418579,&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6"/>
  <p:tag name="KSO_WM_UNIT_TEXT_FILL_FORE_SCHEMECOLOR_INDEX" val="14"/>
  <p:tag name="KSO_WM_UNIT_TEXT_FILL_TYPE" val="1"/>
  <p:tag name="KSO_WM_UNIT_USESOURCEFORMAT_APPLY" val="0"/>
</p:tagLst>
</file>

<file path=ppt/tags/tag182.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973_2*l_h_f*1_1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width&quot;:850.3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52"/>
  <p:tag name="KSO_WM_UNIT_TEXT_TYPE" val="1"/>
  <p:tag name="KSO_WM_UNIT_PRESET_TEXT" val="单击此处添加文本具体内容，简明扼要地阐述您的观点。根据需要可酌情增减文字，单击此处添加文本具体内容"/>
  <p:tag name="KSO_WM_UNIT_TEXT_FILL_FORE_SCHEMECOLOR_INDEX" val="1"/>
  <p:tag name="KSO_WM_UNIT_TEXT_FILL_TYPE" val="1"/>
  <p:tag name="KSO_WM_UNIT_USESOURCEFORMAT_APPLY" val="0"/>
</p:tagLst>
</file>

<file path=ppt/tags/tag18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1973_2*l_h_i*1_1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width&quot;:850.34997558593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184.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1973_2*l_h_a*1_1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width&quot;:850.3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0"/>
  <p:tag name="KSO_WM_UNIT_TEXT_TYPE" val="1"/>
  <p:tag name="KSO_WM_UNIT_PRESET_TEXT" val="添加标题"/>
  <p:tag name="KSO_WM_UNIT_TEXT_FILL_FORE_SCHEMECOLOR_INDEX" val="1"/>
  <p:tag name="KSO_WM_UNIT_TEXT_FILL_TYPE" val="1"/>
  <p:tag name="KSO_WM_UNIT_USESOURCEFORMAT_APPLY" val="0"/>
</p:tagLst>
</file>

<file path=ppt/tags/tag185.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1973_2*l_h_i*1_2_2"/>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width&quot;:850.3499755859375}"/>
  <p:tag name="KSO_WM_DIAGRAM_COLOR_MATCH_VALUE" val="{&quot;shape&quot;:{&quot;fill&quot;:{&quot;solid&quot;:{&quot;brightness&quot;:0.6000000238418579,&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6"/>
  <p:tag name="KSO_WM_UNIT_TEXT_FILL_FORE_SCHEMECOLOR_INDEX" val="14"/>
  <p:tag name="KSO_WM_UNIT_TEXT_FILL_TYPE" val="1"/>
  <p:tag name="KSO_WM_UNIT_USESOURCEFORMAT_APPLY" val="0"/>
</p:tagLst>
</file>

<file path=ppt/tags/tag186.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973_2*l_h_f*1_2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width&quot;:850.3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添加文本具体内容，简明扼要地阐述您的观点。根据需要可酌情增减文字，单击此处添加文本具体内容"/>
  <p:tag name="KSO_WM_UNIT_TEXT_FILL_FORE_SCHEMECOLOR_INDEX" val="1"/>
  <p:tag name="KSO_WM_UNIT_TEXT_FILL_TYPE" val="1"/>
  <p:tag name="KSO_WM_UNIT_USESOURCEFORMAT_APPLY" val="0"/>
</p:tagLst>
</file>

<file path=ppt/tags/tag18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1973_2*l_h_i*1_2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width&quot;:850.34997558593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188.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1973_2*l_h_a*1_2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width&quot;:850.3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0"/>
  <p:tag name="KSO_WM_UNIT_TEXT_TYPE" val="1"/>
  <p:tag name="KSO_WM_UNIT_PRESET_TEXT" val="添加标题"/>
  <p:tag name="KSO_WM_UNIT_TEXT_FILL_FORE_SCHEMECOLOR_INDEX" val="1"/>
  <p:tag name="KSO_WM_UNIT_TEXT_FILL_TYPE" val="1"/>
  <p:tag name="KSO_WM_UNIT_USESOURCEFORMAT_APPLY" val="0"/>
</p:tagLst>
</file>

<file path=ppt/tags/tag18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1973_2*l_h_i*1_3_2"/>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width&quot;:850.3499755859375}"/>
  <p:tag name="KSO_WM_DIAGRAM_COLOR_MATCH_VALUE" val="{&quot;shape&quot;:{&quot;fill&quot;:{&quot;solid&quot;:{&quot;brightness&quot;:0.6000000238418579,&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6"/>
  <p:tag name="KSO_WM_UNIT_TEXT_FILL_FORE_SCHEMECOLOR_INDEX" val="14"/>
  <p:tag name="KSO_WM_UNIT_TEXT_FILL_TYPE" val="1"/>
  <p:tag name="KSO_WM_UNIT_USESOURCEFORMAT_APPLY" val="0"/>
</p:tagLst>
</file>

<file path=ppt/tags/tag190.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1973_2*l_h_f*1_3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width&quot;:850.3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添加文本具体内容，简明扼要地阐述您的观点。根据需要可酌情增减文字，单击此处添加文本具体内容"/>
  <p:tag name="KSO_WM_UNIT_TEXT_FILL_FORE_SCHEMECOLOR_INDEX" val="1"/>
  <p:tag name="KSO_WM_UNIT_TEXT_FILL_TYPE" val="1"/>
  <p:tag name="KSO_WM_UNIT_USESOURCEFORMAT_APPLY" val="0"/>
</p:tagLst>
</file>

<file path=ppt/tags/tag19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20231973_2*l_h_i*1_3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width&quot;:850.34997558593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19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31973_2*l_h_i*1_1_3"/>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width&quot;:850.3499755859375}"/>
  <p:tag name="KSO_WM_DIAGRAM_COLOR_MATCH_VALUE" val="{&quot;shape&quot;:{&quot;fill&quot;:{&quot;type&quot;:0},&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LINE_FILL_TYPE" val="2"/>
  <p:tag name="KSO_WM_UNIT_USESOURCEFORMAT_APPLY" val="0"/>
</p:tagLst>
</file>

<file path=ppt/tags/tag19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31973_2*l_h_i*1_2_3"/>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width&quot;:850.3499755859375}"/>
  <p:tag name="KSO_WM_DIAGRAM_COLOR_MATCH_VALUE" val="{&quot;shape&quot;:{&quot;fill&quot;:{&quot;type&quot;:0},&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LINE_FILL_TYPE" val="2"/>
  <p:tag name="KSO_WM_UNIT_USESOURCEFORMAT_APPLY" val="0"/>
</p:tagLst>
</file>

<file path=ppt/tags/tag19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3"/>
  <p:tag name="KSO_WM_UNIT_ID" val="diagram20231973_2*l_h_i*1_3_3"/>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width&quot;:850.3499755859375}"/>
  <p:tag name="KSO_WM_DIAGRAM_COLOR_MATCH_VALUE" val="{&quot;shape&quot;:{&quot;fill&quot;:{&quot;type&quot;:0},&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LINE_FILL_TYPE" val="2"/>
  <p:tag name="KSO_WM_UNIT_USESOURCEFORMAT_APPLY" val="0"/>
</p:tagLst>
</file>

<file path=ppt/tags/tag195.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1973_2*l_h_a*1_3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width&quot;:850.3499755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0"/>
  <p:tag name="KSO_WM_UNIT_TEXT_TYPE" val="1"/>
  <p:tag name="KSO_WM_UNIT_PRESET_TEXT" val="添加标题"/>
  <p:tag name="KSO_WM_UNIT_TEXT_FILL_FORE_SCHEMECOLOR_INDEX" val="1"/>
  <p:tag name="KSO_WM_UNIT_TEXT_FILL_TYPE" val="1"/>
  <p:tag name="KSO_WM_UNIT_USESOURCEFORMAT_APPLY" val="0"/>
</p:tagLst>
</file>

<file path=ppt/tags/tag196.xml><?xml version="1.0" encoding="utf-8"?>
<p:tagLst xmlns:p="http://schemas.openxmlformats.org/presentationml/2006/main">
  <p:tag name="KSO_WM_SLIDE_ID" val="diagram20231973_1"/>
  <p:tag name="KSO_WM_TEMPLATE_SUBCATEGORY" val="0"/>
  <p:tag name="KSO_WM_TEMPLATE_MASTER_TYPE" val="0"/>
  <p:tag name="KSO_WM_TEMPLATE_COLOR_TYPE" val="0"/>
  <p:tag name="KSO_WM_SLIDE_TYPE" val="text"/>
  <p:tag name="KSO_WM_SLIDE_SUBTYPE" val="diag"/>
  <p:tag name="KSO_WM_SLIDE_ITEM_CNT" val="2"/>
  <p:tag name="KSO_WM_SLIDE_INDEX" val="1"/>
  <p:tag name="KSO_WM_SLIDE_SIZE" val="850.35*326.55"/>
  <p:tag name="KSO_WM_SLIDE_POSITION" val="54.85*131.9"/>
  <p:tag name="KSO_WM_DIAGRAM_GROUP_CODE" val="l1-1"/>
  <p:tag name="KSO_WM_SLIDE_DIAGTYPE" val="l"/>
  <p:tag name="KSO_WM_TAG_VERSION" val="3.0"/>
  <p:tag name="KSO_WM_BEAUTIFY_FLAG" val="#wm#"/>
  <p:tag name="KSO_WM_TEMPLATE_CATEGORY" val="custom"/>
  <p:tag name="KSO_WM_TEMPLATE_INDEX" val="20230266"/>
  <p:tag name="KSO_WM_SLIDE_LAYOUT" val="a_l"/>
  <p:tag name="KSO_WM_SLIDE_LAYOUT_CNT" val="1_1"/>
  <p:tag name="KSO_WM_SPECIAL_SOURCE" val="bdnull"/>
</p:tagLst>
</file>

<file path=ppt/tags/tag197.xml><?xml version="1.0" encoding="utf-8"?>
<p:tagLst xmlns:p="http://schemas.openxmlformats.org/presentationml/2006/main">
  <p:tag name="TABLE_ENDDRAG_ORIGIN_RECT" val="430*176"/>
  <p:tag name="TABLE_ENDDRAG_RECT" val="521*44*430*176"/>
</p:tagLst>
</file>

<file path=ppt/tags/tag198.xml><?xml version="1.0" encoding="utf-8"?>
<p:tagLst xmlns:p="http://schemas.openxmlformats.org/presentationml/2006/main">
  <p:tag name="KSO_WM_BEAUTIFY_FLAG" val="#wm#"/>
  <p:tag name="KSO_WM_TEMPLATE_CATEGORY" val="custom"/>
  <p:tag name="KSO_WM_TEMPLATE_INDEX" val="20230266"/>
</p:tagLst>
</file>

<file path=ppt/tags/tag199.xml><?xml version="1.0" encoding="utf-8"?>
<p:tagLst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1973_1*a*1"/>
  <p:tag name="KSO_WM_TEMPLATE_CATEGORY" val="diagram"/>
  <p:tag name="KSO_WM_TEMPLATE_INDEX" val="20231973"/>
  <p:tag name="KSO_WM_UNIT_LAYERLEVEL" val="1"/>
  <p:tag name="KSO_WM_TAG_VERSION" val="3.0"/>
  <p:tag name="KSO_WM_BEAUTIFY_FLAG" val="#wm#"/>
  <p:tag name="KSO_WM_UNIT_TEXT_TYPE" val="1"/>
  <p:tag name="KSO_WM_UNIT_PRESET_TEXT" val="单击此处添加标题"/>
  <p:tag name="KSO_WM_UNIT_TEXT_FILL_FORE_SCHEMECOLOR_INDEX" val="13"/>
  <p:tag name="KSO_WM_UNIT_TEXT_FILL_TYPE" val="1"/>
  <p:tag name="KSO_WM_UNIT_USESOURCEFORMAT_APPLY" val="0"/>
</p:tagLst>
</file>

<file path=ppt/tags/tag200.xml><?xml version="1.0" encoding="utf-8"?>
<p:tagLst xmlns:p="http://schemas.openxmlformats.org/presentationml/2006/main">
  <p:tag name="KSO_WM_SLIDE_ID" val="diagram20231973_1"/>
  <p:tag name="KSO_WM_TEMPLATE_SUBCATEGORY" val="0"/>
  <p:tag name="KSO_WM_TEMPLATE_MASTER_TYPE" val="0"/>
  <p:tag name="KSO_WM_TEMPLATE_COLOR_TYPE" val="0"/>
  <p:tag name="KSO_WM_SLIDE_TYPE" val="text"/>
  <p:tag name="KSO_WM_SLIDE_SUBTYPE" val="diag"/>
  <p:tag name="KSO_WM_SLIDE_ITEM_CNT" val="2"/>
  <p:tag name="KSO_WM_SLIDE_INDEX" val="1"/>
  <p:tag name="KSO_WM_SLIDE_SIZE" val="850.35*326.55"/>
  <p:tag name="KSO_WM_SLIDE_POSITION" val="54.85*131.9"/>
  <p:tag name="KSO_WM_DIAGRAM_GROUP_CODE" val="l1-1"/>
  <p:tag name="KSO_WM_SLIDE_DIAGTYPE" val="l"/>
  <p:tag name="KSO_WM_TAG_VERSION" val="3.0"/>
  <p:tag name="KSO_WM_BEAUTIFY_FLAG" val="#wm#"/>
  <p:tag name="KSO_WM_TEMPLATE_CATEGORY" val="custom"/>
  <p:tag name="KSO_WM_TEMPLATE_INDEX" val="20230266"/>
  <p:tag name="KSO_WM_SLIDE_LAYOUT" val="a_l"/>
  <p:tag name="KSO_WM_SLIDE_LAYOUT_CNT" val="1_1"/>
  <p:tag name="KSO_WM_SPECIAL_SOURCE" val="bdnull"/>
</p:tagLst>
</file>

<file path=ppt/tags/tag201.xml><?xml version="1.0" encoding="utf-8"?>
<p:tagLst xmlns:p="http://schemas.openxmlformats.org/presentationml/2006/main">
  <p:tag name="TABLE_ENDDRAG_ORIGIN_RECT" val="478*127"/>
  <p:tag name="TABLE_ENDDRAG_RECT" val="34*79*478*127"/>
</p:tagLst>
</file>

<file path=ppt/tags/tag202.xml><?xml version="1.0" encoding="utf-8"?>
<p:tagLst xmlns:p="http://schemas.openxmlformats.org/presentationml/2006/main">
  <p:tag name="KSO_WM_BEAUTIFY_FLAG" val="#wm#"/>
  <p:tag name="KSO_WM_TEMPLATE_CATEGORY" val="custom"/>
  <p:tag name="KSO_WM_TEMPLATE_INDEX" val="20230266"/>
</p:tagLst>
</file>

<file path=ppt/tags/tag203.xml><?xml version="1.0" encoding="utf-8"?>
<p:tagLst xmlns:p="http://schemas.openxmlformats.org/presentationml/2006/main">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custom20230266_7*e*1"/>
  <p:tag name="KSO_WM_TEMPLATE_CATEGORY" val="custom"/>
  <p:tag name="KSO_WM_TEMPLATE_INDEX" val="20230266"/>
  <p:tag name="KSO_WM_UNIT_LAYERLEVEL" val="1"/>
  <p:tag name="KSO_WM_TAG_VERSION" val="3.0"/>
  <p:tag name="KSO_WM_BEAUTIFY_FLAG" val="#wm#"/>
  <p:tag name="KSO_WM_UNIT_CONTENT_GROUP_TYPE" val="contentchip"/>
</p:tagLst>
</file>

<file path=ppt/tags/tag20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66_7*a*1"/>
  <p:tag name="KSO_WM_TEMPLATE_CATEGORY" val="custom"/>
  <p:tag name="KSO_WM_TEMPLATE_INDEX" val="20230266"/>
  <p:tag name="KSO_WM_UNIT_LAYERLEVEL" val="1"/>
  <p:tag name="KSO_WM_TAG_VERSION" val="3.0"/>
  <p:tag name="KSO_WM_BEAUTIFY_FLAG" val="#wm#"/>
  <p:tag name="KSO_WM_UNIT_CONTENT_GROUP_TYPE" val="contentchip"/>
  <p:tag name="KSO_WM_UNIT_PRESET_TEXT" val="添加章节标题"/>
  <p:tag name="KSO_WM_UNIT_TEXT_TYPE" val="1"/>
</p:tagLst>
</file>

<file path=ppt/tags/tag205.xml><?xml version="1.0" encoding="utf-8"?>
<p:tagLst xmlns:p="http://schemas.openxmlformats.org/presentationml/2006/main">
  <p:tag name="KSO_WM_SLIDE_ID" val="custom20230266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0266"/>
  <p:tag name="KSO_WM_SLIDE_TYPE" val="sectionTitle"/>
  <p:tag name="KSO_WM_SLIDE_SUBTYPE" val="pureTxt"/>
  <p:tag name="KSO_WM_SLIDE_LAYOUT" val="a_e"/>
  <p:tag name="KSO_WM_SLIDE_LAYOUT_CNT" val="1_1"/>
  <p:tag name="KSO_WM_SPECIAL_SOURCE" val="bdnull"/>
  <p:tag name="KSO_WM_SLIDE_CONTENT_AREA" val="{&quot;left&quot;:&quot;48.9&quot;,&quot;top&quot;:&quot;272.1&quot;,&quot;width&quot;:&quot;514.45&quot;,&quot;height&quot;:&quot;209.2&quot;}"/>
</p:tagLst>
</file>

<file path=ppt/tags/tag206.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2468_2*a*1"/>
  <p:tag name="KSO_WM_TEMPLATE_CATEGORY" val="diagram"/>
  <p:tag name="KSO_WM_TEMPLATE_INDEX" val="20232468"/>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3"/>
  <p:tag name="KSO_WM_UNIT_TEXT_FILL_TYPE" val="1"/>
  <p:tag name="KSO_WM_UNIT_USESOURCEFORMAT_APPLY" val="0"/>
</p:tagLst>
</file>

<file path=ppt/tags/tag207.xml><?xml version="1.0" encoding="utf-8"?>
<p:tagLst xmlns:p="http://schemas.openxmlformats.org/presentationml/2006/main">
  <p:tag name="KSO_WM_SLIDE_ID" val="diagram20232468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custom"/>
  <p:tag name="KSO_WM_TEMPLATE_INDEX" val="20230266"/>
  <p:tag name="KSO_WM_SLIDE_TYPE" val="text"/>
  <p:tag name="KSO_WM_SLIDE_SUBTYPE" val="diag"/>
  <p:tag name="KSO_WM_SLIDE_SIZE" val="850.352*301.7"/>
  <p:tag name="KSO_WM_SLIDE_POSITION" val="54.89*153.55"/>
  <p:tag name="KSO_WM_SLIDE_LAYOUT" val="a_l"/>
  <p:tag name="KSO_WM_SLIDE_LAYOUT_CNT" val="1_1"/>
  <p:tag name="KSO_WM_SPECIAL_SOURCE" val="bdnull"/>
  <p:tag name="KSO_WM_DIAGRAM_GROUP_CODE" val="l1-1"/>
  <p:tag name="KSO_WM_SLIDE_DIAGTYPE" val="l"/>
</p:tagLst>
</file>

<file path=ppt/tags/tag208.xml><?xml version="1.0" encoding="utf-8"?>
<p:tagLst xmlns:p="http://schemas.openxmlformats.org/presentationml/2006/main">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custom20230266_7*e*1"/>
  <p:tag name="KSO_WM_TEMPLATE_CATEGORY" val="custom"/>
  <p:tag name="KSO_WM_TEMPLATE_INDEX" val="20230266"/>
  <p:tag name="KSO_WM_UNIT_LAYERLEVEL" val="1"/>
  <p:tag name="KSO_WM_TAG_VERSION" val="3.0"/>
  <p:tag name="KSO_WM_BEAUTIFY_FLAG" val="#wm#"/>
  <p:tag name="KSO_WM_UNIT_CONTENT_GROUP_TYPE" val="contentchip"/>
</p:tagLst>
</file>

<file path=ppt/tags/tag20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66_7*a*1"/>
  <p:tag name="KSO_WM_TEMPLATE_CATEGORY" val="custom"/>
  <p:tag name="KSO_WM_TEMPLATE_INDEX" val="20230266"/>
  <p:tag name="KSO_WM_UNIT_LAYERLEVEL" val="1"/>
  <p:tag name="KSO_WM_TAG_VERSION" val="3.0"/>
  <p:tag name="KSO_WM_BEAUTIFY_FLAG" val="#wm#"/>
  <p:tag name="KSO_WM_UNIT_CONTENT_GROUP_TYPE" val="contentchip"/>
  <p:tag name="KSO_WM_UNIT_PRESET_TEXT" val="添加章节标题"/>
  <p:tag name="KSO_WM_UNIT_TEXT_TYPE" val="1"/>
</p:tagLst>
</file>

<file path=ppt/tags/tag210.xml><?xml version="1.0" encoding="utf-8"?>
<p:tagLst xmlns:p="http://schemas.openxmlformats.org/presentationml/2006/main">
  <p:tag name="KSO_WM_SLIDE_ID" val="custom20230266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0266"/>
  <p:tag name="KSO_WM_SLIDE_TYPE" val="sectionTitle"/>
  <p:tag name="KSO_WM_SLIDE_SUBTYPE" val="pureTxt"/>
  <p:tag name="KSO_WM_SLIDE_LAYOUT" val="a_e"/>
  <p:tag name="KSO_WM_SLIDE_LAYOUT_CNT" val="1_1"/>
  <p:tag name="KSO_WM_SPECIAL_SOURCE" val="bdnull"/>
  <p:tag name="KSO_WM_SLIDE_CONTENT_AREA" val="{&quot;left&quot;:&quot;48.9&quot;,&quot;top&quot;:&quot;272.1&quot;,&quot;width&quot;:&quot;514.45&quot;,&quot;height&quot;:&quot;209.2&quot;}"/>
</p:tagLst>
</file>

<file path=ppt/tags/tag211.xml><?xml version="1.0" encoding="utf-8"?>
<p:tagLst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3128_1*a*1"/>
  <p:tag name="KSO_WM_TEMPLATE_CATEGORY" val="diagram"/>
  <p:tag name="KSO_WM_TEMPLATE_INDEX" val="20233128"/>
  <p:tag name="KSO_WM_UNIT_LAYERLEVEL" val="1"/>
  <p:tag name="KSO_WM_TAG_VERSION" val="3.0"/>
  <p:tag name="KSO_WM_BEAUTIFY_FLAG" val="#wm#"/>
  <p:tag name="KSO_WM_UNIT_PRESET_TEXT" val="单击此处添加标题"/>
  <p:tag name="KSO_WM_UNIT_TEXT_TYPE" val="1"/>
  <p:tag name="KSO_WM_UNIT_TEXT_FILL_FORE_SCHEMECOLOR_INDEX" val="13"/>
  <p:tag name="KSO_WM_UNIT_TEXT_FILL_TYPE" val="1"/>
  <p:tag name="KSO_WM_UNIT_USESOURCEFORMAT_APPLY" val="0"/>
</p:tagLst>
</file>

<file path=ppt/tags/tag2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28_2*l_h_i*1_1_1"/>
  <p:tag name="KSO_WM_TEMPLATE_CATEGORY" val="diagram"/>
  <p:tag name="KSO_WM_TEMPLATE_INDEX" val="20233128"/>
  <p:tag name="KSO_WM_UNIT_LAYERLEVEL" val="1_1_1"/>
  <p:tag name="KSO_WM_TAG_VERSION" val="3.0"/>
  <p:tag name="KSO_WM_BEAUTIFY_FLAG" val="#wm#"/>
  <p:tag name="KSO_WM_DIAGRAM_GROUP_CODE" val="l1-1"/>
  <p:tag name="KSO_WM_UNIT_TYPE" val="l_h_i"/>
  <p:tag name="KSO_WM_UNIT_INDEX" val="1_1_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left&quot;:54.79471220241758,&quot;top&quot;:144.46043119655823,&quot;width&quot;:850.4000244140625}"/>
  <p:tag name="KSO_WM_DIAGRAM_COLOR_MATCH_VALUE" val="{&quot;shape&quot;:{&quot;fill&quot;:{&quot;solid&quot;:{&quot;brightness&quot;:0.8999999761581421,&quot;colorType&quot;:1,&quot;foreColorIndex&quot;:5,&quot;transparency&quot;:0},&quot;type&quot;:1},&quot;glow&quot;:{&quot;colorType&quot;:0},&quot;line&quot;:{&quot;type&quot;:0},&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9"/>
  <p:tag name="KSO_WM_UNIT_SHADOW_SCHEMECOLOR_INDEX" val="5"/>
  <p:tag name="KSO_WM_UNIT_TEXT_FILL_FORE_SCHEMECOLOR_INDEX" val="2"/>
  <p:tag name="KSO_WM_UNIT_TEXT_FILL_TYPE" val="1"/>
  <p:tag name="KSO_WM_UNIT_USESOURCEFORMAT_APPLY" val="0"/>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28_2*l_h_d*1_1_1"/>
  <p:tag name="KSO_WM_TEMPLATE_CATEGORY" val="diagram"/>
  <p:tag name="KSO_WM_TEMPLATE_INDEX" val="20233128"/>
  <p:tag name="KSO_WM_UNIT_LAYERLEVEL" val="1_1_1"/>
  <p:tag name="KSO_WM_TAG_VERSION" val="3.0"/>
  <p:tag name="KSO_WM_BEAUTIFY_FLAG" val="#wm#"/>
  <p:tag name="KSO_WM_UNIT_VALUE" val="995*484"/>
  <p:tag name="KSO_WM_DIAGRAM_GROUP_CODE" val="l1-1"/>
  <p:tag name="KSO_WM_UNIT_TYPE" val="l_h_d"/>
  <p:tag name="KSO_WM_UNIT_INDEX" val="1_1_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left&quot;:54.79471220241758,&quot;top&quot;:144.46043119655823,&quot;width&quot;:850.4000244140625}"/>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MH_PIC_SOURCE_TYPE" val="generate_slide_ai*VCG41N1334276769*ai_v1.7.4.241014_ONLINE*1730011297612_110.168_eca39e3d564d-slide-12"/>
  <p:tag name="KSO_WM_UNIT_LINE_FILL_TYPE" val="2"/>
  <p:tag name="KSO_WM_UNIT_USESOURCEFORMAT_APPLY" val="0"/>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28_2*l_h_i*1_2_1"/>
  <p:tag name="KSO_WM_TEMPLATE_CATEGORY" val="diagram"/>
  <p:tag name="KSO_WM_TEMPLATE_INDEX" val="20233128"/>
  <p:tag name="KSO_WM_UNIT_LAYERLEVEL" val="1_1_1"/>
  <p:tag name="KSO_WM_TAG_VERSION" val="3.0"/>
  <p:tag name="KSO_WM_BEAUTIFY_FLAG" val="#wm#"/>
  <p:tag name="KSO_WM_DIAGRAM_GROUP_CODE" val="l1-1"/>
  <p:tag name="KSO_WM_UNIT_TYPE" val="l_h_i"/>
  <p:tag name="KSO_WM_UNIT_INDEX" val="1_2_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left&quot;:54.79471220241758,&quot;top&quot;:144.46043119655823,&quot;width&quot;:850.4000244140625}"/>
  <p:tag name="KSO_WM_DIAGRAM_COLOR_MATCH_VALUE" val="{&quot;shape&quot;:{&quot;fill&quot;:{&quot;solid&quot;:{&quot;brightness&quot;:0.8999999761581421,&quot;colorType&quot;:1,&quot;foreColorIndex&quot;:5,&quot;transparency&quot;:0},&quot;type&quot;:1},&quot;glow&quot;:{&quot;colorType&quot;:0},&quot;line&quot;:{&quot;type&quot;:0},&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9"/>
  <p:tag name="KSO_WM_UNIT_SHADOW_SCHEMECOLOR_INDEX" val="5"/>
  <p:tag name="KSO_WM_UNIT_TEXT_FILL_FORE_SCHEMECOLOR_INDEX" val="2"/>
  <p:tag name="KSO_WM_UNIT_TEXT_FILL_TYPE" val="1"/>
  <p:tag name="KSO_WM_UNIT_USESOURCEFORMAT_APPLY" val="0"/>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28_2*l_h_d*1_2_1"/>
  <p:tag name="KSO_WM_TEMPLATE_CATEGORY" val="diagram"/>
  <p:tag name="KSO_WM_TEMPLATE_INDEX" val="20233128"/>
  <p:tag name="KSO_WM_UNIT_LAYERLEVEL" val="1_1_1"/>
  <p:tag name="KSO_WM_TAG_VERSION" val="3.0"/>
  <p:tag name="KSO_WM_BEAUTIFY_FLAG" val="#wm#"/>
  <p:tag name="KSO_WM_UNIT_VALUE" val="995*484"/>
  <p:tag name="KSO_WM_DIAGRAM_GROUP_CODE" val="l1-1"/>
  <p:tag name="KSO_WM_UNIT_TYPE" val="l_h_d"/>
  <p:tag name="KSO_WM_UNIT_INDEX" val="1_2_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left&quot;:54.79471220241758,&quot;top&quot;:144.46043119655823,&quot;width&quot;:850.4000244140625}"/>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MH_PIC_SOURCE_TYPE" val="generate_slide_ai*VCG41N1221055814*ai_v1.7.4.241014_ONLINE*1730011297612_110.168_eca39e3d564d-slide-12"/>
  <p:tag name="KSO_WM_UNIT_LINE_FILL_TYPE" val="2"/>
  <p:tag name="KSO_WM_UNIT_USESOURCEFORMAT_APPLY" val="0"/>
</p:tagLst>
</file>

<file path=ppt/tags/tag21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3128_2*l_h_f*1_1_1"/>
  <p:tag name="KSO_WM_TEMPLATE_CATEGORY" val="diagram"/>
  <p:tag name="KSO_WM_TEMPLATE_INDEX" val="20233128"/>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left&quot;:54.79471220241758,&quot;top&quot;:144.46043119655823,&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单击此处输入您的项正文，文字是您思想的提炼，请尽量言简意赅的阐述观点。单击此处输入正文，文字是您思想的提炼"/>
  <p:tag name="KSO_WM_UNIT_TEXT_TYPE" val="1"/>
  <p:tag name="KSO_WM_UNIT_USESOURCEFORMAT_APPLY" val="0"/>
</p:tagLst>
</file>

<file path=ppt/tags/tag21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3128_2*l_h_a*1_1_1"/>
  <p:tag name="KSO_WM_TEMPLATE_CATEGORY" val="diagram"/>
  <p:tag name="KSO_WM_TEMPLATE_INDEX" val="20233128"/>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left&quot;:54.79471220241758,&quot;top&quot;:144.46043119655823,&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UNIT_TEXT_TYPE" val="1"/>
  <p:tag name="KSO_WM_UNIT_USESOURCEFORMAT_APPLY" val="0"/>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28_2*l_h_i*1_1_2"/>
  <p:tag name="KSO_WM_TEMPLATE_CATEGORY" val="diagram"/>
  <p:tag name="KSO_WM_TEMPLATE_INDEX" val="20233128"/>
  <p:tag name="KSO_WM_UNIT_LAYERLEVEL" val="1_1_1"/>
  <p:tag name="KSO_WM_TAG_VERSION" val="3.0"/>
  <p:tag name="KSO_WM_BEAUTIFY_FLAG" val="#wm#"/>
  <p:tag name="KSO_WM_DIAGRAM_GROUP_CODE" val="l1-1"/>
  <p:tag name="KSO_WM_UNIT_TYPE" val="l_h_i"/>
  <p:tag name="KSO_WM_UNIT_INDEX" val="1_1_2"/>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left&quot;:54.79471220241758,&quot;top&quot;:144.46043119655823,&quot;width&quot;:850.40002441406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0"/>
</p:tagLst>
</file>

<file path=ppt/tags/tag21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3128_2*l_h_f*1_2_1"/>
  <p:tag name="KSO_WM_TEMPLATE_CATEGORY" val="diagram"/>
  <p:tag name="KSO_WM_TEMPLATE_INDEX" val="20233128"/>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left&quot;:54.79471220241758,&quot;top&quot;:144.46043119655823,&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单击此处输入您的项正文，文字是您思想的提炼，请尽量言简意赅的阐述观点。单击此处输入正文，文字是您思想的提炼"/>
  <p:tag name="KSO_WM_UNIT_TEXT_TYPE" val="1"/>
  <p:tag name="KSO_WM_UNIT_USESOURCEFORMAT_APPLY" val="0"/>
</p:tagLst>
</file>

<file path=ppt/tags/tag22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3128_2*l_h_a*1_2_1"/>
  <p:tag name="KSO_WM_TEMPLATE_CATEGORY" val="diagram"/>
  <p:tag name="KSO_WM_TEMPLATE_INDEX" val="20233128"/>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left&quot;:54.79471220241758,&quot;top&quot;:144.46043119655823,&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UNIT_TEXT_TYPE" val="1"/>
  <p:tag name="KSO_WM_UNIT_USESOURCEFORMAT_APPLY" val="0"/>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28_2*l_h_i*1_2_2"/>
  <p:tag name="KSO_WM_TEMPLATE_CATEGORY" val="diagram"/>
  <p:tag name="KSO_WM_TEMPLATE_INDEX" val="20233128"/>
  <p:tag name="KSO_WM_UNIT_LAYERLEVEL" val="1_1_1"/>
  <p:tag name="KSO_WM_TAG_VERSION" val="3.0"/>
  <p:tag name="KSO_WM_BEAUTIFY_FLAG" val="#wm#"/>
  <p:tag name="KSO_WM_DIAGRAM_GROUP_CODE" val="l1-1"/>
  <p:tag name="KSO_WM_UNIT_TYPE" val="l_h_i"/>
  <p:tag name="KSO_WM_UNIT_INDEX" val="1_2_2"/>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left&quot;:54.79471220241758,&quot;top&quot;:144.46043119655823,&quot;width&quot;:850.40002441406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0"/>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28_2*l_h_i*1_3_1"/>
  <p:tag name="KSO_WM_TEMPLATE_CATEGORY" val="diagram"/>
  <p:tag name="KSO_WM_TEMPLATE_INDEX" val="20233128"/>
  <p:tag name="KSO_WM_UNIT_LAYERLEVEL" val="1_1_1"/>
  <p:tag name="KSO_WM_TAG_VERSION" val="3.0"/>
  <p:tag name="KSO_WM_BEAUTIFY_FLAG" val="#wm#"/>
  <p:tag name="KSO_WM_DIAGRAM_GROUP_CODE" val="l1-1"/>
  <p:tag name="KSO_WM_UNIT_TYPE" val="l_h_i"/>
  <p:tag name="KSO_WM_UNIT_INDEX" val="1_3_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left&quot;:54.79471220241758,&quot;top&quot;:144.46043119655823,&quot;width&quot;:850.4000244140625}"/>
  <p:tag name="KSO_WM_DIAGRAM_COLOR_MATCH_VALUE" val="{&quot;shape&quot;:{&quot;fill&quot;:{&quot;solid&quot;:{&quot;brightness&quot;:0.8999999761581421,&quot;colorType&quot;:1,&quot;foreColorIndex&quot;:5,&quot;transparency&quot;:0},&quot;type&quot;:1},&quot;glow&quot;:{&quot;colorType&quot;:0},&quot;line&quot;:{&quot;type&quot;:0},&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9"/>
  <p:tag name="KSO_WM_UNIT_SHADOW_SCHEMECOLOR_INDEX" val="5"/>
  <p:tag name="KSO_WM_UNIT_TEXT_FILL_FORE_SCHEMECOLOR_INDEX" val="2"/>
  <p:tag name="KSO_WM_UNIT_TEXT_FILL_TYPE" val="1"/>
  <p:tag name="KSO_WM_UNIT_USESOURCEFORMAT_APPLY" val="0"/>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28_2*l_h_d*1_3_1"/>
  <p:tag name="KSO_WM_TEMPLATE_CATEGORY" val="diagram"/>
  <p:tag name="KSO_WM_TEMPLATE_INDEX" val="20233128"/>
  <p:tag name="KSO_WM_UNIT_LAYERLEVEL" val="1_1_1"/>
  <p:tag name="KSO_WM_TAG_VERSION" val="3.0"/>
  <p:tag name="KSO_WM_BEAUTIFY_FLAG" val="#wm#"/>
  <p:tag name="KSO_WM_UNIT_VALUE" val="995*484"/>
  <p:tag name="KSO_WM_DIAGRAM_GROUP_CODE" val="l1-1"/>
  <p:tag name="KSO_WM_UNIT_TYPE" val="l_h_d"/>
  <p:tag name="KSO_WM_UNIT_INDEX" val="1_3_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left&quot;:54.79471220241758,&quot;top&quot;:144.46043119655823,&quot;width&quot;:850.4000244140625}"/>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MH_PIC_SOURCE_TYPE" val="generate_slide_ai*VCG41N527799655*ai_v1.7.4.241014_ONLINE*1730011297612_110.168_eca39e3d564d-slide-12"/>
  <p:tag name="KSO_WM_UNIT_LINE_FILL_TYPE" val="2"/>
  <p:tag name="KSO_WM_UNIT_USESOURCEFORMAT_APPLY" val="0"/>
</p:tagLst>
</file>

<file path=ppt/tags/tag22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3128_2*l_h_f*1_3_1"/>
  <p:tag name="KSO_WM_TEMPLATE_CATEGORY" val="diagram"/>
  <p:tag name="KSO_WM_TEMPLATE_INDEX" val="20233128"/>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left&quot;:54.79471220241758,&quot;top&quot;:144.46043119655823,&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单击此处输入您的项正文，文字是您思想的提炼，请尽量言简意赅的阐述观点。单击此处输入正文，文字是您思想的提炼"/>
  <p:tag name="KSO_WM_UNIT_TEXT_TYPE" val="1"/>
  <p:tag name="KSO_WM_UNIT_USESOURCEFORMAT_APPLY" val="0"/>
</p:tagLst>
</file>

<file path=ppt/tags/tag22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3128_2*l_h_a*1_3_1"/>
  <p:tag name="KSO_WM_TEMPLATE_CATEGORY" val="diagram"/>
  <p:tag name="KSO_WM_TEMPLATE_INDEX" val="20233128"/>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left&quot;:54.79471220241758,&quot;top&quot;:144.46043119655823,&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UNIT_TEXT_TYPE" val="1"/>
  <p:tag name="KSO_WM_UNIT_USESOURCEFORMAT_APPLY" val="0"/>
</p:tagLst>
</file>

<file path=ppt/tags/tag2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28_2*l_h_i*1_3_2"/>
  <p:tag name="KSO_WM_TEMPLATE_CATEGORY" val="diagram"/>
  <p:tag name="KSO_WM_TEMPLATE_INDEX" val="20233128"/>
  <p:tag name="KSO_WM_UNIT_LAYERLEVEL" val="1_1_1"/>
  <p:tag name="KSO_WM_TAG_VERSION" val="3.0"/>
  <p:tag name="KSO_WM_BEAUTIFY_FLAG" val="#wm#"/>
  <p:tag name="KSO_WM_DIAGRAM_GROUP_CODE" val="l1-1"/>
  <p:tag name="KSO_WM_UNIT_TYPE" val="l_h_i"/>
  <p:tag name="KSO_WM_UNIT_INDEX" val="1_3_2"/>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left&quot;:54.79471220241758,&quot;top&quot;:144.46043119655823,&quot;width&quot;:850.40002441406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0"/>
</p:tagLst>
</file>

<file path=ppt/tags/tag227.xml><?xml version="1.0" encoding="utf-8"?>
<p:tagLst xmlns:p="http://schemas.openxmlformats.org/presentationml/2006/main">
  <p:tag name="KSO_WM_SLIDE_ID" val="diagram20233128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custom"/>
  <p:tag name="KSO_WM_TEMPLATE_INDEX" val="20230266"/>
  <p:tag name="KSO_WM_SLIDE_TYPE" val="text"/>
  <p:tag name="KSO_WM_SLIDE_SUBTYPE" val="diag"/>
  <p:tag name="KSO_WM_SLIDE_SIZE" val="850.4*282.359"/>
  <p:tag name="KSO_WM_SLIDE_POSITION" val="54.8*150.995"/>
  <p:tag name="KSO_WM_SLIDE_LAYOUT" val="a_l"/>
  <p:tag name="KSO_WM_SLIDE_LAYOUT_CNT" val="1_1"/>
  <p:tag name="KSO_WM_SPECIAL_SOURCE" val="bdnull"/>
  <p:tag name="KSO_WM_DIAGRAM_GROUP_CODE" val="l1-1"/>
  <p:tag name="KSO_WM_SLIDE_DIAGTYPE" val="l"/>
</p:tagLst>
</file>

<file path=ppt/tags/tag228.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UNIT_VALUE" val="26"/>
  <p:tag name="KSO_WM_TEMPLATE_INDEX" val="20232463"/>
  <p:tag name="KSO_WM_UNIT_ID" val="custom20232463_1*a*1"/>
  <p:tag name="KSO_WM_UNIT_PRESET_TEXT" val="单击此处添加标题"/>
  <p:tag name="KSO_WM_UNIT_TEXT_FILL_FORE_SCHEMECOLOR_INDEX" val="13"/>
  <p:tag name="KSO_WM_UNIT_TEXT_FILL_TYPE" val="1"/>
  <p:tag name="KSO_WM_UNIT_USESOURCEFORMAT_APPLY" val="0"/>
</p:tagLst>
</file>

<file path=ppt/tags/tag229.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2464_2*l_h_f*1_1_1"/>
  <p:tag name="KSO_WM_TEMPLATE_CATEGORY" val="diagram"/>
  <p:tag name="KSO_WM_TEMPLATE_INDEX" val="20232464"/>
  <p:tag name="KSO_WM_UNIT_LAYERLEVEL" val="1_1_1"/>
  <p:tag name="KSO_WM_TAG_VERSION" val="3.0"/>
  <p:tag name="KSO_WM_BEAUTIFY_FLAG" val="#wm#"/>
  <p:tag name="KSO_WM_DIAGRAM_MAX_ITEMCNT" val="5"/>
  <p:tag name="KSO_WM_DIAGRAM_MIN_ITEMCNT" val="2"/>
  <p:tag name="KSO_WM_DIAGRAM_VIRTUALLY_FRAME" val="{&quot;height&quot;:365.6000061035156,&quot;width&quot;:413.95001220703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您的项正文，文字是您思想的提炼，请意简言赅地描述您的观点。"/>
  <p:tag name="KSO_WM_UNIT_TEXT_FILL_FORE_SCHEMECOLOR_INDEX" val="1"/>
  <p:tag name="KSO_WM_UNIT_TEXT_FILL_TYPE" val="1"/>
  <p:tag name="KSO_WM_UNIT_TEXT_TYPE" val="1"/>
  <p:tag name="KSO_WM_UNIT_USESOURCEFORMAT_APPLY" val="0"/>
</p:tagLst>
</file>

<file path=ppt/tags/tag230.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2464_2*l_h_a*1_1_1"/>
  <p:tag name="KSO_WM_TEMPLATE_CATEGORY" val="diagram"/>
  <p:tag name="KSO_WM_TEMPLATE_INDEX" val="20232464"/>
  <p:tag name="KSO_WM_UNIT_LAYERLEVEL" val="1_1_1"/>
  <p:tag name="KSO_WM_TAG_VERSION" val="3.0"/>
  <p:tag name="KSO_WM_BEAUTIFY_FLAG" val="#wm#"/>
  <p:tag name="KSO_WM_DIAGRAM_MAX_ITEMCNT" val="5"/>
  <p:tag name="KSO_WM_DIAGRAM_MIN_ITEMCNT" val="2"/>
  <p:tag name="KSO_WM_DIAGRAM_VIRTUALLY_FRAME" val="{&quot;height&quot;:365.6000061035156,&quot;width&quot;:413.95001220703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项标题"/>
  <p:tag name="KSO_WM_UNIT_TEXT_FILL_FORE_SCHEMECOLOR_INDEX" val="1"/>
  <p:tag name="KSO_WM_UNIT_TEXT_FILL_TYPE" val="1"/>
  <p:tag name="KSO_WM_UNIT_TEXT_TYPE" val="1"/>
  <p:tag name="KSO_WM_UNIT_USESOURCEFORMAT_APPLY" val="0"/>
</p:tagLst>
</file>

<file path=ppt/tags/tag23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2464_2*l_h_i*1_1_1"/>
  <p:tag name="KSO_WM_TEMPLATE_CATEGORY" val="diagram"/>
  <p:tag name="KSO_WM_TEMPLATE_INDEX" val="20232464"/>
  <p:tag name="KSO_WM_UNIT_LAYERLEVEL" val="1_1_1"/>
  <p:tag name="KSO_WM_TAG_VERSION" val="3.0"/>
  <p:tag name="KSO_WM_BEAUTIFY_FLAG" val="#wm#"/>
  <p:tag name="KSO_WM_DIAGRAM_MAX_ITEMCNT" val="5"/>
  <p:tag name="KSO_WM_DIAGRAM_MIN_ITEMCNT" val="2"/>
  <p:tag name="KSO_WM_DIAGRAM_VIRTUALLY_FRAME" val="{&quot;height&quot;:365.6000061035156,&quot;width&quot;:413.95001220703125}"/>
  <p:tag name="KSO_WM_DIAGRAM_COLOR_MATCH_VALUE" val="{&quot;shape&quot;:{&quot;fill&quot;:{&quot;solid&quot;:{&quot;brightness&quot;:0,&quot;colorType&quot;:1,&quot;foreColorIndex&quot;:5,&quot;transparency&quot;:0},&quot;type&quot;:1},&quot;glow&quot;:{&quot;colorType&quot;:0},&quot;line&quot;:{&quot;type&quot;:0},&quot;shadow&quot;:{&quot;brightness&quot;:0,&quot;colorType&quot;:1,&quot;foreColorIndex&quot;:5,&quot;transparency&quot;:0.7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FILL_TYPE" val="1"/>
  <p:tag name="KSO_WM_UNIT_FILL_FORE_SCHEMECOLOR_INDEX" val="5"/>
  <p:tag name="KSO_WM_UNIT_FILL_FORE_SCHEMECOLOR_INDEX_BRIGHTNESS" val="0"/>
  <p:tag name="KSO_WM_UNIT_SHADOW_SCHEMECOLOR_INDEX" val="5"/>
  <p:tag name="KSO_WM_UNIT_USESOURCEFORMAT_APPLY" val="0"/>
</p:tagLst>
</file>

<file path=ppt/tags/tag232.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2464_2*l_h_f*1_2_1"/>
  <p:tag name="KSO_WM_TEMPLATE_CATEGORY" val="diagram"/>
  <p:tag name="KSO_WM_TEMPLATE_INDEX" val="20232464"/>
  <p:tag name="KSO_WM_UNIT_LAYERLEVEL" val="1_1_1"/>
  <p:tag name="KSO_WM_TAG_VERSION" val="3.0"/>
  <p:tag name="KSO_WM_BEAUTIFY_FLAG" val="#wm#"/>
  <p:tag name="KSO_WM_DIAGRAM_MAX_ITEMCNT" val="5"/>
  <p:tag name="KSO_WM_DIAGRAM_MIN_ITEMCNT" val="2"/>
  <p:tag name="KSO_WM_DIAGRAM_VIRTUALLY_FRAME" val="{&quot;height&quot;:365.6000061035156,&quot;width&quot;:413.95001220703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63"/>
  <p:tag name="KSO_WM_UNIT_PRESET_TEXT" val="单击此处输入您的项正文，文字是您思想的提炼，请意简言赅地描述您的观点。"/>
  <p:tag name="KSO_WM_UNIT_TEXT_FILL_FORE_SCHEMECOLOR_INDEX" val="1"/>
  <p:tag name="KSO_WM_UNIT_TEXT_FILL_TYPE" val="1"/>
  <p:tag name="KSO_WM_UNIT_TEXT_TYPE" val="1"/>
  <p:tag name="KSO_WM_UNIT_USESOURCEFORMAT_APPLY" val="0"/>
</p:tagLst>
</file>

<file path=ppt/tags/tag233.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2464_2*l_h_a*1_2_1"/>
  <p:tag name="KSO_WM_TEMPLATE_CATEGORY" val="diagram"/>
  <p:tag name="KSO_WM_TEMPLATE_INDEX" val="20232464"/>
  <p:tag name="KSO_WM_UNIT_LAYERLEVEL" val="1_1_1"/>
  <p:tag name="KSO_WM_TAG_VERSION" val="3.0"/>
  <p:tag name="KSO_WM_BEAUTIFY_FLAG" val="#wm#"/>
  <p:tag name="KSO_WM_DIAGRAM_MAX_ITEMCNT" val="5"/>
  <p:tag name="KSO_WM_DIAGRAM_MIN_ITEMCNT" val="2"/>
  <p:tag name="KSO_WM_DIAGRAM_VIRTUALLY_FRAME" val="{&quot;height&quot;:365.6000061035156,&quot;width&quot;:413.95001220703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项标题"/>
  <p:tag name="KSO_WM_UNIT_TEXT_FILL_FORE_SCHEMECOLOR_INDEX" val="1"/>
  <p:tag name="KSO_WM_UNIT_TEXT_FILL_TYPE" val="1"/>
  <p:tag name="KSO_WM_UNIT_TEXT_TYPE" val="1"/>
  <p:tag name="KSO_WM_UNIT_USESOURCEFORMAT_APPLY" val="0"/>
</p:tagLst>
</file>

<file path=ppt/tags/tag23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2464_2*l_h_i*1_2_1"/>
  <p:tag name="KSO_WM_TEMPLATE_CATEGORY" val="diagram"/>
  <p:tag name="KSO_WM_TEMPLATE_INDEX" val="20232464"/>
  <p:tag name="KSO_WM_UNIT_LAYERLEVEL" val="1_1_1"/>
  <p:tag name="KSO_WM_TAG_VERSION" val="3.0"/>
  <p:tag name="KSO_WM_BEAUTIFY_FLAG" val="#wm#"/>
  <p:tag name="KSO_WM_DIAGRAM_MAX_ITEMCNT" val="5"/>
  <p:tag name="KSO_WM_DIAGRAM_MIN_ITEMCNT" val="2"/>
  <p:tag name="KSO_WM_DIAGRAM_VIRTUALLY_FRAME" val="{&quot;height&quot;:365.6000061035156,&quot;width&quot;:413.95001220703125}"/>
  <p:tag name="KSO_WM_DIAGRAM_COLOR_MATCH_VALUE" val="{&quot;shape&quot;:{&quot;fill&quot;:{&quot;solid&quot;:{&quot;brightness&quot;:0,&quot;colorType&quot;:1,&quot;foreColorIndex&quot;:5,&quot;transparency&quot;:0},&quot;type&quot;:1},&quot;glow&quot;:{&quot;colorType&quot;:0},&quot;line&quot;:{&quot;type&quot;:0},&quot;shadow&quot;:{&quot;brightness&quot;:0,&quot;colorType&quot;:1,&quot;foreColorIndex&quot;:5,&quot;transparency&quot;:0.7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FILL_TYPE" val="1"/>
  <p:tag name="KSO_WM_UNIT_FILL_FORE_SCHEMECOLOR_INDEX" val="5"/>
  <p:tag name="KSO_WM_UNIT_FILL_FORE_SCHEMECOLOR_INDEX_BRIGHTNESS" val="0"/>
  <p:tag name="KSO_WM_UNIT_SHADOW_SCHEMECOLOR_INDEX" val="5"/>
  <p:tag name="KSO_WM_UNIT_USESOURCEFORMAT_APPLY" val="0"/>
</p:tagLst>
</file>

<file path=ppt/tags/tag235.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2464_2*l_h_f*1_3_1"/>
  <p:tag name="KSO_WM_TEMPLATE_CATEGORY" val="diagram"/>
  <p:tag name="KSO_WM_TEMPLATE_INDEX" val="20232464"/>
  <p:tag name="KSO_WM_UNIT_LAYERLEVEL" val="1_1_1"/>
  <p:tag name="KSO_WM_TAG_VERSION" val="3.0"/>
  <p:tag name="KSO_WM_BEAUTIFY_FLAG" val="#wm#"/>
  <p:tag name="KSO_WM_DIAGRAM_MAX_ITEMCNT" val="5"/>
  <p:tag name="KSO_WM_DIAGRAM_MIN_ITEMCNT" val="2"/>
  <p:tag name="KSO_WM_DIAGRAM_VIRTUALLY_FRAME" val="{&quot;height&quot;:365.6000061035156,&quot;width&quot;:413.95001220703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您的项正文，文字是您思想的提炼，请意简言赅地描述您的观点。"/>
  <p:tag name="KSO_WM_UNIT_TEXT_FILL_FORE_SCHEMECOLOR_INDEX" val="1"/>
  <p:tag name="KSO_WM_UNIT_TEXT_FILL_TYPE" val="1"/>
  <p:tag name="KSO_WM_UNIT_TEXT_TYPE" val="1"/>
  <p:tag name="KSO_WM_UNIT_USESOURCEFORMAT_APPLY" val="0"/>
</p:tagLst>
</file>

<file path=ppt/tags/tag236.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2464_2*l_h_a*1_3_1"/>
  <p:tag name="KSO_WM_TEMPLATE_CATEGORY" val="diagram"/>
  <p:tag name="KSO_WM_TEMPLATE_INDEX" val="20232464"/>
  <p:tag name="KSO_WM_UNIT_LAYERLEVEL" val="1_1_1"/>
  <p:tag name="KSO_WM_TAG_VERSION" val="3.0"/>
  <p:tag name="KSO_WM_BEAUTIFY_FLAG" val="#wm#"/>
  <p:tag name="KSO_WM_DIAGRAM_MAX_ITEMCNT" val="5"/>
  <p:tag name="KSO_WM_DIAGRAM_MIN_ITEMCNT" val="2"/>
  <p:tag name="KSO_WM_DIAGRAM_VIRTUALLY_FRAME" val="{&quot;height&quot;:365.6000061035156,&quot;width&quot;:413.95001220703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项标题"/>
  <p:tag name="KSO_WM_UNIT_TEXT_FILL_FORE_SCHEMECOLOR_INDEX" val="1"/>
  <p:tag name="KSO_WM_UNIT_TEXT_FILL_TYPE" val="1"/>
  <p:tag name="KSO_WM_UNIT_TEXT_TYPE" val="1"/>
  <p:tag name="KSO_WM_UNIT_USESOURCEFORMAT_APPLY" val="0"/>
</p:tagLst>
</file>

<file path=ppt/tags/tag23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20232464_2*l_h_i*1_3_1"/>
  <p:tag name="KSO_WM_TEMPLATE_CATEGORY" val="diagram"/>
  <p:tag name="KSO_WM_TEMPLATE_INDEX" val="20232464"/>
  <p:tag name="KSO_WM_UNIT_LAYERLEVEL" val="1_1_1"/>
  <p:tag name="KSO_WM_TAG_VERSION" val="3.0"/>
  <p:tag name="KSO_WM_BEAUTIFY_FLAG" val="#wm#"/>
  <p:tag name="KSO_WM_DIAGRAM_MAX_ITEMCNT" val="5"/>
  <p:tag name="KSO_WM_DIAGRAM_MIN_ITEMCNT" val="2"/>
  <p:tag name="KSO_WM_DIAGRAM_VIRTUALLY_FRAME" val="{&quot;height&quot;:365.6000061035156,&quot;width&quot;:413.95001220703125}"/>
  <p:tag name="KSO_WM_DIAGRAM_COLOR_MATCH_VALUE" val="{&quot;shape&quot;:{&quot;fill&quot;:{&quot;solid&quot;:{&quot;brightness&quot;:0,&quot;colorType&quot;:1,&quot;foreColorIndex&quot;:5,&quot;transparency&quot;:0},&quot;type&quot;:1},&quot;glow&quot;:{&quot;colorType&quot;:0},&quot;line&quot;:{&quot;type&quot;:0},&quot;shadow&quot;:{&quot;brightness&quot;:0,&quot;colorType&quot;:1,&quot;foreColorIndex&quot;:5,&quot;transparency&quot;:0.7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FILL_TYPE" val="1"/>
  <p:tag name="KSO_WM_UNIT_FILL_FORE_SCHEMECOLOR_INDEX" val="5"/>
  <p:tag name="KSO_WM_UNIT_FILL_FORE_SCHEMECOLOR_INDEX_BRIGHTNESS" val="0"/>
  <p:tag name="KSO_WM_UNIT_SHADOW_SCHEMECOLOR_INDEX" val="5"/>
  <p:tag name="KSO_WM_UNIT_USESOURCEFORMAT_APPLY" val="0"/>
</p:tagLst>
</file>

<file path=ppt/tags/tag238.xml><?xml version="1.0" encoding="utf-8"?>
<p:tagLst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413.95*360.315"/>
  <p:tag name="KSO_WM_SLIDE_POSITION" val="56.7199*138.975"/>
  <p:tag name="KSO_WM_SLIDE_LAYOUT" val="a_d_l"/>
  <p:tag name="KSO_WM_SLIDE_LAYOUT_CNT" val="1_1_1"/>
  <p:tag name="KSO_WM_SPECIAL_SOURCE" val="bdnull"/>
  <p:tag name="KSO_WM_DIAGRAM_GROUP_CODE" val="l1-1"/>
  <p:tag name="KSO_WM_SLIDE_DIAGTYPE" val="l"/>
  <p:tag name="KSO_WM_TEMPLATE_INDEX" val="20230266"/>
  <p:tag name="KSO_WM_TEMPLATE_SUBCATEGORY" val="0"/>
  <p:tag name="KSO_WM_SLIDE_INDEX" val="1"/>
  <p:tag name="KSO_WM_TAG_VERSION" val="3.0"/>
  <p:tag name="KSO_WM_SLIDE_ID" val="custom20232463_1"/>
  <p:tag name="KSO_WM_SLIDE_ITEM_CNT" val="3"/>
</p:tagLst>
</file>

<file path=ppt/tags/tag23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1967_3*a*1"/>
  <p:tag name="KSO_WM_TEMPLATE_CATEGORY" val="diagram"/>
  <p:tag name="KSO_WM_TEMPLATE_INDEX" val="20231967"/>
  <p:tag name="KSO_WM_UNIT_LAYERLEVEL" val="1"/>
  <p:tag name="KSO_WM_TAG_VERSION" val="3.0"/>
  <p:tag name="KSO_WM_BEAUTIFY_FLAG" val="#wm#"/>
  <p:tag name="KSO_WM_UNIT_PRESET_TEXT" val="单击此处添加标题"/>
  <p:tag name="KSO_WM_UNIT_TEXT_TYPE" val="1"/>
  <p:tag name="KSO_WM_UNIT_TEXT_FILL_FORE_SCHEMECOLOR_INDEX" val="13"/>
  <p:tag name="KSO_WM_UNIT_TEXT_FILL_TYPE" val="1"/>
  <p:tag name="KSO_WM_UNIT_USESOURCEFORMAT_APPLY" val="0"/>
</p:tagLst>
</file>

<file path=ppt/tags/tag240.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967_1*l_h_f*1_1_1"/>
  <p:tag name="KSO_WM_TEMPLATE_CATEGORY" val="diagram"/>
  <p:tag name="KSO_WM_TEMPLATE_INDEX" val="20231967"/>
  <p:tag name="KSO_WM_UNIT_LAYERLEVEL" val="1_1_1"/>
  <p:tag name="KSO_WM_TAG_VERSION" val="3.0"/>
  <p:tag name="KSO_WM_BEAUTIFY_FLAG" val="#wm#"/>
  <p:tag name="KSO_WM_DIAGRAM_MAX_ITEMCNT" val="4"/>
  <p:tag name="KSO_WM_DIAGRAM_MIN_ITEMCNT" val="2"/>
  <p:tag name="KSO_WM_DIAGRAM_VIRTUALLY_FRAME" val="{&quot;height&quot;:372.13134765625,&quot;width&quot;:780.21142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56"/>
  <p:tag name="KSO_WM_UNIT_TEXT_FILL_FORE_SCHEMECOLOR_INDEX" val="1"/>
  <p:tag name="KSO_WM_UNIT_TEXT_FILL_TYPE" val="1"/>
  <p:tag name="KSO_WM_UNIT_PRESET_TEXT" val="单击此处添加您的文本具体内容，简明扼要地阐述您的观点。根据需要可酌情增减文字，以便观者准确地理解您传达的思想。单击此处添加您的文本具体内容，简明扼要地阐述您的观点。根据需要可酌情增减文字，以便观者准确地理解您传达的思想。"/>
  <p:tag name="KSO_WM_UNIT_TEXT_TYPE" val="1"/>
  <p:tag name="KSO_WM_UNIT_USESOURCEFORMAT_APPLY" val="0"/>
</p:tagLst>
</file>

<file path=ppt/tags/tag241.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1967_1*l_h_a*1_1_1"/>
  <p:tag name="KSO_WM_TEMPLATE_CATEGORY" val="diagram"/>
  <p:tag name="KSO_WM_TEMPLATE_INDEX" val="20231967"/>
  <p:tag name="KSO_WM_UNIT_LAYERLEVEL" val="1_1_1"/>
  <p:tag name="KSO_WM_TAG_VERSION" val="3.0"/>
  <p:tag name="KSO_WM_BEAUTIFY_FLAG" val="#wm#"/>
  <p:tag name="KSO_WM_DIAGRAM_MAX_ITEMCNT" val="4"/>
  <p:tag name="KSO_WM_DIAGRAM_MIN_ITEMCNT" val="2"/>
  <p:tag name="KSO_WM_DIAGRAM_VIRTUALLY_FRAME" val="{&quot;height&quot;:372.13134765625,&quot;width&quot;:780.21142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35"/>
  <p:tag name="KSO_WM_UNIT_TEXT_FILL_FORE_SCHEMECOLOR_INDEX" val="1"/>
  <p:tag name="KSO_WM_UNIT_TEXT_FILL_TYPE" val="1"/>
  <p:tag name="KSO_WM_UNIT_PRESET_TEXT" val="单击此处添加标题"/>
  <p:tag name="KSO_WM_UNIT_TEXT_TYPE" val="1"/>
  <p:tag name="KSO_WM_UNIT_USESOURCEFORMAT_APPLY" val="0"/>
</p:tagLst>
</file>

<file path=ppt/tags/tag24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1967_1*l_h_i*1_1_1"/>
  <p:tag name="KSO_WM_TEMPLATE_CATEGORY" val="diagram"/>
  <p:tag name="KSO_WM_TEMPLATE_INDEX" val="20231967"/>
  <p:tag name="KSO_WM_UNIT_LAYERLEVEL" val="1_1_1"/>
  <p:tag name="KSO_WM_TAG_VERSION" val="3.0"/>
  <p:tag name="KSO_WM_BEAUTIFY_FLAG" val="#wm#"/>
  <p:tag name="KSO_WM_DIAGRAM_MAX_ITEMCNT" val="4"/>
  <p:tag name="KSO_WM_DIAGRAM_MIN_ITEMCNT" val="2"/>
  <p:tag name="KSO_WM_DIAGRAM_VIRTUALLY_FRAME" val="{&quot;height&quot;:372.13134765625,&quot;width&quot;:780.211425781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243.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967_1*l_h_f*1_2_1"/>
  <p:tag name="KSO_WM_TEMPLATE_CATEGORY" val="diagram"/>
  <p:tag name="KSO_WM_TEMPLATE_INDEX" val="20231967"/>
  <p:tag name="KSO_WM_UNIT_LAYERLEVEL" val="1_1_1"/>
  <p:tag name="KSO_WM_TAG_VERSION" val="3.0"/>
  <p:tag name="KSO_WM_BEAUTIFY_FLAG" val="#wm#"/>
  <p:tag name="KSO_WM_UNIT_VALUE" val="156"/>
  <p:tag name="KSO_WM_DIAGRAM_MAX_ITEMCNT" val="4"/>
  <p:tag name="KSO_WM_DIAGRAM_MIN_ITEMCNT" val="2"/>
  <p:tag name="KSO_WM_DIAGRAM_VIRTUALLY_FRAME" val="{&quot;height&quot;:372.13134765625,&quot;width&quot;:780.21142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添加您的文本具体内容，简明扼要地阐述您的观点。根据需要可酌情增减文字，以便观者准确地理解您传达的思想。单击此处添加您的文本具体内容，简明扼要地阐述您的观点。根据需要可酌情增减文字，以便观者准确地理解您传达的思想。"/>
  <p:tag name="KSO_WM_UNIT_TEXT_TYPE" val="1"/>
  <p:tag name="KSO_WM_UNIT_USESOURCEFORMAT_APPLY" val="0"/>
</p:tagLst>
</file>

<file path=ppt/tags/tag244.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1967_1*l_h_a*1_2_1"/>
  <p:tag name="KSO_WM_TEMPLATE_CATEGORY" val="diagram"/>
  <p:tag name="KSO_WM_TEMPLATE_INDEX" val="20231967"/>
  <p:tag name="KSO_WM_UNIT_LAYERLEVEL" val="1_1_1"/>
  <p:tag name="KSO_WM_TAG_VERSION" val="3.0"/>
  <p:tag name="KSO_WM_BEAUTIFY_FLAG" val="#wm#"/>
  <p:tag name="KSO_WM_UNIT_VALUE" val="35"/>
  <p:tag name="KSO_WM_DIAGRAM_MAX_ITEMCNT" val="4"/>
  <p:tag name="KSO_WM_DIAGRAM_MIN_ITEMCNT" val="2"/>
  <p:tag name="KSO_WM_DIAGRAM_VIRTUALLY_FRAME" val="{&quot;height&quot;:372.13134765625,&quot;width&quot;:780.21142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添加标题"/>
  <p:tag name="KSO_WM_UNIT_TEXT_TYPE" val="1"/>
  <p:tag name="KSO_WM_UNIT_USESOURCEFORMAT_APPLY" val="0"/>
</p:tagLst>
</file>

<file path=ppt/tags/tag245.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1967_1*l_h_i*1_2_1"/>
  <p:tag name="KSO_WM_TEMPLATE_CATEGORY" val="diagram"/>
  <p:tag name="KSO_WM_TEMPLATE_INDEX" val="20231967"/>
  <p:tag name="KSO_WM_UNIT_LAYERLEVEL" val="1_1_1"/>
  <p:tag name="KSO_WM_TAG_VERSION" val="3.0"/>
  <p:tag name="KSO_WM_BEAUTIFY_FLAG" val="#wm#"/>
  <p:tag name="KSO_WM_DIAGRAM_MAX_ITEMCNT" val="4"/>
  <p:tag name="KSO_WM_DIAGRAM_MIN_ITEMCNT" val="2"/>
  <p:tag name="KSO_WM_DIAGRAM_VIRTUALLY_FRAME" val="{&quot;height&quot;:372.13134765625,&quot;width&quot;:780.211425781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246.xml><?xml version="1.0" encoding="utf-8"?>
<p:tagLst xmlns:p="http://schemas.openxmlformats.org/presentationml/2006/main">
  <p:tag name="KSO_WM_SLIDE_ID" val="diagram20231967_3"/>
  <p:tag name="KSO_WM_TEMPLATE_SUBCATEGORY" val="0"/>
  <p:tag name="KSO_WM_TEMPLATE_MASTER_TYPE" val="0"/>
  <p:tag name="KSO_WM_TEMPLATE_COLOR_TYPE" val="0"/>
  <p:tag name="KSO_WM_SLIDE_TYPE" val="text"/>
  <p:tag name="KSO_WM_SLIDE_SUBTYPE" val="diag"/>
  <p:tag name="KSO_WM_SLIDE_ITEM_CNT" val="4"/>
  <p:tag name="KSO_WM_SLIDE_INDEX" val="3"/>
  <p:tag name="KSO_WM_SLIDE_SIZE" val="780.211*359.439"/>
  <p:tag name="KSO_WM_SLIDE_POSITION" val="97.7358*125.161"/>
  <p:tag name="KSO_WM_DIAGRAM_GROUP_CODE" val="l1-1"/>
  <p:tag name="KSO_WM_SLIDE_DIAGTYPE" val="l"/>
  <p:tag name="KSO_WM_TAG_VERSION" val="3.0"/>
  <p:tag name="KSO_WM_BEAUTIFY_FLAG" val="#wm#"/>
  <p:tag name="KSO_WM_TEMPLATE_CATEGORY" val="custom"/>
  <p:tag name="KSO_WM_TEMPLATE_INDEX" val="20230266"/>
  <p:tag name="KSO_WM_SLIDE_LAYOUT" val="a_l"/>
  <p:tag name="KSO_WM_SLIDE_LAYOUT_CNT" val="1_1"/>
</p:tagLst>
</file>

<file path=ppt/tags/tag247.xml><?xml version="1.0" encoding="utf-8"?>
<p:tagLst xmlns:p="http://schemas.openxmlformats.org/presentationml/2006/main">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custom20230266_7*e*1"/>
  <p:tag name="KSO_WM_TEMPLATE_CATEGORY" val="custom"/>
  <p:tag name="KSO_WM_TEMPLATE_INDEX" val="20230266"/>
  <p:tag name="KSO_WM_UNIT_LAYERLEVEL" val="1"/>
  <p:tag name="KSO_WM_TAG_VERSION" val="3.0"/>
  <p:tag name="KSO_WM_BEAUTIFY_FLAG" val="#wm#"/>
  <p:tag name="KSO_WM_UNIT_CONTENT_GROUP_TYPE" val="contentchip"/>
</p:tagLst>
</file>

<file path=ppt/tags/tag24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66_7*a*1"/>
  <p:tag name="KSO_WM_TEMPLATE_CATEGORY" val="custom"/>
  <p:tag name="KSO_WM_TEMPLATE_INDEX" val="20230266"/>
  <p:tag name="KSO_WM_UNIT_LAYERLEVEL" val="1"/>
  <p:tag name="KSO_WM_TAG_VERSION" val="3.0"/>
  <p:tag name="KSO_WM_BEAUTIFY_FLAG" val="#wm#"/>
  <p:tag name="KSO_WM_UNIT_CONTENT_GROUP_TYPE" val="contentchip"/>
  <p:tag name="KSO_WM_UNIT_PRESET_TEXT" val="添加章节标题"/>
  <p:tag name="KSO_WM_UNIT_TEXT_TYPE" val="1"/>
</p:tagLst>
</file>

<file path=ppt/tags/tag249.xml><?xml version="1.0" encoding="utf-8"?>
<p:tagLst xmlns:p="http://schemas.openxmlformats.org/presentationml/2006/main">
  <p:tag name="KSO_WM_SLIDE_ID" val="custom20230266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0266"/>
  <p:tag name="KSO_WM_SLIDE_TYPE" val="sectionTitle"/>
  <p:tag name="KSO_WM_SLIDE_SUBTYPE" val="pureTxt"/>
  <p:tag name="KSO_WM_SLIDE_LAYOUT" val="a_e"/>
  <p:tag name="KSO_WM_SLIDE_LAYOUT_CNT" val="1_1"/>
  <p:tag name="KSO_WM_SPECIAL_SOURCE" val="bdnull"/>
  <p:tag name="KSO_WM_SLIDE_CONTENT_AREA" val="{&quot;left&quot;:&quot;48.9&quot;,&quot;top&quot;:&quot;272.1&quot;,&quot;width&quot;:&quot;514.45&quot;,&quot;height&quot;:&quot;209.2&quot;}"/>
</p:tagLst>
</file>

<file path=ppt/tags/tag250.xml><?xml version="1.0" encoding="utf-8"?>
<p:tagLst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UNIT_TEXT_FILL_FORE_SCHEMECOLOR_INDEX" val="13"/>
  <p:tag name="KSO_WM_UNIT_TEXT_FILL_TYPE" val="1"/>
  <p:tag name="KSO_WM_UNIT_USESOURCEFORMAT_APPLY" val="0"/>
  <p:tag name="KSO_WM_TEMPLATE_INDEX" val="20232404"/>
  <p:tag name="KSO_WM_UNIT_ID" val="custom20232404_1*a*1"/>
  <p:tag name="KSO_WM_UNIT_PRESET_TEXT" val="单击此处添加标题"/>
</p:tagLst>
</file>

<file path=ppt/tags/tag251.xml><?xml version="1.0" encoding="utf-8"?>
<p:tagLst xmlns:p="http://schemas.openxmlformats.org/presentationml/2006/main">
  <p:tag name="KSO_WM_BEAUTIFY_FLAG" val="#wm#"/>
  <p:tag name="KSO_WM_DIAGRAM_VERSION" val="3"/>
  <p:tag name="KSO_WM_DIAGRAM_COLOR_TRICK" val="1"/>
  <p:tag name="KSO_WM_DIAGRAM_COLOR_TEXT_CAN_REMOVE" val="n"/>
  <p:tag name="KSO_WM_UNIT_ISCONTENTSTITLE" val="0"/>
  <p:tag name="KSO_WM_UNIT_ISNUMDGMTITLE" val="0"/>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1267_2*l_h_a*1_1_1"/>
  <p:tag name="KSO_WM_TEMPLATE_CATEGORY" val="diagram"/>
  <p:tag name="KSO_WM_TEMPLATE_INDEX" val="20231267"/>
  <p:tag name="KSO_WM_UNIT_LAYERLEVEL" val="1_1_1"/>
  <p:tag name="KSO_WM_TAG_VERSION" val="3.0"/>
  <p:tag name="KSO_WM_DIAGRAM_MAX_ITEMCNT" val="4"/>
  <p:tag name="KSO_WM_DIAGRAM_MIN_ITEMCNT" val="2"/>
  <p:tag name="KSO_WM_DIAGRAM_VIRTUALLY_FRAME" val="{&quot;height&quot;:379.631811023622,&quot;left&quot;:490.3725170225609,&quot;top&quot;:130.4644881889764,&quot;width&quot;:413.142761230468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25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267_2*l_h_f*1_1_1"/>
  <p:tag name="KSO_WM_TEMPLATE_CATEGORY" val="diagram"/>
  <p:tag name="KSO_WM_TEMPLATE_INDEX" val="20231267"/>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9.631811023622,&quot;left&quot;:490.3725170225609,&quot;top&quot;:130.4644881889764,&quot;width&quot;:413.1427612304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添加文本具体内容，简明扼要地阐述您的观点根据需要可酌情增减文字，单击此处添加内容"/>
  <p:tag name="KSO_WM_UNIT_TEXT_FILL_FORE_SCHEMECOLOR_INDEX" val="1"/>
  <p:tag name="KSO_WM_UNIT_TEXT_FILL_TYPE" val="1"/>
  <p:tag name="KSO_WM_UNIT_USESOURCEFORMAT_APPLY" val="0"/>
</p:tagLst>
</file>

<file path=ppt/tags/tag253.xml><?xml version="1.0" encoding="utf-8"?>
<p:tagLst xmlns:p="http://schemas.openxmlformats.org/presentationml/2006/main">
  <p:tag name="KSO_WM_BEAUTIFY_FLAG" val="#wm#"/>
  <p:tag name="KSO_WM_DIAGRAM_VERSION" val="3"/>
  <p:tag name="KSO_WM_DIAGRAM_COLOR_TRICK" val="1"/>
  <p:tag name="KSO_WM_DIAGRAM_COLOR_TEXT_CAN_REMOVE" val="n"/>
  <p:tag name="KSO_WM_UNIT_ISCONTENTSTITLE" val="0"/>
  <p:tag name="KSO_WM_UNIT_ISNUMDGMTITLE" val="0"/>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1267_2*l_h_a*1_2_1"/>
  <p:tag name="KSO_WM_TEMPLATE_CATEGORY" val="diagram"/>
  <p:tag name="KSO_WM_TEMPLATE_INDEX" val="20231267"/>
  <p:tag name="KSO_WM_UNIT_LAYERLEVEL" val="1_1_1"/>
  <p:tag name="KSO_WM_TAG_VERSION" val="3.0"/>
  <p:tag name="KSO_WM_DIAGRAM_MAX_ITEMCNT" val="4"/>
  <p:tag name="KSO_WM_DIAGRAM_MIN_ITEMCNT" val="2"/>
  <p:tag name="KSO_WM_DIAGRAM_VIRTUALLY_FRAME" val="{&quot;height&quot;:379.631811023622,&quot;left&quot;:490.3725170225609,&quot;top&quot;:130.4644881889764,&quot;width&quot;:413.142761230468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25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267_2*l_h_f*1_2_1"/>
  <p:tag name="KSO_WM_TEMPLATE_CATEGORY" val="diagram"/>
  <p:tag name="KSO_WM_TEMPLATE_INDEX" val="20231267"/>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9.631811023622,&quot;left&quot;:490.3725170225609,&quot;top&quot;:130.4644881889764,&quot;width&quot;:413.1427612304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添加文本具体内容，简明扼要地阐述您的观点根据需要可酌情增减文字，单击此处添加内容"/>
  <p:tag name="KSO_WM_UNIT_TEXT_FILL_FORE_SCHEMECOLOR_INDEX" val="1"/>
  <p:tag name="KSO_WM_UNIT_TEXT_FILL_TYPE" val="1"/>
  <p:tag name="KSO_WM_UNIT_USESOURCEFORMAT_APPLY" val="0"/>
</p:tagLst>
</file>

<file path=ppt/tags/tag255.xml><?xml version="1.0" encoding="utf-8"?>
<p:tagLst xmlns:p="http://schemas.openxmlformats.org/presentationml/2006/main">
  <p:tag name="KSO_WM_BEAUTIFY_FLAG" val="#wm#"/>
  <p:tag name="KSO_WM_DIAGRAM_VERSION" val="3"/>
  <p:tag name="KSO_WM_DIAGRAM_COLOR_TRICK" val="1"/>
  <p:tag name="KSO_WM_DIAGRAM_COLOR_TEXT_CAN_REMOVE" val="n"/>
  <p:tag name="KSO_WM_UNIT_ISCONTENTSTITLE" val="0"/>
  <p:tag name="KSO_WM_UNIT_ISNUMDGMTITLE" val="0"/>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1267_2*l_h_a*1_3_1"/>
  <p:tag name="KSO_WM_TEMPLATE_CATEGORY" val="diagram"/>
  <p:tag name="KSO_WM_TEMPLATE_INDEX" val="20231267"/>
  <p:tag name="KSO_WM_UNIT_LAYERLEVEL" val="1_1_1"/>
  <p:tag name="KSO_WM_TAG_VERSION" val="3.0"/>
  <p:tag name="KSO_WM_DIAGRAM_MAX_ITEMCNT" val="4"/>
  <p:tag name="KSO_WM_DIAGRAM_MIN_ITEMCNT" val="2"/>
  <p:tag name="KSO_WM_DIAGRAM_VIRTUALLY_FRAME" val="{&quot;height&quot;:379.631811023622,&quot;left&quot;:490.3725170225609,&quot;top&quot;:130.4644881889764,&quot;width&quot;:413.142761230468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25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1267_2*l_h_f*1_3_1"/>
  <p:tag name="KSO_WM_TEMPLATE_CATEGORY" val="diagram"/>
  <p:tag name="KSO_WM_TEMPLATE_INDEX" val="20231267"/>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79.631811023622,&quot;left&quot;:490.3725170225609,&quot;top&quot;:130.4644881889764,&quot;width&quot;:413.1427612304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添加文本具体内容，简明扼要地阐述您的观点根据需要可酌情增减文字，单击此处添加内容"/>
  <p:tag name="KSO_WM_UNIT_TEXT_FILL_FORE_SCHEMECOLOR_INDEX" val="1"/>
  <p:tag name="KSO_WM_UNIT_TEXT_FILL_TYPE" val="1"/>
  <p:tag name="KSO_WM_UNIT_USESOURCEFORMAT_APPLY" val="0"/>
</p:tagLst>
</file>

<file path=ppt/tags/tag257.xml><?xml version="1.0" encoding="utf-8"?>
<p:tagLst xmlns:p="http://schemas.openxmlformats.org/presentationml/2006/main">
  <p:tag name="KSO_WM_TEMPLATE_MASTER_TYPE" val="0"/>
  <p:tag name="KSO_WM_TEMPLATE_COLOR_TYPE" val="0"/>
  <p:tag name="KSO_WM_BEAUTIFY_FLAG" val="#wm#"/>
  <p:tag name="KSO_WM_TEMPLATE_CATEGORY" val="custom"/>
  <p:tag name="KSO_WM_SLIDE_LAYOUT" val="a_d_l"/>
  <p:tag name="KSO_WM_SLIDE_LAYOUT_CNT" val="1_1_1"/>
  <p:tag name="KSO_WM_SPECIAL_SOURCE" val="bdnull"/>
  <p:tag name="KSO_WM_SLIDE_TYPE" val="text"/>
  <p:tag name="KSO_WM_SLIDE_SIZE" val="411.611*333.516"/>
  <p:tag name="KSO_WM_SLIDE_POSITION" val="491.108*160.132"/>
  <p:tag name="KSO_WM_SLIDE_SUBTYPE" val="picTxt"/>
  <p:tag name="KSO_WM_DIAGRAM_GROUP_CODE" val="l1-1"/>
  <p:tag name="KSO_WM_SLIDE_DIAGTYPE" val="l"/>
  <p:tag name="KSO_WM_SLIDE_LAYOUT_NAME" val="仅标题"/>
  <p:tag name="KSO_WM_TEMPLATE_INDEX" val="20230266"/>
  <p:tag name="KSO_WM_TEMPLATE_SUBCATEGORY" val="0"/>
  <p:tag name="KSO_WM_SLIDE_INDEX" val="1"/>
  <p:tag name="KSO_WM_TAG_VERSION" val="3.0"/>
  <p:tag name="KSO_WM_SLIDE_ID" val="custom20232404_1"/>
  <p:tag name="KSO_WM_SLIDE_ITEM_CNT" val="3"/>
</p:tagLst>
</file>

<file path=ppt/tags/tag2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337_2*a*1"/>
  <p:tag name="KSO_WM_TEMPLATE_CATEGORY" val="diagram"/>
  <p:tag name="KSO_WM_TEMPLATE_INDEX" val="20233337"/>
  <p:tag name="KSO_WM_UNIT_LAYERLEVEL" val="1"/>
  <p:tag name="KSO_WM_TAG_VERSION" val="3.0"/>
  <p:tag name="KSO_WM_BEAUTIFY_FLAG" val="#wm#"/>
  <p:tag name="KSO_WM_UNIT_ISCONTENTSTITLE" val="0"/>
  <p:tag name="KSO_WM_UNIT_ISNUMDGMTITLE" val="0"/>
  <p:tag name="KSO_WM_UNIT_NOCLEAR" val="0"/>
  <p:tag name="KSO_WM_UNIT_VALUE" val="29"/>
  <p:tag name="KSO_WM_DIAGRAM_GROUP_CODE" val="l1-1"/>
  <p:tag name="KSO_WM_UNIT_TYPE" val="a"/>
  <p:tag name="KSO_WM_UNIT_INDEX" val="1"/>
  <p:tag name="KSO_WM_UNIT_PRESET_TEXT" val="单击此处添加标题"/>
  <p:tag name="KSO_WM_UNIT_TEXT_TYPE" val="1"/>
  <p:tag name="KSO_WM_UNIT_TEXT_FILL_FORE_SCHEMECOLOR_INDEX" val="13"/>
  <p:tag name="KSO_WM_UNIT_TEXT_FILL_TYPE" val="1"/>
  <p:tag name="KSO_WM_UNIT_USESOURCEFORMAT_APPLY" val="0"/>
</p:tagLst>
</file>

<file path=ppt/tags/tag259.xml><?xml version="1.0" encoding="utf-8"?>
<p:tagLst xmlns:p="http://schemas.openxmlformats.org/presentationml/2006/main">
  <p:tag name="KSO_WM_SLIDE_ID" val="diagram20233337_2"/>
  <p:tag name="KSO_WM_TEMPLATE_SUBCATEGORY" val="0"/>
  <p:tag name="KSO_WM_TEMPLATE_MASTER_TYPE" val="0"/>
  <p:tag name="KSO_WM_TEMPLATE_COLOR_TYPE" val="0"/>
  <p:tag name="KSO_WM_SLIDE_ITEM_CNT" val="4"/>
  <p:tag name="KSO_WM_SLIDE_INDEX" val="2"/>
  <p:tag name="KSO_WM_TAG_VERSION" val="3.0"/>
  <p:tag name="KSO_WM_BEAUTIFY_FLAG" val="#wm#"/>
  <p:tag name="KSO_WM_TEMPLATE_CATEGORY" val="custom"/>
  <p:tag name="KSO_WM_TEMPLATE_INDEX" val="20230266"/>
  <p:tag name="KSO_WM_SLIDE_TYPE" val="text"/>
  <p:tag name="KSO_WM_SLIDE_SUBTYPE" val="diag"/>
  <p:tag name="KSO_WM_SLIDE_SIZE" val="850.483*348.597"/>
  <p:tag name="KSO_WM_SLIDE_POSITION" val="54.8*141.874"/>
  <p:tag name="KSO_WM_SLIDE_LAYOUT" val="a_l"/>
  <p:tag name="KSO_WM_SLIDE_LAYOUT_CNT" val="1_1"/>
  <p:tag name="KSO_WM_SPECIAL_SOURCE" val="bdnull"/>
  <p:tag name="KSO_WM_DIAGRAM_GROUP_CODE" val="l1-1"/>
  <p:tag name="KSO_WM_SLIDE_DIAGTYPE" val="l"/>
</p:tagLst>
</file>

<file path=ppt/tags/tag2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2459_5*a*1"/>
  <p:tag name="KSO_WM_TEMPLATE_CATEGORY" val="diagram"/>
  <p:tag name="KSO_WM_TEMPLATE_INDEX" val="20232459"/>
  <p:tag name="KSO_WM_UNIT_LAYERLEVEL" val="1"/>
  <p:tag name="KSO_WM_TAG_VERSION" val="3.0"/>
  <p:tag name="KSO_WM_BEAUTIFY_FLAG" val="#wm#"/>
  <p:tag name="KSO_WM_UNIT_ISCONTENTSTITLE" val="0"/>
  <p:tag name="KSO_WM_UNIT_ISNUMDGMTITLE" val="0"/>
  <p:tag name="KSO_WM_UNIT_NOCLEAR" val="0"/>
  <p:tag name="KSO_WM_UNIT_VALUE" val="25"/>
  <p:tag name="KSO_WM_DIAGRAM_GROUP_CODE" val="l1-1"/>
  <p:tag name="KSO_WM_UNIT_TYPE" val="a"/>
  <p:tag name="KSO_WM_UNIT_INDEX" val="1"/>
  <p:tag name="KSO_WM_UNIT_PRESET_TEXT" val="单击此处添加标题"/>
  <p:tag name="KSO_WM_UNIT_TEXT_TYPE" val="1"/>
  <p:tag name="KSO_WM_UNIT_TEXT_FILL_FORE_SCHEMECOLOR_INDEX" val="13"/>
  <p:tag name="KSO_WM_UNIT_TEXT_FILL_TYPE" val="1"/>
  <p:tag name="KSO_WM_UNIT_USESOURCEFORMAT_APPLY" val="0"/>
</p:tagLst>
</file>

<file path=ppt/tags/tag2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2459_2*l_h_i*1_1_2"/>
  <p:tag name="KSO_WM_TEMPLATE_CATEGORY" val="diagram"/>
  <p:tag name="KSO_WM_TEMPLATE_INDEX" val="20232459"/>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1_2"/>
  <p:tag name="KSO_WM_DIAGRAM_MAX_ITEMCNT" val="6"/>
  <p:tag name="KSO_WM_DIAGRAM_MIN_ITEMCNT" val="2"/>
  <p:tag name="KSO_WM_DIAGRAM_VIRTUALLY_FRAME" val="{&quot;height&quot;:343.7585144042969,&quot;width&quot;:802.7999877929688}"/>
  <p:tag name="KSO_WM_DIAGRAM_COLOR_MATCH_VALUE" val="{&quot;shape&quot;:{&quot;fill&quot;:{&quot;solid&quot;:{&quot;brightness&quot;:0,&quot;colorType&quot;:2,&quot;rgb&quot;:&quot;#ffffff&quot;,&quot;transparency&quot;:0},&quot;type&quot;:1},&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13"/>
  <p:tag name="KSO_WM_UNIT_TEXT_FILL_TYPE" val="1"/>
  <p:tag name="KSO_WM_UNIT_USESOURCEFORMAT_APPLY" val="0"/>
</p:tagLst>
</file>

<file path=ppt/tags/tag2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20232459_2*l_h_i*1_1_1"/>
  <p:tag name="KSO_WM_TEMPLATE_CATEGORY" val="diagram"/>
  <p:tag name="KSO_WM_TEMPLATE_INDEX" val="20232459"/>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43.7585144042969,&quot;width&quot;:802.7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USESOURCEFORMAT_APPLY" val="0"/>
</p:tagLst>
</file>

<file path=ppt/tags/tag26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2459_2*l_h_f*1_1_1"/>
  <p:tag name="KSO_WM_TEMPLATE_CATEGORY" val="diagram"/>
  <p:tag name="KSO_WM_TEMPLATE_INDEX" val="20232459"/>
  <p:tag name="KSO_WM_UNIT_LAYERLEVEL" val="1_1_1"/>
  <p:tag name="KSO_WM_TAG_VERSION" val="3.0"/>
  <p:tag name="KSO_WM_BEAUTIFY_FLAG" val="#wm#"/>
  <p:tag name="KSO_WM_UNIT_TEXT_FILL_FORE_SCHEMECOLOR_INDEX_BRIGHTNESS" val="0.15"/>
  <p:tag name="KSO_WM_UNIT_TEXT_FILL_TYPE" val="1"/>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43.7585144042969,&quot;width&quot;:802.7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404040&quot;,&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您的项正文，文字是您思想的提炼，请尽量言简意赅的阐述观点。单击此处输入您的项正文，文字是您思想的提炼，请尽量言简意赅的阐述观点。"/>
  <p:tag name="KSO_WM_UNIT_TEXT_TYPE" val="1"/>
  <p:tag name="KSO_WM_UNIT_USESOURCEFORMAT_APPLY" val="0"/>
</p:tagLst>
</file>

<file path=ppt/tags/tag26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2459_2*l_h_a*1_1_1"/>
  <p:tag name="KSO_WM_TEMPLATE_CATEGORY" val="diagram"/>
  <p:tag name="KSO_WM_TEMPLATE_INDEX" val="20232459"/>
  <p:tag name="KSO_WM_UNIT_LAYERLEVEL" val="1_1_1"/>
  <p:tag name="KSO_WM_TAG_VERSION" val="3.0"/>
  <p:tag name="KSO_WM_BEAUTIFY_FLAG" val="#wm#"/>
  <p:tag name="KSO_WM_UNIT_TEXT_FILL_FORE_SCHEMECOLOR_INDEX_BRIGHTNESS" val="0.15"/>
  <p:tag name="KSO_WM_UNIT_TEXT_FILL_TYPE" val="1"/>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43.7585144042969,&quot;width&quot;:802.7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151515&quot;,&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项标题"/>
  <p:tag name="KSO_WM_UNIT_TEXT_TYPE" val="1"/>
  <p:tag name="KSO_WM_UNIT_USESOURCEFORMAT_APPLY" val="0"/>
</p:tagLst>
</file>

<file path=ppt/tags/tag2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2459_2*l_h_i*1_2_2"/>
  <p:tag name="KSO_WM_TEMPLATE_CATEGORY" val="diagram"/>
  <p:tag name="KSO_WM_TEMPLATE_INDEX" val="20232459"/>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2_2"/>
  <p:tag name="KSO_WM_DIAGRAM_MAX_ITEMCNT" val="6"/>
  <p:tag name="KSO_WM_DIAGRAM_MIN_ITEMCNT" val="2"/>
  <p:tag name="KSO_WM_DIAGRAM_VIRTUALLY_FRAME" val="{&quot;height&quot;:343.7585144042969,&quot;width&quot;:802.7999877929688}"/>
  <p:tag name="KSO_WM_DIAGRAM_COLOR_MATCH_VALUE" val="{&quot;shape&quot;:{&quot;fill&quot;:{&quot;solid&quot;:{&quot;brightness&quot;:0,&quot;colorType&quot;:2,&quot;rgb&quot;:&quot;#ffffff&quot;,&quot;transparency&quot;:0},&quot;type&quot;:1},&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13"/>
  <p:tag name="KSO_WM_UNIT_TEXT_FILL_TYPE" val="1"/>
  <p:tag name="KSO_WM_UNIT_USESOURCEFORMAT_APPLY" val="0"/>
</p:tagLst>
</file>

<file path=ppt/tags/tag2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diagram20232459_2*l_h_i*1_2_1"/>
  <p:tag name="KSO_WM_TEMPLATE_CATEGORY" val="diagram"/>
  <p:tag name="KSO_WM_TEMPLATE_INDEX" val="20232459"/>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43.7585144042969,&quot;width&quot;:802.7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USESOURCEFORMAT_APPLY" val="0"/>
</p:tagLst>
</file>

<file path=ppt/tags/tag26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2459_2*l_h_f*1_2_1"/>
  <p:tag name="KSO_WM_TEMPLATE_CATEGORY" val="diagram"/>
  <p:tag name="KSO_WM_TEMPLATE_INDEX" val="20232459"/>
  <p:tag name="KSO_WM_UNIT_LAYERLEVEL" val="1_1_1"/>
  <p:tag name="KSO_WM_TAG_VERSION" val="3.0"/>
  <p:tag name="KSO_WM_BEAUTIFY_FLAG" val="#wm#"/>
  <p:tag name="KSO_WM_UNIT_TEXT_FILL_FORE_SCHEMECOLOR_INDEX_BRIGHTNESS" val="0.15"/>
  <p:tag name="KSO_WM_UNIT_TEXT_FILL_TYPE" val="1"/>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43.7585144042969,&quot;width&quot;:802.7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404040&quot;,&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您的项正文，文字是您思想的提炼，请尽量言简意赅的阐述观点。单击此处输入您的项正文，文字是您思想的提炼，请尽量言简意赅的阐述观点。"/>
  <p:tag name="KSO_WM_UNIT_TEXT_TYPE" val="1"/>
  <p:tag name="KSO_WM_UNIT_USESOURCEFORMAT_APPLY" val="0"/>
</p:tagLst>
</file>

<file path=ppt/tags/tag26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2459_2*l_h_a*1_2_1"/>
  <p:tag name="KSO_WM_TEMPLATE_CATEGORY" val="diagram"/>
  <p:tag name="KSO_WM_TEMPLATE_INDEX" val="20232459"/>
  <p:tag name="KSO_WM_UNIT_LAYERLEVEL" val="1_1_1"/>
  <p:tag name="KSO_WM_TAG_VERSION" val="3.0"/>
  <p:tag name="KSO_WM_BEAUTIFY_FLAG" val="#wm#"/>
  <p:tag name="KSO_WM_UNIT_TEXT_FILL_FORE_SCHEMECOLOR_INDEX_BRIGHTNESS" val="0.15"/>
  <p:tag name="KSO_WM_UNIT_TEXT_FILL_TYPE" val="1"/>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43.7585144042969,&quot;width&quot;:802.7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151515&quot;,&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项标题"/>
  <p:tag name="KSO_WM_UNIT_TEXT_TYPE" val="1"/>
  <p:tag name="KSO_WM_UNIT_USESOURCEFORMAT_APPLY" val="0"/>
</p:tagLst>
</file>

<file path=ppt/tags/tag2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2459_2*l_h_i*1_3_2"/>
  <p:tag name="KSO_WM_TEMPLATE_CATEGORY" val="diagram"/>
  <p:tag name="KSO_WM_TEMPLATE_INDEX" val="20232459"/>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3_2"/>
  <p:tag name="KSO_WM_DIAGRAM_MAX_ITEMCNT" val="6"/>
  <p:tag name="KSO_WM_DIAGRAM_MIN_ITEMCNT" val="2"/>
  <p:tag name="KSO_WM_DIAGRAM_VIRTUALLY_FRAME" val="{&quot;height&quot;:343.7585144042969,&quot;width&quot;:802.7999877929688}"/>
  <p:tag name="KSO_WM_DIAGRAM_COLOR_MATCH_VALUE" val="{&quot;shape&quot;:{&quot;fill&quot;:{&quot;solid&quot;:{&quot;brightness&quot;:0,&quot;colorType&quot;:2,&quot;rgb&quot;:&quot;#ffffff&quot;,&quot;transparency&quot;:0},&quot;type&quot;:1},&quot;glow&quot;:{&quot;colorType&quot;:0},&quot;line&quot;:{&quot;type&quot;:0},&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SHADOW_SCHEMECOLOR_INDEX" val="5"/>
  <p:tag name="KSO_WM_UNIT_TEXT_FILL_FORE_SCHEMECOLOR_INDEX" val="13"/>
  <p:tag name="KSO_WM_UNIT_TEXT_FILL_TYPE" val="1"/>
  <p:tag name="KSO_WM_UNIT_USESOURCEFORMAT_APPLY" val="0"/>
</p:tagLst>
</file>

<file path=ppt/tags/tag2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diagram20232459_2*l_h_i*1_3_1"/>
  <p:tag name="KSO_WM_TEMPLATE_CATEGORY" val="diagram"/>
  <p:tag name="KSO_WM_TEMPLATE_INDEX" val="20232459"/>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43.7585144042969,&quot;width&quot;:802.7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USESOURCEFORMAT_APPLY" val="0"/>
</p:tagLst>
</file>

<file path=ppt/tags/tag27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2459_2*l_h_f*1_3_1"/>
  <p:tag name="KSO_WM_TEMPLATE_CATEGORY" val="diagram"/>
  <p:tag name="KSO_WM_TEMPLATE_INDEX" val="20232459"/>
  <p:tag name="KSO_WM_UNIT_LAYERLEVEL" val="1_1_1"/>
  <p:tag name="KSO_WM_TAG_VERSION" val="3.0"/>
  <p:tag name="KSO_WM_BEAUTIFY_FLAG" val="#wm#"/>
  <p:tag name="KSO_WM_UNIT_TEXT_FILL_FORE_SCHEMECOLOR_INDEX_BRIGHTNESS" val="0.15"/>
  <p:tag name="KSO_WM_UNIT_TEXT_FILL_TYPE" val="1"/>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43.7585144042969,&quot;width&quot;:802.7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404040&quot;,&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您的项正文，文字是您思想的提炼，请尽量言简意赅的阐述观点。单击此处输入您的项正文，文字是您思想的提炼，请尽量言简意赅的阐述观点。"/>
  <p:tag name="KSO_WM_UNIT_TEXT_TYPE" val="1"/>
  <p:tag name="KSO_WM_UNIT_USESOURCEFORMAT_APPLY" val="0"/>
</p:tagLst>
</file>

<file path=ppt/tags/tag27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2459_2*l_h_a*1_3_1"/>
  <p:tag name="KSO_WM_TEMPLATE_CATEGORY" val="diagram"/>
  <p:tag name="KSO_WM_TEMPLATE_INDEX" val="20232459"/>
  <p:tag name="KSO_WM_UNIT_LAYERLEVEL" val="1_1_1"/>
  <p:tag name="KSO_WM_TAG_VERSION" val="3.0"/>
  <p:tag name="KSO_WM_BEAUTIFY_FLAG" val="#wm#"/>
  <p:tag name="KSO_WM_UNIT_TEXT_FILL_FORE_SCHEMECOLOR_INDEX_BRIGHTNESS" val="0.15"/>
  <p:tag name="KSO_WM_UNIT_TEXT_FILL_TYPE" val="1"/>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43.7585144042969,&quot;width&quot;:802.7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151515&quot;,&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项标题"/>
  <p:tag name="KSO_WM_UNIT_TEXT_TYPE" val="1"/>
  <p:tag name="KSO_WM_UNIT_USESOURCEFORMAT_APPLY" val="0"/>
</p:tagLst>
</file>

<file path=ppt/tags/tag273.xml><?xml version="1.0" encoding="utf-8"?>
<p:tagLst xmlns:p="http://schemas.openxmlformats.org/presentationml/2006/main">
  <p:tag name="KSO_WM_SLIDE_ID" val="diagram20232459_5"/>
  <p:tag name="KSO_WM_TEMPLATE_SUBCATEGORY" val="0"/>
  <p:tag name="KSO_WM_TEMPLATE_MASTER_TYPE" val="0"/>
  <p:tag name="KSO_WM_TEMPLATE_COLOR_TYPE" val="0"/>
  <p:tag name="KSO_WM_SLIDE_ITEM_CNT" val="6"/>
  <p:tag name="KSO_WM_SLIDE_INDEX" val="5"/>
  <p:tag name="KSO_WM_TAG_VERSION" val="3.0"/>
  <p:tag name="KSO_WM_BEAUTIFY_FLAG" val="#wm#"/>
  <p:tag name="KSO_WM_TEMPLATE_CATEGORY" val="custom"/>
  <p:tag name="KSO_WM_TEMPLATE_INDEX" val="20230266"/>
  <p:tag name="KSO_WM_SLIDE_TYPE" val="text"/>
  <p:tag name="KSO_WM_SLIDE_SUBTYPE" val="diag"/>
  <p:tag name="KSO_WM_SLIDE_SIZE" val="802.8*343.758"/>
  <p:tag name="KSO_WM_SLIDE_POSITION" val="78.6*138.191"/>
  <p:tag name="KSO_WM_SLIDE_LAYOUT" val="a_l"/>
  <p:tag name="KSO_WM_SLIDE_LAYOUT_CNT" val="1_1"/>
  <p:tag name="KSO_WM_SPECIAL_SOURCE" val="bdnull"/>
  <p:tag name="KSO_WM_DIAGRAM_GROUP_CODE" val="l1-1"/>
  <p:tag name="KSO_WM_SLIDE_DIAGTYPE" val="l"/>
</p:tagLst>
</file>

<file path=ppt/tags/tag274.xml><?xml version="1.0" encoding="utf-8"?>
<p:tagLst xmlns:p="http://schemas.openxmlformats.org/presentationml/2006/main">
  <p:tag name="KSO_WM_UNIT_SUBTYPE" val="b"/>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66_9*f*1"/>
  <p:tag name="KSO_WM_TEMPLATE_CATEGORY" val="custom"/>
  <p:tag name="KSO_WM_TEMPLATE_INDEX" val="20230266"/>
  <p:tag name="KSO_WM_UNIT_LAYERLEVEL" val="1"/>
  <p:tag name="KSO_WM_TAG_VERSION" val="3.0"/>
  <p:tag name="KSO_WM_BEAUTIFY_FLAG" val="#wm#"/>
  <p:tag name="KSO_WM_UNIT_CONTENT_GROUP_TYPE" val="contentchip"/>
</p:tagLst>
</file>

<file path=ppt/tags/tag27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66_9*a*1"/>
  <p:tag name="KSO_WM_TEMPLATE_CATEGORY" val="custom"/>
  <p:tag name="KSO_WM_TEMPLATE_INDEX" val="20230266"/>
  <p:tag name="KSO_WM_UNIT_LAYERLEVEL" val="1"/>
  <p:tag name="KSO_WM_TAG_VERSION" val="3.0"/>
  <p:tag name="KSO_WM_BEAUTIFY_FLAG" val="#wm#"/>
  <p:tag name="KSO_WM_UNIT_CONTENT_GROUP_TYPE" val="contentchip"/>
</p:tagLst>
</file>

<file path=ppt/tags/tag276.xml><?xml version="1.0" encoding="utf-8"?>
<p:tagLst xmlns:p="http://schemas.openxmlformats.org/presentationml/2006/main">
  <p:tag name="KSO_WM_SLIDE_ID" val="custom20230266_9"/>
  <p:tag name="KSO_WM_TEMPLATE_SUBCATEGORY" val="29"/>
  <p:tag name="KSO_WM_TEMPLATE_MASTER_TYPE" val="0"/>
  <p:tag name="KSO_WM_TEMPLATE_COLOR_TYPE" val="0"/>
  <p:tag name="KSO_WM_SLIDE_ITEM_CNT" val="0"/>
  <p:tag name="KSO_WM_SLIDE_INDEX" val="9"/>
  <p:tag name="KSO_WM_TAG_VERSION" val="3.0"/>
  <p:tag name="KSO_WM_BEAUTIFY_FLAG" val="#wm#"/>
  <p:tag name="KSO_WM_TEMPLATE_CATEGORY" val="custom"/>
  <p:tag name="KSO_WM_TEMPLATE_INDEX" val="20230266"/>
  <p:tag name="KSO_WM_SLIDE_TYPE" val="endPage"/>
  <p:tag name="KSO_WM_SLIDE_SUBTYPE" val="pureTxt"/>
  <p:tag name="KSO_WM_SLIDE_LAYOUT" val="a_f"/>
  <p:tag name="KSO_WM_SLIDE_LAYOUT_CNT" val="1_1"/>
  <p:tag name="KSO_WM_SPECIAL_SOURCE" val="bdnull"/>
  <p:tag name="KSO_WM_SLIDE_CONTENT_AREA" val="{&quot;left&quot;:&quot;70.15&quot;,&quot;top&quot;:&quot;137.55&quot;,&quot;width&quot;:&quot;465.9&quot;,&quot;height&quot;:&quot;256.5&quot;}"/>
</p:tagLst>
</file>

<file path=ppt/tags/tag27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66_1*a*1"/>
  <p:tag name="KSO_WM_TEMPLATE_CATEGORY" val="custom"/>
  <p:tag name="KSO_WM_TEMPLATE_INDEX" val="20230266"/>
  <p:tag name="KSO_WM_UNIT_LAYERLEVEL" val="1"/>
  <p:tag name="KSO_WM_TAG_VERSION" val="3.0"/>
  <p:tag name="KSO_WM_BEAUTIFY_FLAG" val="#wm#"/>
  <p:tag name="KSO_WM_UNIT_CONTENT_GROUP_TYPE" val="contentchip"/>
  <p:tag name="KSO_WM_UNIT_PRESET_TEXT" val="单击添加&#10;文档标题内容"/>
  <p:tag name="KSO_WM_UNIT_TEXT_TYPE" val="1"/>
</p:tagLst>
</file>

<file path=ppt/tags/tag278.xml><?xml version="1.0" encoding="utf-8"?>
<p:tagLst xmlns:p="http://schemas.openxmlformats.org/presentationml/2006/main">
  <p:tag name="KSO_WM_UNIT_SUBTYPE" val="b"/>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66_1*f*1"/>
  <p:tag name="KSO_WM_TEMPLATE_CATEGORY" val="custom"/>
  <p:tag name="KSO_WM_TEMPLATE_INDEX" val="20230266"/>
  <p:tag name="KSO_WM_UNIT_LAYERLEVEL" val="1"/>
  <p:tag name="KSO_WM_TAG_VERSION" val="3.0"/>
  <p:tag name="KSO_WM_BEAUTIFY_FLAG" val="#wm#"/>
  <p:tag name="KSO_WM_UNIT_CONTENT_GROUP_TYPE" val="contentchip"/>
</p:tagLst>
</file>

<file path=ppt/tags/tag279.xml><?xml version="1.0" encoding="utf-8"?>
<p:tagLst xmlns:p="http://schemas.openxmlformats.org/presentationml/2006/main">
  <p:tag name="KSO_WM_SLIDE_ID" val="custom20230266_1"/>
  <p:tag name="KSO_WM_TEMPLATE_SUBCATEGORY" val="29"/>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0266"/>
  <p:tag name="KSO_WM_SLIDE_TYPE" val="title"/>
  <p:tag name="KSO_WM_SLIDE_SUBTYPE" val="pureTxt"/>
  <p:tag name="KSO_WM_SLIDE_LAYOUT" val="a_f"/>
  <p:tag name="KSO_WM_SLIDE_LAYOUT_CNT" val="1_1"/>
  <p:tag name="KSO_WM_SPECIAL_SOURCE" val="bdnull"/>
  <p:tag name="KSO_WM_TEMPLATE_THUMBS_INDEX" val="1、9"/>
  <p:tag name="KSO_WM_SLIDE_CONTENT_AREA" val="{&quot;left&quot;:&quot;70.15&quot;,&quot;top&quot;:&quot;137.55&quot;,&quot;width&quot;:&quot;465.9&quot;,&quot;height&quot;:&quot;256.5&quot;}"/>
</p:tagLst>
</file>

<file path=ppt/tags/tag280.xml><?xml version="1.0" encoding="utf-8"?>
<p:tagLst xmlns:p="http://schemas.openxmlformats.org/presentationml/2006/main">
  <p:tag name="KSO_WM_UNIT_ISCONTENTSTITLE" val="1"/>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66_6*a*1"/>
  <p:tag name="KSO_WM_TEMPLATE_CATEGORY" val="custom"/>
  <p:tag name="KSO_WM_TEMPLATE_INDEX" val="20230266"/>
  <p:tag name="KSO_WM_UNIT_LAYERLEVEL" val="1"/>
  <p:tag name="KSO_WM_TAG_VERSION" val="3.0"/>
  <p:tag name="KSO_WM_BEAUTIFY_FLAG" val="#wm#"/>
  <p:tag name="KSO_WM_DIAGRAM_GROUP_CODE" val="l1-1"/>
  <p:tag name="KSO_WM_UNIT_TEXT_FILL_FORE_SCHEMECOLOR_INDEX" val="13"/>
  <p:tag name="KSO_WM_UNIT_TEXT_FILL_TYPE" val="1"/>
  <p:tag name="KSO_WM_UNIT_USESOURCEFORMAT_APPLY" val="0"/>
</p:tagLst>
</file>

<file path=ppt/tags/tag2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custom20230266_6*l_h_i*1_1_1"/>
  <p:tag name="KSO_WM_TEMPLATE_CATEGORY" val="custom"/>
  <p:tag name="KSO_WM_TEMPLATE_INDEX" val="20230266"/>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316.5750030517578,&quot;left&quot;:133.67498779296875,&quot;top&quot;:149.67499694824218,&quot;width&quot;:692.65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0"/>
</p:tagLst>
</file>

<file path=ppt/tags/tag282.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1_1"/>
  <p:tag name="KSO_WM_TEMPLATE_CATEGORY" val="custom"/>
  <p:tag name="KSO_WM_TEMPLATE_INDEX" val="20230266"/>
  <p:tag name="KSO_WM_UNIT_LAYERLEVEL" val="1_1_1"/>
  <p:tag name="KSO_WM_TAG_VERSION" val="3.0"/>
  <p:tag name="KSO_WM_BEAUTIFY_FLAG" val="#wm#"/>
  <p:tag name="KSO_WM_DIAGRAM_GROUP_CODE" val="l1-1"/>
  <p:tag name="KSO_WM_UNIT_TYPE" val="l_h_f"/>
  <p:tag name="KSO_WM_UNIT_ID" val="custom20230266_6*l_h_f*1_1_1"/>
  <p:tag name="KSO_WM_DIAGRAM_VERSION" val="3"/>
  <p:tag name="KSO_WM_DIAGRAM_COLOR_TRICK" val="1"/>
  <p:tag name="KSO_WM_DIAGRAM_COLOR_TEXT_CAN_REMOVE" val="n"/>
  <p:tag name="KSO_WM_DIAGRAM_MAX_ITEMCNT" val="6"/>
  <p:tag name="KSO_WM_DIAGRAM_MIN_ITEMCNT" val="2"/>
  <p:tag name="KSO_WM_DIAGRAM_VIRTUALLY_FRAME" val="{&quot;height&quot;:316.5750030517578,&quot;left&quot;:133.67498779296875,&quot;top&quot;:149.67499694824218,&quot;width&quot;:692.65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a"/>
  <p:tag name="KSO_WM_UNIT_PRESET_TEXT" val="目录标题"/>
  <p:tag name="KSO_WM_UNIT_TEXT_TYPE" val="1"/>
  <p:tag name="KSO_WM_UNIT_TEXT_FILL_FORE_SCHEMECOLOR_INDEX" val="13"/>
  <p:tag name="KSO_WM_UNIT_TEXT_FILL_TYPE" val="1"/>
  <p:tag name="KSO_WM_UNIT_USESOURCEFORMAT_APPLY" val="0"/>
</p:tagLst>
</file>

<file path=ppt/tags/tag2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custom20230266_6*l_h_i*1_2_1"/>
  <p:tag name="KSO_WM_TEMPLATE_CATEGORY" val="custom"/>
  <p:tag name="KSO_WM_TEMPLATE_INDEX" val="20230266"/>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316.5750030517578,&quot;left&quot;:133.67498779296875,&quot;top&quot;:149.67499694824218,&quot;width&quot;:692.65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0"/>
</p:tagLst>
</file>

<file path=ppt/tags/tag284.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2_1"/>
  <p:tag name="KSO_WM_TEMPLATE_CATEGORY" val="custom"/>
  <p:tag name="KSO_WM_TEMPLATE_INDEX" val="20230266"/>
  <p:tag name="KSO_WM_UNIT_LAYERLEVEL" val="1_1_1"/>
  <p:tag name="KSO_WM_TAG_VERSION" val="3.0"/>
  <p:tag name="KSO_WM_BEAUTIFY_FLAG" val="#wm#"/>
  <p:tag name="KSO_WM_DIAGRAM_GROUP_CODE" val="l1-1"/>
  <p:tag name="KSO_WM_UNIT_TYPE" val="l_h_f"/>
  <p:tag name="KSO_WM_UNIT_ID" val="custom20230266_6*l_h_f*1_2_1"/>
  <p:tag name="KSO_WM_DIAGRAM_VERSION" val="3"/>
  <p:tag name="KSO_WM_DIAGRAM_COLOR_TRICK" val="1"/>
  <p:tag name="KSO_WM_DIAGRAM_COLOR_TEXT_CAN_REMOVE" val="n"/>
  <p:tag name="KSO_WM_DIAGRAM_MAX_ITEMCNT" val="6"/>
  <p:tag name="KSO_WM_DIAGRAM_MIN_ITEMCNT" val="2"/>
  <p:tag name="KSO_WM_DIAGRAM_VIRTUALLY_FRAME" val="{&quot;height&quot;:316.5750030517578,&quot;left&quot;:133.67498779296875,&quot;top&quot;:149.67499694824218,&quot;width&quot;:692.65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a"/>
  <p:tag name="KSO_WM_UNIT_PRESET_TEXT" val="目录标题"/>
  <p:tag name="KSO_WM_UNIT_TEXT_TYPE" val="1"/>
  <p:tag name="KSO_WM_UNIT_TEXT_FILL_FORE_SCHEMECOLOR_INDEX" val="13"/>
  <p:tag name="KSO_WM_UNIT_TEXT_FILL_TYPE" val="1"/>
  <p:tag name="KSO_WM_UNIT_USESOURCEFORMAT_APPLY" val="0"/>
</p:tagLst>
</file>

<file path=ppt/tags/tag2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custom20230266_6*l_h_i*1_3_1"/>
  <p:tag name="KSO_WM_TEMPLATE_CATEGORY" val="custom"/>
  <p:tag name="KSO_WM_TEMPLATE_INDEX" val="20230266"/>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316.5750030517578,&quot;left&quot;:133.67498779296875,&quot;top&quot;:149.67499694824218,&quot;width&quot;:692.65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0"/>
</p:tagLst>
</file>

<file path=ppt/tags/tag28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3_1"/>
  <p:tag name="KSO_WM_TEMPLATE_CATEGORY" val="custom"/>
  <p:tag name="KSO_WM_TEMPLATE_INDEX" val="20230266"/>
  <p:tag name="KSO_WM_UNIT_LAYERLEVEL" val="1_1_1"/>
  <p:tag name="KSO_WM_TAG_VERSION" val="3.0"/>
  <p:tag name="KSO_WM_BEAUTIFY_FLAG" val="#wm#"/>
  <p:tag name="KSO_WM_DIAGRAM_GROUP_CODE" val="l1-1"/>
  <p:tag name="KSO_WM_UNIT_TYPE" val="l_h_f"/>
  <p:tag name="KSO_WM_UNIT_ID" val="custom20230266_6*l_h_f*1_3_1"/>
  <p:tag name="KSO_WM_DIAGRAM_VERSION" val="3"/>
  <p:tag name="KSO_WM_DIAGRAM_COLOR_TRICK" val="1"/>
  <p:tag name="KSO_WM_DIAGRAM_COLOR_TEXT_CAN_REMOVE" val="n"/>
  <p:tag name="KSO_WM_DIAGRAM_MAX_ITEMCNT" val="6"/>
  <p:tag name="KSO_WM_DIAGRAM_MIN_ITEMCNT" val="2"/>
  <p:tag name="KSO_WM_DIAGRAM_VIRTUALLY_FRAME" val="{&quot;height&quot;:316.5750030517578,&quot;left&quot;:133.67498779296875,&quot;top&quot;:149.67499694824218,&quot;width&quot;:692.65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a"/>
  <p:tag name="KSO_WM_UNIT_PRESET_TEXT" val="目录标题"/>
  <p:tag name="KSO_WM_UNIT_TEXT_TYPE" val="1"/>
  <p:tag name="KSO_WM_UNIT_TEXT_FILL_FORE_SCHEMECOLOR_INDEX" val="13"/>
  <p:tag name="KSO_WM_UNIT_TEXT_FILL_TYPE" val="1"/>
  <p:tag name="KSO_WM_UNIT_USESOURCEFORMAT_APPLY" val="0"/>
</p:tagLst>
</file>

<file path=ppt/tags/tag2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5_1"/>
  <p:tag name="KSO_WM_UNIT_ID" val="custom20230266_6*l_h_i*1_5_1"/>
  <p:tag name="KSO_WM_TEMPLATE_CATEGORY" val="custom"/>
  <p:tag name="KSO_WM_TEMPLATE_INDEX" val="20230266"/>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316.5750030517578,&quot;left&quot;:133.67498779296875,&quot;top&quot;:149.67499694824218,&quot;width&quot;:692.65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0"/>
</p:tagLst>
</file>

<file path=ppt/tags/tag288.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5_1"/>
  <p:tag name="KSO_WM_TEMPLATE_CATEGORY" val="custom"/>
  <p:tag name="KSO_WM_TEMPLATE_INDEX" val="20230266"/>
  <p:tag name="KSO_WM_UNIT_LAYERLEVEL" val="1_1_1"/>
  <p:tag name="KSO_WM_TAG_VERSION" val="3.0"/>
  <p:tag name="KSO_WM_BEAUTIFY_FLAG" val="#wm#"/>
  <p:tag name="KSO_WM_DIAGRAM_GROUP_CODE" val="l1-1"/>
  <p:tag name="KSO_WM_UNIT_TYPE" val="l_h_f"/>
  <p:tag name="KSO_WM_UNIT_ID" val="custom20230266_6*l_h_f*1_5_1"/>
  <p:tag name="KSO_WM_DIAGRAM_VERSION" val="3"/>
  <p:tag name="KSO_WM_DIAGRAM_COLOR_TRICK" val="1"/>
  <p:tag name="KSO_WM_DIAGRAM_COLOR_TEXT_CAN_REMOVE" val="n"/>
  <p:tag name="KSO_WM_DIAGRAM_MAX_ITEMCNT" val="6"/>
  <p:tag name="KSO_WM_DIAGRAM_MIN_ITEMCNT" val="2"/>
  <p:tag name="KSO_WM_DIAGRAM_VIRTUALLY_FRAME" val="{&quot;height&quot;:316.5750030517578,&quot;left&quot;:133.67498779296875,&quot;top&quot;:149.67499694824218,&quot;width&quot;:692.65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a"/>
  <p:tag name="KSO_WM_UNIT_PRESET_TEXT" val="目录标题"/>
  <p:tag name="KSO_WM_UNIT_TEXT_TYPE" val="1"/>
  <p:tag name="KSO_WM_UNIT_TEXT_FILL_FORE_SCHEMECOLOR_INDEX" val="13"/>
  <p:tag name="KSO_WM_UNIT_TEXT_FILL_TYPE" val="1"/>
  <p:tag name="KSO_WM_UNIT_USESOURCEFORMAT_APPLY" val="0"/>
</p:tagLst>
</file>

<file path=ppt/tags/tag289.xml><?xml version="1.0" encoding="utf-8"?>
<p:tagLst xmlns:p="http://schemas.openxmlformats.org/presentationml/2006/main">
  <p:tag name="KSO_WM_SLIDE_ID" val="custom20230266_6"/>
  <p:tag name="KSO_WM_TEMPLATE_SUBCATEGORY" val="29"/>
  <p:tag name="KSO_WM_TEMPLATE_MASTER_TYPE" val="0"/>
  <p:tag name="KSO_WM_TEMPLATE_COLOR_TYPE" val="0"/>
  <p:tag name="KSO_WM_SLIDE_ITEM_CNT" val="6"/>
  <p:tag name="KSO_WM_SLIDE_INDEX" val="6"/>
  <p:tag name="KSO_WM_TAG_VERSION" val="3.0"/>
  <p:tag name="KSO_WM_BEAUTIFY_FLAG" val="#wm#"/>
  <p:tag name="KSO_WM_TEMPLATE_CATEGORY" val="custom"/>
  <p:tag name="KSO_WM_TEMPLATE_INDEX" val="20230266"/>
  <p:tag name="KSO_WM_SLIDE_TYPE" val="contents"/>
  <p:tag name="KSO_WM_SLIDE_SUBTYPE" val="diag"/>
  <p:tag name="KSO_WM_SLIDE_LAYOUT" val="a_l"/>
  <p:tag name="KSO_WM_SLIDE_LAYOUT_CNT" val="1_1"/>
  <p:tag name="KSO_WM_SPECIAL_SOURCE" val="bdnull"/>
  <p:tag name="KSO_WM_DIAGRAM_GROUP_CODE" val="l1-1"/>
  <p:tag name="KSO_WM_SLIDE_DIAGTYPE" val="l"/>
</p:tagLst>
</file>

<file path=ppt/tags/tag290.xml><?xml version="1.0" encoding="utf-8"?>
<p:tagLst xmlns:p="http://schemas.openxmlformats.org/presentationml/2006/main">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custom20230266_7*e*1"/>
  <p:tag name="KSO_WM_TEMPLATE_CATEGORY" val="custom"/>
  <p:tag name="KSO_WM_TEMPLATE_INDEX" val="20230266"/>
  <p:tag name="KSO_WM_UNIT_LAYERLEVEL" val="1"/>
  <p:tag name="KSO_WM_TAG_VERSION" val="3.0"/>
  <p:tag name="KSO_WM_BEAUTIFY_FLAG" val="#wm#"/>
  <p:tag name="KSO_WM_UNIT_CONTENT_GROUP_TYPE" val="contentchip"/>
</p:tagLst>
</file>

<file path=ppt/tags/tag29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66_7*a*1"/>
  <p:tag name="KSO_WM_TEMPLATE_CATEGORY" val="custom"/>
  <p:tag name="KSO_WM_TEMPLATE_INDEX" val="20230266"/>
  <p:tag name="KSO_WM_UNIT_LAYERLEVEL" val="1"/>
  <p:tag name="KSO_WM_TAG_VERSION" val="3.0"/>
  <p:tag name="KSO_WM_BEAUTIFY_FLAG" val="#wm#"/>
  <p:tag name="KSO_WM_UNIT_CONTENT_GROUP_TYPE" val="contentchip"/>
  <p:tag name="KSO_WM_UNIT_PRESET_TEXT" val="添加章节标题"/>
  <p:tag name="KSO_WM_UNIT_TEXT_TYPE" val="1"/>
</p:tagLst>
</file>

<file path=ppt/tags/tag292.xml><?xml version="1.0" encoding="utf-8"?>
<p:tagLst xmlns:p="http://schemas.openxmlformats.org/presentationml/2006/main">
  <p:tag name="KSO_WM_SLIDE_ID" val="custom20230266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0266"/>
  <p:tag name="KSO_WM_SLIDE_TYPE" val="sectionTitle"/>
  <p:tag name="KSO_WM_SLIDE_SUBTYPE" val="pureTxt"/>
  <p:tag name="KSO_WM_SLIDE_LAYOUT" val="a_e"/>
  <p:tag name="KSO_WM_SLIDE_LAYOUT_CNT" val="1_1"/>
  <p:tag name="KSO_WM_SPECIAL_SOURCE" val="bdnull"/>
  <p:tag name="KSO_WM_SLIDE_CONTENT_AREA" val="{&quot;left&quot;:&quot;48.9&quot;,&quot;top&quot;:&quot;272.1&quot;,&quot;width&quot;:&quot;514.45&quot;,&quot;height&quot;:&quot;209.2&quot;}"/>
</p:tagLst>
</file>

<file path=ppt/tags/tag293.xml><?xml version="1.0" encoding="utf-8"?>
<p:tagLst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1973_1*a*1"/>
  <p:tag name="KSO_WM_TEMPLATE_CATEGORY" val="diagram"/>
  <p:tag name="KSO_WM_TEMPLATE_INDEX" val="20231973"/>
  <p:tag name="KSO_WM_UNIT_LAYERLEVEL" val="1"/>
  <p:tag name="KSO_WM_TAG_VERSION" val="3.0"/>
  <p:tag name="KSO_WM_BEAUTIFY_FLAG" val="#wm#"/>
  <p:tag name="KSO_WM_UNIT_TEXT_TYPE" val="1"/>
  <p:tag name="KSO_WM_UNIT_PRESET_TEXT" val="单击此处添加标题"/>
  <p:tag name="KSO_WM_UNIT_TEXT_FILL_FORE_SCHEMECOLOR_INDEX" val="13"/>
  <p:tag name="KSO_WM_UNIT_TEXT_FILL_TYPE" val="1"/>
  <p:tag name="KSO_WM_UNIT_USESOURCEFORMAT_APPLY" val="0"/>
</p:tagLst>
</file>

<file path=ppt/tags/tag29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973_2*l_h_i*1_1_2"/>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left&quot;:54.85,&quot;top&quot;:131.90000610351564,&quot;width&quot;:850.4}"/>
  <p:tag name="KSO_WM_DIAGRAM_COLOR_MATCH_VALUE" val="{&quot;shape&quot;:{&quot;fill&quot;:{&quot;solid&quot;:{&quot;brightness&quot;:0.6000000238418579,&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6"/>
  <p:tag name="KSO_WM_UNIT_TEXT_FILL_FORE_SCHEMECOLOR_INDEX" val="14"/>
  <p:tag name="KSO_WM_UNIT_TEXT_FILL_TYPE" val="1"/>
  <p:tag name="KSO_WM_UNIT_USESOURCEFORMAT_APPLY" val="0"/>
</p:tagLst>
</file>

<file path=ppt/tags/tag295.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973_2*l_h_f*1_1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left&quot;:54.85,&quot;top&quot;:131.90000610351564,&quot;width&quot;:85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52"/>
  <p:tag name="KSO_WM_UNIT_TEXT_TYPE" val="1"/>
  <p:tag name="KSO_WM_UNIT_PRESET_TEXT" val="单击此处添加文本具体内容，简明扼要地阐述您的观点。根据需要可酌情增减文字，单击此处添加文本具体内容"/>
  <p:tag name="KSO_WM_UNIT_TEXT_FILL_FORE_SCHEMECOLOR_INDEX" val="1"/>
  <p:tag name="KSO_WM_UNIT_TEXT_FILL_TYPE" val="1"/>
  <p:tag name="KSO_WM_UNIT_USESOURCEFORMAT_APPLY" val="0"/>
</p:tagLst>
</file>

<file path=ppt/tags/tag29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1973_2*l_h_i*1_1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left&quot;:54.85,&quot;top&quot;:131.90000610351564,&quot;width&quot;:850.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297.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1973_2*l_h_a*1_1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left&quot;:54.85,&quot;top&quot;:131.90000610351564,&quot;width&quot;:85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0"/>
  <p:tag name="KSO_WM_UNIT_TEXT_TYPE" val="1"/>
  <p:tag name="KSO_WM_UNIT_PRESET_TEXT" val="添加标题"/>
  <p:tag name="KSO_WM_UNIT_TEXT_FILL_FORE_SCHEMECOLOR_INDEX" val="1"/>
  <p:tag name="KSO_WM_UNIT_TEXT_FILL_TYPE" val="1"/>
  <p:tag name="KSO_WM_UNIT_USESOURCEFORMAT_APPLY" val="0"/>
</p:tagLst>
</file>

<file path=ppt/tags/tag29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1973_2*l_h_i*1_2_2"/>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left&quot;:54.85,&quot;top&quot;:131.90000610351564,&quot;width&quot;:850.4}"/>
  <p:tag name="KSO_WM_DIAGRAM_COLOR_MATCH_VALUE" val="{&quot;shape&quot;:{&quot;fill&quot;:{&quot;solid&quot;:{&quot;brightness&quot;:0.6000000238418579,&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6"/>
  <p:tag name="KSO_WM_UNIT_TEXT_FILL_FORE_SCHEMECOLOR_INDEX" val="14"/>
  <p:tag name="KSO_WM_UNIT_TEXT_FILL_TYPE" val="1"/>
  <p:tag name="KSO_WM_UNIT_USESOURCEFORMAT_APPLY" val="0"/>
</p:tagLst>
</file>

<file path=ppt/tags/tag299.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973_2*l_h_f*1_2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left&quot;:54.85,&quot;top&quot;:131.90000610351564,&quot;width&quot;:85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添加文本具体内容，简明扼要地阐述您的观点。根据需要可酌情增减文字，单击此处添加文本具体内容"/>
  <p:tag name="KSO_WM_UNIT_TEXT_FILL_FORE_SCHEMECOLOR_INDEX" val="1"/>
  <p:tag name="KSO_WM_UNIT_TEXT_FILL_TYPE" val="1"/>
  <p:tag name="KSO_WM_UNIT_USESOURCEFORMAT_APPLY" val="0"/>
</p:tagLst>
</file>

<file path=ppt/tags/tag30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1973_2*l_h_i*1_2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left&quot;:54.85,&quot;top&quot;:131.90000610351564,&quot;width&quot;:850.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301.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1973_2*l_h_a*1_2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left&quot;:54.85,&quot;top&quot;:131.90000610351564,&quot;width&quot;:85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0"/>
  <p:tag name="KSO_WM_UNIT_TEXT_TYPE" val="1"/>
  <p:tag name="KSO_WM_UNIT_PRESET_TEXT" val="添加标题"/>
  <p:tag name="KSO_WM_UNIT_TEXT_FILL_FORE_SCHEMECOLOR_INDEX" val="1"/>
  <p:tag name="KSO_WM_UNIT_TEXT_FILL_TYPE" val="1"/>
  <p:tag name="KSO_WM_UNIT_USESOURCEFORMAT_APPLY" val="0"/>
</p:tagLst>
</file>

<file path=ppt/tags/tag30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1973_2*l_h_i*1_3_2"/>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left&quot;:54.85,&quot;top&quot;:131.90000610351564,&quot;width&quot;:850.4}"/>
  <p:tag name="KSO_WM_DIAGRAM_COLOR_MATCH_VALUE" val="{&quot;shape&quot;:{&quot;fill&quot;:{&quot;solid&quot;:{&quot;brightness&quot;:0.6000000238418579,&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6"/>
  <p:tag name="KSO_WM_UNIT_TEXT_FILL_FORE_SCHEMECOLOR_INDEX" val="14"/>
  <p:tag name="KSO_WM_UNIT_TEXT_FILL_TYPE" val="1"/>
  <p:tag name="KSO_WM_UNIT_USESOURCEFORMAT_APPLY" val="0"/>
</p:tagLst>
</file>

<file path=ppt/tags/tag303.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1973_2*l_h_f*1_3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left&quot;:54.85,&quot;top&quot;:131.90000610351564,&quot;width&quot;:85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添加文本具体内容，简明扼要地阐述您的观点。根据需要可酌情增减文字，单击此处添加文本具体内容"/>
  <p:tag name="KSO_WM_UNIT_TEXT_FILL_FORE_SCHEMECOLOR_INDEX" val="1"/>
  <p:tag name="KSO_WM_UNIT_TEXT_FILL_TYPE" val="1"/>
  <p:tag name="KSO_WM_UNIT_USESOURCEFORMAT_APPLY" val="0"/>
</p:tagLst>
</file>

<file path=ppt/tags/tag30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20231973_2*l_h_i*1_3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left&quot;:54.85,&quot;top&quot;:131.90000610351564,&quot;width&quot;:850.4}"/>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305.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31973_2*l_h_i*1_1_3"/>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left&quot;:54.85,&quot;top&quot;:131.90000610351564,&quot;width&quot;:850.4}"/>
  <p:tag name="KSO_WM_DIAGRAM_COLOR_MATCH_VALUE" val="{&quot;shape&quot;:{&quot;fill&quot;:{&quot;type&quot;:0},&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LINE_FILL_TYPE" val="2"/>
  <p:tag name="KSO_WM_UNIT_USESOURCEFORMAT_APPLY" val="0"/>
</p:tagLst>
</file>

<file path=ppt/tags/tag30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31973_2*l_h_i*1_2_3"/>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left&quot;:54.85,&quot;top&quot;:131.90000610351564,&quot;width&quot;:850.4}"/>
  <p:tag name="KSO_WM_DIAGRAM_COLOR_MATCH_VALUE" val="{&quot;shape&quot;:{&quot;fill&quot;:{&quot;type&quot;:0},&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LINE_FILL_TYPE" val="2"/>
  <p:tag name="KSO_WM_UNIT_USESOURCEFORMAT_APPLY" val="0"/>
</p:tagLst>
</file>

<file path=ppt/tags/tag30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3"/>
  <p:tag name="KSO_WM_UNIT_ID" val="diagram20231973_2*l_h_i*1_3_3"/>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left&quot;:54.85,&quot;top&quot;:131.90000610351564,&quot;width&quot;:850.4}"/>
  <p:tag name="KSO_WM_DIAGRAM_COLOR_MATCH_VALUE" val="{&quot;shape&quot;:{&quot;fill&quot;:{&quot;type&quot;:0},&quot;glow&quot;:{&quot;colorType&quot;:0},&quot;line&quot;:{&quot;solidLine&quot;:{&quot;brightness&quot;:0,&quot;colorType&quot;:1,&quot;foreColorIndex&quot;:5,&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LINE_FILL_TYPE" val="2"/>
  <p:tag name="KSO_WM_UNIT_USESOURCEFORMAT_APPLY" val="0"/>
</p:tagLst>
</file>

<file path=ppt/tags/tag308.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1973_2*l_h_a*1_3_1"/>
  <p:tag name="KSO_WM_TEMPLATE_CATEGORY" val="diagram"/>
  <p:tag name="KSO_WM_TEMPLATE_INDEX" val="20231973"/>
  <p:tag name="KSO_WM_UNIT_LAYERLEVEL" val="1_1_1"/>
  <p:tag name="KSO_WM_TAG_VERSION" val="3.0"/>
  <p:tag name="KSO_WM_BEAUTIFY_FLAG" val="#wm#"/>
  <p:tag name="KSO_WM_DIAGRAM_MAX_ITEMCNT" val="5"/>
  <p:tag name="KSO_WM_DIAGRAM_MIN_ITEMCNT" val="2"/>
  <p:tag name="KSO_WM_DIAGRAM_VIRTUALLY_FRAME" val="{&quot;height&quot;:326.54998779296875,&quot;left&quot;:54.85,&quot;top&quot;:131.90000610351564,&quot;width&quot;:850.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0"/>
  <p:tag name="KSO_WM_UNIT_TEXT_TYPE" val="1"/>
  <p:tag name="KSO_WM_UNIT_PRESET_TEXT" val="添加标题"/>
  <p:tag name="KSO_WM_UNIT_TEXT_FILL_FORE_SCHEMECOLOR_INDEX" val="1"/>
  <p:tag name="KSO_WM_UNIT_TEXT_FILL_TYPE" val="1"/>
  <p:tag name="KSO_WM_UNIT_USESOURCEFORMAT_APPLY" val="0"/>
</p:tagLst>
</file>

<file path=ppt/tags/tag309.xml><?xml version="1.0" encoding="utf-8"?>
<p:tagLst xmlns:p="http://schemas.openxmlformats.org/presentationml/2006/main">
  <p:tag name="KSO_WM_SLIDE_ID" val="diagram20231973_1"/>
  <p:tag name="KSO_WM_TEMPLATE_SUBCATEGORY" val="0"/>
  <p:tag name="KSO_WM_TEMPLATE_MASTER_TYPE" val="0"/>
  <p:tag name="KSO_WM_TEMPLATE_COLOR_TYPE" val="0"/>
  <p:tag name="KSO_WM_SLIDE_TYPE" val="text"/>
  <p:tag name="KSO_WM_SLIDE_SUBTYPE" val="diag"/>
  <p:tag name="KSO_WM_SLIDE_ITEM_CNT" val="2"/>
  <p:tag name="KSO_WM_SLIDE_INDEX" val="1"/>
  <p:tag name="KSO_WM_SLIDE_SIZE" val="850.35*326.55"/>
  <p:tag name="KSO_WM_SLIDE_POSITION" val="54.85*131.9"/>
  <p:tag name="KSO_WM_DIAGRAM_GROUP_CODE" val="l1-1"/>
  <p:tag name="KSO_WM_SLIDE_DIAGTYPE" val="l"/>
  <p:tag name="KSO_WM_TAG_VERSION" val="3.0"/>
  <p:tag name="KSO_WM_BEAUTIFY_FLAG" val="#wm#"/>
  <p:tag name="KSO_WM_TEMPLATE_CATEGORY" val="custom"/>
  <p:tag name="KSO_WM_TEMPLATE_INDEX" val="20230266"/>
  <p:tag name="KSO_WM_SLIDE_LAYOUT" val="a_l"/>
  <p:tag name="KSO_WM_SLIDE_LAYOUT_CNT" val="1_1"/>
  <p:tag name="KSO_WM_SPECIAL_SOURCE" val="bdnull"/>
</p:tagLst>
</file>

<file path=ppt/tags/tag3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2454_4*a*1"/>
  <p:tag name="KSO_WM_TEMPLATE_CATEGORY" val="diagram"/>
  <p:tag name="KSO_WM_TEMPLATE_INDEX" val="20232454"/>
  <p:tag name="KSO_WM_UNIT_LAYERLEVEL" val="1"/>
  <p:tag name="KSO_WM_TAG_VERSION" val="3.0"/>
  <p:tag name="KSO_WM_BEAUTIFY_FLAG" val="#wm#"/>
  <p:tag name="KSO_WM_UNIT_ISCONTENTSTITLE" val="0"/>
  <p:tag name="KSO_WM_UNIT_ISNUMDGMTITLE" val="0"/>
  <p:tag name="KSO_WM_UNIT_NOCLEAR" val="0"/>
  <p:tag name="KSO_WM_UNIT_VALUE" val="25"/>
  <p:tag name="KSO_WM_DIAGRAM_GROUP_CODE" val="l1-1"/>
  <p:tag name="KSO_WM_UNIT_TYPE" val="a"/>
  <p:tag name="KSO_WM_UNIT_INDEX" val="1"/>
  <p:tag name="KSO_WM_UNIT_PRESET_TEXT" val="单击此处添加标题"/>
  <p:tag name="KSO_WM_UNIT_TEXT_TYPE" val="1"/>
  <p:tag name="KSO_WM_UNIT_TEXT_FILL_FORE_SCHEMECOLOR_INDEX" val="13"/>
  <p:tag name="KSO_WM_UNIT_TEXT_FILL_TYPE" val="1"/>
  <p:tag name="KSO_WM_UNIT_USESOURCEFORMAT_APPLY" val="0"/>
</p:tagLst>
</file>

<file path=ppt/tags/tag3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2454_3*l_i*1_1"/>
  <p:tag name="KSO_WM_TEMPLATE_CATEGORY" val="diagram"/>
  <p:tag name="KSO_WM_TEMPLATE_INDEX" val="20232454"/>
  <p:tag name="KSO_WM_UNIT_LAYERLEVEL" val="1_1"/>
  <p:tag name="KSO_WM_TAG_VERSION" val="3.0"/>
  <p:tag name="KSO_WM_BEAUTIFY_FLAG" val="#wm#"/>
  <p:tag name="KSO_WM_DIAGRAM_GROUP_CODE" val="l1-1"/>
  <p:tag name="KSO_WM_UNIT_TYPE" val="l_i"/>
  <p:tag name="KSO_WM_UNIT_INDEX" val="1_1"/>
  <p:tag name="KSO_WM_DIAGRAM_VERSION" val="3"/>
  <p:tag name="KSO_WM_DIAGRAM_COLOR_TRICK" val="1"/>
  <p:tag name="KSO_WM_DIAGRAM_COLOR_TEXT_CAN_REMOVE" val="n"/>
  <p:tag name="KSO_WM_DIAGRAM_MAX_ITEMCNT" val="5"/>
  <p:tag name="KSO_WM_DIAGRAM_MIN_ITEMCNT" val="2"/>
  <p:tag name="KSO_WM_DIAGRAM_VIRTUALLY_FRAME" val="{&quot;height&quot;:443.9715352648639,&quot;left&quot;:-0.33048005351865867,&quot;top&quot;:96.33440944881889,&quot;width&quot;:960.4305587936763}"/>
  <p:tag name="KSO_WM_DIAGRAM_COLOR_MATCH_VALUE" val="{&quot;shape&quot;:{&quot;fill&quot;:{&quot;solid&quot;:{&quot;brightness&quot;:0,&quot;colorType&quot;:1,&quot;foreColorIndex&quot;:5,&quot;transparency&quot;:0.3300000131130218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0"/>
</p:tagLst>
</file>

<file path=ppt/tags/tag3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2454_3*l_i*1_2"/>
  <p:tag name="KSO_WM_TEMPLATE_CATEGORY" val="diagram"/>
  <p:tag name="KSO_WM_TEMPLATE_INDEX" val="20232454"/>
  <p:tag name="KSO_WM_UNIT_LAYERLEVEL" val="1_1"/>
  <p:tag name="KSO_WM_TAG_VERSION" val="3.0"/>
  <p:tag name="KSO_WM_BEAUTIFY_FLAG" val="#wm#"/>
  <p:tag name="KSO_WM_DIAGRAM_GROUP_CODE" val="l1-1"/>
  <p:tag name="KSO_WM_UNIT_TYPE" val="l_i"/>
  <p:tag name="KSO_WM_UNIT_INDEX" val="1_2"/>
  <p:tag name="KSO_WM_DIAGRAM_VERSION" val="3"/>
  <p:tag name="KSO_WM_DIAGRAM_COLOR_TRICK" val="1"/>
  <p:tag name="KSO_WM_DIAGRAM_COLOR_TEXT_CAN_REMOVE" val="n"/>
  <p:tag name="KSO_WM_DIAGRAM_MAX_ITEMCNT" val="5"/>
  <p:tag name="KSO_WM_DIAGRAM_MIN_ITEMCNT" val="2"/>
  <p:tag name="KSO_WM_DIAGRAM_VIRTUALLY_FRAME" val="{&quot;height&quot;:443.9715352648639,&quot;left&quot;:-0.33048005351865867,&quot;top&quot;:96.33440944881889,&quot;width&quot;:960.4305587936763}"/>
  <p:tag name="KSO_WM_DIAGRAM_COLOR_MATCH_VALUE" val="{&quot;shape&quot;:{&quot;fill&quot;:{&quot;gradient&quot;:[{&quot;brightness&quot;:0,&quot;colorType&quot;:1,&quot;foreColorIndex&quot;:5,&quot;pos&quot;:0,&quot;transparency&quot;:0.25},{&quot;brightness&quot;:0,&quot;colorType&quot;:1,&quot;foreColorIndex&quot;:5,&quot;pos&quot;:0.6800000071525574,&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0"/>
</p:tagLst>
</file>

<file path=ppt/tags/tag3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2454_3*l_i*1_3"/>
  <p:tag name="KSO_WM_TEMPLATE_CATEGORY" val="diagram"/>
  <p:tag name="KSO_WM_TEMPLATE_INDEX" val="20232454"/>
  <p:tag name="KSO_WM_UNIT_LAYERLEVEL" val="1_1"/>
  <p:tag name="KSO_WM_TAG_VERSION" val="3.0"/>
  <p:tag name="KSO_WM_BEAUTIFY_FLAG" val="#wm#"/>
  <p:tag name="KSO_WM_DIAGRAM_GROUP_CODE" val="l1-1"/>
  <p:tag name="KSO_WM_UNIT_TYPE" val="l_i"/>
  <p:tag name="KSO_WM_UNIT_INDEX" val="1_3"/>
  <p:tag name="KSO_WM_DIAGRAM_VERSION" val="3"/>
  <p:tag name="KSO_WM_DIAGRAM_COLOR_TRICK" val="1"/>
  <p:tag name="KSO_WM_DIAGRAM_COLOR_TEXT_CAN_REMOVE" val="n"/>
  <p:tag name="KSO_WM_DIAGRAM_MAX_ITEMCNT" val="5"/>
  <p:tag name="KSO_WM_DIAGRAM_MIN_ITEMCNT" val="2"/>
  <p:tag name="KSO_WM_DIAGRAM_VIRTUALLY_FRAME" val="{&quot;height&quot;:443.9715352648639,&quot;left&quot;:-0.33048005351865867,&quot;top&quot;:96.33440944881889,&quot;width&quot;:960.4305587936763}"/>
  <p:tag name="KSO_WM_DIAGRAM_COLOR_MATCH_VALUE" val="{&quot;shape&quot;:{&quot;fill&quot;:{&quot;solid&quot;:{&quot;brightness&quot;:0,&quot;colorType&quot;:1,&quot;foreColorIndex&quot;:5,&quot;transparency&quot;:0.870000004768371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0"/>
</p:tagLst>
</file>

<file path=ppt/tags/tag3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2454_3*l_h_i*1_1_2"/>
  <p:tag name="KSO_WM_TEMPLATE_CATEGORY" val="diagram"/>
  <p:tag name="KSO_WM_TEMPLATE_INDEX" val="20232454"/>
  <p:tag name="KSO_WM_UNIT_LAYERLEVEL" val="1_1_1"/>
  <p:tag name="KSO_WM_TAG_VERSION" val="3.0"/>
  <p:tag name="KSO_WM_BEAUTIFY_FLAG" val="#wm#"/>
  <p:tag name="KSO_WM_DIAGRAM_GROUP_CODE" val="l1-1"/>
  <p:tag name="KSO_WM_UNIT_TYPE" val="l_h_i"/>
  <p:tag name="KSO_WM_UNIT_INDEX" val="1_1_2"/>
  <p:tag name="KSO_WM_DIAGRAM_VERSION" val="3"/>
  <p:tag name="KSO_WM_DIAGRAM_COLOR_TRICK" val="1"/>
  <p:tag name="KSO_WM_DIAGRAM_COLOR_TEXT_CAN_REMOVE" val="n"/>
  <p:tag name="KSO_WM_DIAGRAM_MAX_ITEMCNT" val="5"/>
  <p:tag name="KSO_WM_DIAGRAM_MIN_ITEMCNT" val="2"/>
  <p:tag name="KSO_WM_DIAGRAM_VIRTUALLY_FRAME" val="{&quot;height&quot;:443.9715352648639,&quot;left&quot;:-0.33048005351865867,&quot;top&quot;:96.33440944881889,&quot;width&quot;:960.4305587936763}"/>
  <p:tag name="KSO_WM_DIAGRAM_COLOR_MATCH_VALUE" val="{&quot;shape&quot;:{&quot;fill&quot;:{&quot;type&quot;:0},&quot;glow&quot;:{&quot;colorType&quot;:0},&quot;line&quot;:{&quot;solidLine&quot;:{&quot;brightness&quot;:0,&quot;colorType&quot;:1,&quot;foreColorIndex&quot;:2,&quot;transparency&quot;:0.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2"/>
  <p:tag name="KSO_WM_UNIT_LINE_FILL_TYPE" val="2"/>
  <p:tag name="KSO_WM_UNIT_TEXT_FILL_FORE_SCHEMECOLOR_INDEX" val="2"/>
  <p:tag name="KSO_WM_UNIT_TEXT_FILL_TYPE" val="1"/>
  <p:tag name="KSO_WM_UNIT_USESOURCEFORMAT_APPLY" val="0"/>
</p:tagLst>
</file>

<file path=ppt/tags/tag3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20232454_3*l_h_i*1_1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2"/>
  <p:tag name="KSO_WM_DIAGRAM_VIRTUALLY_FRAME" val="{&quot;height&quot;:443.9715352648639,&quot;left&quot;:-0.33048005351865867,&quot;top&quot;:96.33440944881889,&quot;width&quot;:960.430558793676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USESOURCEFORMAT_APPLY" val="0"/>
</p:tagLst>
</file>

<file path=ppt/tags/tag31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2454_3*l_h_f*1_1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2"/>
  <p:tag name="KSO_WM_DIAGRAM_VIRTUALLY_FRAME" val="{&quot;height&quot;:443.9715352648639,&quot;left&quot;:-0.33048005351865867,&quot;top&quot;:96.33440944881889,&quot;width&quot;:960.430558793676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项正文，文字是思想的提炼，请尽量言简意赅的阐述观点，单击此处输入项正文，文字是思想的提炼"/>
  <p:tag name="KSO_WM_UNIT_TEXT_FILL_FORE_SCHEMECOLOR_INDEX" val="1"/>
  <p:tag name="KSO_WM_UNIT_TEXT_FILL_TYPE" val="1"/>
  <p:tag name="KSO_WM_UNIT_TEXT_TYPE" val="1"/>
  <p:tag name="KSO_WM_UNIT_USESOURCEFORMAT_APPLY" val="0"/>
</p:tagLst>
</file>

<file path=ppt/tags/tag3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2454_3*l_h_i*1_2_2"/>
  <p:tag name="KSO_WM_TEMPLATE_CATEGORY" val="diagram"/>
  <p:tag name="KSO_WM_TEMPLATE_INDEX" val="20232454"/>
  <p:tag name="KSO_WM_UNIT_LAYERLEVEL" val="1_1_1"/>
  <p:tag name="KSO_WM_TAG_VERSION" val="3.0"/>
  <p:tag name="KSO_WM_BEAUTIFY_FLAG" val="#wm#"/>
  <p:tag name="KSO_WM_DIAGRAM_GROUP_CODE" val="l1-1"/>
  <p:tag name="KSO_WM_UNIT_TYPE" val="l_h_i"/>
  <p:tag name="KSO_WM_UNIT_INDEX" val="1_2_2"/>
  <p:tag name="KSO_WM_DIAGRAM_VERSION" val="3"/>
  <p:tag name="KSO_WM_DIAGRAM_COLOR_TRICK" val="1"/>
  <p:tag name="KSO_WM_DIAGRAM_COLOR_TEXT_CAN_REMOVE" val="n"/>
  <p:tag name="KSO_WM_DIAGRAM_MAX_ITEMCNT" val="5"/>
  <p:tag name="KSO_WM_DIAGRAM_MIN_ITEMCNT" val="2"/>
  <p:tag name="KSO_WM_DIAGRAM_VIRTUALLY_FRAME" val="{&quot;height&quot;:443.9715352648639,&quot;left&quot;:-0.33048005351865867,&quot;top&quot;:96.33440944881889,&quot;width&quot;:960.4305587936763}"/>
  <p:tag name="KSO_WM_DIAGRAM_COLOR_MATCH_VALUE" val="{&quot;shape&quot;:{&quot;fill&quot;:{&quot;type&quot;:0},&quot;glow&quot;:{&quot;colorType&quot;:0},&quot;line&quot;:{&quot;solidLine&quot;:{&quot;brightness&quot;:0,&quot;colorType&quot;:1,&quot;foreColorIndex&quot;:2,&quot;transparency&quot;:0.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2"/>
  <p:tag name="KSO_WM_UNIT_LINE_FILL_TYPE" val="2"/>
  <p:tag name="KSO_WM_UNIT_TEXT_FILL_FORE_SCHEMECOLOR_INDEX" val="2"/>
  <p:tag name="KSO_WM_UNIT_TEXT_FILL_TYPE" val="1"/>
  <p:tag name="KSO_WM_UNIT_USESOURCEFORMAT_APPLY" val="0"/>
</p:tagLst>
</file>

<file path=ppt/tags/tag3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diagram20232454_3*l_h_i*1_2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2"/>
  <p:tag name="KSO_WM_DIAGRAM_VIRTUALLY_FRAME" val="{&quot;height&quot;:443.9715352648639,&quot;left&quot;:-0.33048005351865867,&quot;top&quot;:96.33440944881889,&quot;width&quot;:960.430558793676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USESOURCEFORMAT_APPLY" val="0"/>
</p:tagLst>
</file>

<file path=ppt/tags/tag31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2454_3*l_h_f*1_2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2"/>
  <p:tag name="KSO_WM_DIAGRAM_VIRTUALLY_FRAME" val="{&quot;height&quot;:443.9715352648639,&quot;left&quot;:-0.33048005351865867,&quot;top&quot;:96.33440944881889,&quot;width&quot;:960.430558793676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项正文，文字是思想的提炼，请尽量言简意赅的阐述观点，单击此处输入项正文，文字是思想的提炼"/>
  <p:tag name="KSO_WM_UNIT_TEXT_FILL_FORE_SCHEMECOLOR_INDEX" val="1"/>
  <p:tag name="KSO_WM_UNIT_TEXT_FILL_TYPE" val="1"/>
  <p:tag name="KSO_WM_UNIT_TEXT_TYPE" val="1"/>
  <p:tag name="KSO_WM_UNIT_USESOURCEFORMAT_APPLY" val="0"/>
</p:tagLst>
</file>

<file path=ppt/tags/tag3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2454_3*l_h_i*1_3_2"/>
  <p:tag name="KSO_WM_TEMPLATE_CATEGORY" val="diagram"/>
  <p:tag name="KSO_WM_TEMPLATE_INDEX" val="20232454"/>
  <p:tag name="KSO_WM_UNIT_LAYERLEVEL" val="1_1_1"/>
  <p:tag name="KSO_WM_TAG_VERSION" val="3.0"/>
  <p:tag name="KSO_WM_BEAUTIFY_FLAG" val="#wm#"/>
  <p:tag name="KSO_WM_DIAGRAM_GROUP_CODE" val="l1-1"/>
  <p:tag name="KSO_WM_UNIT_TYPE" val="l_h_i"/>
  <p:tag name="KSO_WM_UNIT_INDEX" val="1_3_2"/>
  <p:tag name="KSO_WM_DIAGRAM_VERSION" val="3"/>
  <p:tag name="KSO_WM_DIAGRAM_COLOR_TRICK" val="1"/>
  <p:tag name="KSO_WM_DIAGRAM_COLOR_TEXT_CAN_REMOVE" val="n"/>
  <p:tag name="KSO_WM_DIAGRAM_MAX_ITEMCNT" val="5"/>
  <p:tag name="KSO_WM_DIAGRAM_MIN_ITEMCNT" val="2"/>
  <p:tag name="KSO_WM_DIAGRAM_VIRTUALLY_FRAME" val="{&quot;height&quot;:443.9715352648639,&quot;left&quot;:-0.33048005351865867,&quot;top&quot;:96.33440944881889,&quot;width&quot;:960.4305587936763}"/>
  <p:tag name="KSO_WM_DIAGRAM_COLOR_MATCH_VALUE" val="{&quot;shape&quot;:{&quot;fill&quot;:{&quot;type&quot;:0},&quot;glow&quot;:{&quot;colorType&quot;:0},&quot;line&quot;:{&quot;solidLine&quot;:{&quot;brightness&quot;:0,&quot;colorType&quot;:1,&quot;foreColorIndex&quot;:2,&quot;transparency&quot;:0.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2"/>
  <p:tag name="KSO_WM_UNIT_LINE_FILL_TYPE" val="2"/>
  <p:tag name="KSO_WM_UNIT_TEXT_FILL_FORE_SCHEMECOLOR_INDEX" val="2"/>
  <p:tag name="KSO_WM_UNIT_TEXT_FILL_TYPE" val="1"/>
  <p:tag name="KSO_WM_UNIT_USESOURCEFORMAT_APPLY" val="0"/>
</p:tagLst>
</file>

<file path=ppt/tags/tag3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diagram20232454_3*l_h_i*1_3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2"/>
  <p:tag name="KSO_WM_DIAGRAM_VIRTUALLY_FRAME" val="{&quot;height&quot;:443.9715352648639,&quot;left&quot;:-0.33048005351865867,&quot;top&quot;:96.33440944881889,&quot;width&quot;:960.430558793676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USESOURCEFORMAT_APPLY" val="0"/>
</p:tagLst>
</file>

<file path=ppt/tags/tag32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2454_3*l_h_f*1_3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2"/>
  <p:tag name="KSO_WM_DIAGRAM_VIRTUALLY_FRAME" val="{&quot;height&quot;:443.9715352648639,&quot;left&quot;:-0.33048005351865867,&quot;top&quot;:96.33440944881889,&quot;width&quot;:960.430558793676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项正文，文字是思想的提炼，请尽量言简意赅的阐述观点，单击此处输入项正文，文字是思想的提炼"/>
  <p:tag name="KSO_WM_UNIT_TEXT_FILL_FORE_SCHEMECOLOR_INDEX" val="1"/>
  <p:tag name="KSO_WM_UNIT_TEXT_FILL_TYPE" val="1"/>
  <p:tag name="KSO_WM_UNIT_TEXT_TYPE" val="1"/>
  <p:tag name="KSO_WM_UNIT_USESOURCEFORMAT_APPLY" val="0"/>
</p:tagLst>
</file>

<file path=ppt/tags/tag3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2454_3*l_h_i*1_4_2"/>
  <p:tag name="KSO_WM_TEMPLATE_CATEGORY" val="diagram"/>
  <p:tag name="KSO_WM_TEMPLATE_INDEX" val="20232454"/>
  <p:tag name="KSO_WM_UNIT_LAYERLEVEL" val="1_1_1"/>
  <p:tag name="KSO_WM_TAG_VERSION" val="3.0"/>
  <p:tag name="KSO_WM_BEAUTIFY_FLAG" val="#wm#"/>
  <p:tag name="KSO_WM_DIAGRAM_GROUP_CODE" val="l1-1"/>
  <p:tag name="KSO_WM_UNIT_TYPE" val="l_h_i"/>
  <p:tag name="KSO_WM_UNIT_INDEX" val="1_4_2"/>
  <p:tag name="KSO_WM_DIAGRAM_VERSION" val="3"/>
  <p:tag name="KSO_WM_DIAGRAM_COLOR_TRICK" val="1"/>
  <p:tag name="KSO_WM_DIAGRAM_COLOR_TEXT_CAN_REMOVE" val="n"/>
  <p:tag name="KSO_WM_DIAGRAM_MAX_ITEMCNT" val="5"/>
  <p:tag name="KSO_WM_DIAGRAM_MIN_ITEMCNT" val="2"/>
  <p:tag name="KSO_WM_DIAGRAM_VIRTUALLY_FRAME" val="{&quot;height&quot;:443.9715352648639,&quot;left&quot;:-0.33048005351865867,&quot;top&quot;:96.33440944881889,&quot;width&quot;:960.4305587936763}"/>
  <p:tag name="KSO_WM_DIAGRAM_COLOR_MATCH_VALUE" val="{&quot;shape&quot;:{&quot;fill&quot;:{&quot;type&quot;:0},&quot;glow&quot;:{&quot;colorType&quot;:0},&quot;line&quot;:{&quot;solidLine&quot;:{&quot;brightness&quot;:0,&quot;colorType&quot;:1,&quot;foreColorIndex&quot;:2,&quot;transparency&quot;:0.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2"/>
  <p:tag name="KSO_WM_UNIT_LINE_FILL_TYPE" val="2"/>
  <p:tag name="KSO_WM_UNIT_TEXT_FILL_FORE_SCHEMECOLOR_INDEX" val="2"/>
  <p:tag name="KSO_WM_UNIT_TEXT_FILL_TYPE" val="1"/>
  <p:tag name="KSO_WM_UNIT_USESOURCEFORMAT_APPLY" val="0"/>
</p:tagLst>
</file>

<file path=ppt/tags/tag3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1"/>
  <p:tag name="KSO_WM_UNIT_ID" val="diagram20232454_3*l_h_i*1_4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2"/>
  <p:tag name="KSO_WM_DIAGRAM_VIRTUALLY_FRAME" val="{&quot;height&quot;:443.9715352648639,&quot;left&quot;:-0.33048005351865867,&quot;top&quot;:96.33440944881889,&quot;width&quot;:960.430558793676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USESOURCEFORMAT_APPLY" val="0"/>
</p:tagLst>
</file>

<file path=ppt/tags/tag32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4_1"/>
  <p:tag name="KSO_WM_UNIT_ID" val="diagram20232454_3*l_h_f*1_4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2"/>
  <p:tag name="KSO_WM_DIAGRAM_VIRTUALLY_FRAME" val="{&quot;height&quot;:443.9715352648639,&quot;left&quot;:-0.33048005351865867,&quot;top&quot;:96.33440944881889,&quot;width&quot;:960.430558793676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项正文，文字是思想的提炼，请尽量言简意赅的阐述观点，单击此处输入项正文，文字是思想的提炼"/>
  <p:tag name="KSO_WM_UNIT_TEXT_FILL_FORE_SCHEMECOLOR_INDEX" val="1"/>
  <p:tag name="KSO_WM_UNIT_TEXT_FILL_TYPE" val="1"/>
  <p:tag name="KSO_WM_UNIT_TEXT_TYPE" val="1"/>
  <p:tag name="KSO_WM_UNIT_USESOURCEFORMAT_APPLY" val="0"/>
</p:tagLst>
</file>

<file path=ppt/tags/tag32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2454_3*l_h_a*1_1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2"/>
  <p:tag name="KSO_WM_DIAGRAM_VIRTUALLY_FRAME" val="{&quot;height&quot;:443.9715352648639,&quot;left&quot;:-0.33048005351865867,&quot;top&quot;:96.33440944881889,&quot;width&quot;:960.430558793676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UNIT_TEXT_TYPE" val="1"/>
  <p:tag name="KSO_WM_UNIT_USESOURCEFORMAT_APPLY" val="0"/>
</p:tagLst>
</file>

<file path=ppt/tags/tag32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2454_3*l_h_x*1_1_1"/>
  <p:tag name="KSO_WM_TEMPLATE_CATEGORY" val="diagram"/>
  <p:tag name="KSO_WM_TEMPLATE_INDEX" val="20232454"/>
  <p:tag name="KSO_WM_UNIT_LAYERLEVEL" val="1_1_1"/>
  <p:tag name="KSO_WM_TAG_VERSION" val="3.0"/>
  <p:tag name="KSO_WM_BEAUTIFY_FLAG" val="#wm#"/>
  <p:tag name="KSO_WM_DIAGRAM_VERSION" val="3"/>
  <p:tag name="KSO_WM_DIAGRAM_COLOR_TRICK" val="1"/>
  <p:tag name="KSO_WM_DIAGRAM_COLOR_TEXT_CAN_REMOVE" val="n"/>
  <p:tag name="KSO_WM_UNIT_VALUE" val="150*150"/>
  <p:tag name="KSO_WM_UNIT_TYPE" val="l_h_x"/>
  <p:tag name="KSO_WM_UNIT_INDEX" val="1_1_1"/>
  <p:tag name="KSO_WM_DIAGRAM_MAX_ITEMCNT" val="5"/>
  <p:tag name="KSO_WM_DIAGRAM_MIN_ITEMCNT" val="2"/>
  <p:tag name="KSO_WM_DIAGRAM_VIRTUALLY_FRAME" val="{&quot;height&quot;:443.9715352648639,&quot;left&quot;:-0.33048005351865867,&quot;top&quot;:96.33440944881889,&quot;width&quot;:960.430558793676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0"/>
</p:tagLst>
</file>

<file path=ppt/tags/tag32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2454_3*l_h_a*1_2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2"/>
  <p:tag name="KSO_WM_DIAGRAM_VIRTUALLY_FRAME" val="{&quot;height&quot;:443.9715352648639,&quot;left&quot;:-0.33048005351865867,&quot;top&quot;:96.33440944881889,&quot;width&quot;:960.430558793676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UNIT_TEXT_TYPE" val="1"/>
  <p:tag name="KSO_WM_UNIT_USESOURCEFORMAT_APPLY" val="0"/>
</p:tagLst>
</file>

<file path=ppt/tags/tag32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2454_3*l_h_x*1_2_1"/>
  <p:tag name="KSO_WM_TEMPLATE_CATEGORY" val="diagram"/>
  <p:tag name="KSO_WM_TEMPLATE_INDEX" val="20232454"/>
  <p:tag name="KSO_WM_UNIT_LAYERLEVEL" val="1_1_1"/>
  <p:tag name="KSO_WM_TAG_VERSION" val="3.0"/>
  <p:tag name="KSO_WM_BEAUTIFY_FLAG" val="#wm#"/>
  <p:tag name="KSO_WM_DIAGRAM_VERSION" val="3"/>
  <p:tag name="KSO_WM_DIAGRAM_COLOR_TRICK" val="1"/>
  <p:tag name="KSO_WM_DIAGRAM_COLOR_TEXT_CAN_REMOVE" val="n"/>
  <p:tag name="KSO_WM_UNIT_VALUE" val="136*140"/>
  <p:tag name="KSO_WM_UNIT_TYPE" val="l_h_x"/>
  <p:tag name="KSO_WM_UNIT_INDEX" val="1_2_1"/>
  <p:tag name="KSO_WM_DIAGRAM_MAX_ITEMCNT" val="5"/>
  <p:tag name="KSO_WM_DIAGRAM_MIN_ITEMCNT" val="2"/>
  <p:tag name="KSO_WM_DIAGRAM_VIRTUALLY_FRAME" val="{&quot;height&quot;:443.9715352648639,&quot;left&quot;:-0.33048005351865867,&quot;top&quot;:96.33440944881889,&quot;width&quot;:960.430558793676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0"/>
</p:tagLst>
</file>

<file path=ppt/tags/tag33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2454_3*l_h_a*1_3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2"/>
  <p:tag name="KSO_WM_DIAGRAM_VIRTUALLY_FRAME" val="{&quot;height&quot;:443.9715352648639,&quot;left&quot;:-0.33048005351865867,&quot;top&quot;:96.33440944881889,&quot;width&quot;:960.430558793676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UNIT_TEXT_TYPE" val="1"/>
  <p:tag name="KSO_WM_UNIT_USESOURCEFORMAT_APPLY" val="0"/>
</p:tagLst>
</file>

<file path=ppt/tags/tag33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2454_3*l_h_x*1_3_1"/>
  <p:tag name="KSO_WM_TEMPLATE_CATEGORY" val="diagram"/>
  <p:tag name="KSO_WM_TEMPLATE_INDEX" val="20232454"/>
  <p:tag name="KSO_WM_UNIT_LAYERLEVEL" val="1_1_1"/>
  <p:tag name="KSO_WM_TAG_VERSION" val="3.0"/>
  <p:tag name="KSO_WM_BEAUTIFY_FLAG" val="#wm#"/>
  <p:tag name="KSO_WM_DIAGRAM_VERSION" val="3"/>
  <p:tag name="KSO_WM_DIAGRAM_COLOR_TRICK" val="1"/>
  <p:tag name="KSO_WM_DIAGRAM_COLOR_TEXT_CAN_REMOVE" val="n"/>
  <p:tag name="KSO_WM_UNIT_VALUE" val="150*137"/>
  <p:tag name="KSO_WM_UNIT_TYPE" val="l_h_x"/>
  <p:tag name="KSO_WM_UNIT_INDEX" val="1_3_1"/>
  <p:tag name="KSO_WM_DIAGRAM_MAX_ITEMCNT" val="5"/>
  <p:tag name="KSO_WM_DIAGRAM_MIN_ITEMCNT" val="2"/>
  <p:tag name="KSO_WM_DIAGRAM_VIRTUALLY_FRAME" val="{&quot;height&quot;:443.9715352648639,&quot;left&quot;:-0.33048005351865867,&quot;top&quot;:96.33440944881889,&quot;width&quot;:960.430558793676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0"/>
</p:tagLst>
</file>

<file path=ppt/tags/tag33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diagram20232454_3*l_h_a*1_4_1"/>
  <p:tag name="KSO_WM_TEMPLATE_CATEGORY" val="diagram"/>
  <p:tag name="KSO_WM_TEMPLATE_INDEX" val="20232454"/>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5"/>
  <p:tag name="KSO_WM_DIAGRAM_MIN_ITEMCNT" val="2"/>
  <p:tag name="KSO_WM_DIAGRAM_VIRTUALLY_FRAME" val="{&quot;height&quot;:443.9715352648639,&quot;left&quot;:-0.33048005351865867,&quot;top&quot;:96.33440944881889,&quot;width&quot;:960.430558793676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UNIT_TEXT_TYPE" val="1"/>
  <p:tag name="KSO_WM_UNIT_USESOURCEFORMAT_APPLY" val="0"/>
</p:tagLst>
</file>

<file path=ppt/tags/tag33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2454_3*l_h_x*1_4_1"/>
  <p:tag name="KSO_WM_TEMPLATE_CATEGORY" val="diagram"/>
  <p:tag name="KSO_WM_TEMPLATE_INDEX" val="20232454"/>
  <p:tag name="KSO_WM_UNIT_LAYERLEVEL" val="1_1_1"/>
  <p:tag name="KSO_WM_TAG_VERSION" val="3.0"/>
  <p:tag name="KSO_WM_BEAUTIFY_FLAG" val="#wm#"/>
  <p:tag name="KSO_WM_DIAGRAM_VERSION" val="3"/>
  <p:tag name="KSO_WM_DIAGRAM_COLOR_TRICK" val="1"/>
  <p:tag name="KSO_WM_DIAGRAM_COLOR_TEXT_CAN_REMOVE" val="n"/>
  <p:tag name="KSO_WM_UNIT_VALUE" val="150*108"/>
  <p:tag name="KSO_WM_UNIT_TYPE" val="l_h_x"/>
  <p:tag name="KSO_WM_UNIT_INDEX" val="1_4_1"/>
  <p:tag name="KSO_WM_DIAGRAM_MAX_ITEMCNT" val="5"/>
  <p:tag name="KSO_WM_DIAGRAM_MIN_ITEMCNT" val="2"/>
  <p:tag name="KSO_WM_DIAGRAM_VIRTUALLY_FRAME" val="{&quot;height&quot;:443.9715352648639,&quot;left&quot;:-0.33048005351865867,&quot;top&quot;:96.33440944881889,&quot;width&quot;:960.430558793676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0"/>
</p:tagLst>
</file>

<file path=ppt/tags/tag334.xml><?xml version="1.0" encoding="utf-8"?>
<p:tagLst xmlns:p="http://schemas.openxmlformats.org/presentationml/2006/main">
  <p:tag name="KSO_WM_SLIDE_ID" val="diagram20232454_4"/>
  <p:tag name="KSO_WM_TEMPLATE_SUBCATEGORY" val="0"/>
  <p:tag name="KSO_WM_TEMPLATE_MASTER_TYPE" val="0"/>
  <p:tag name="KSO_WM_TEMPLATE_COLOR_TYPE" val="0"/>
  <p:tag name="KSO_WM_SLIDE_ITEM_CNT" val="5"/>
  <p:tag name="KSO_WM_SLIDE_INDEX" val="4"/>
  <p:tag name="KSO_WM_TAG_VERSION" val="3.0"/>
  <p:tag name="KSO_WM_BEAUTIFY_FLAG" val="#wm#"/>
  <p:tag name="KSO_WM_TEMPLATE_CATEGORY" val="custom"/>
  <p:tag name="KSO_WM_TEMPLATE_INDEX" val="20230266"/>
  <p:tag name="KSO_WM_SLIDE_TYPE" val="text"/>
  <p:tag name="KSO_WM_SLIDE_SUBTYPE" val="diag"/>
  <p:tag name="KSO_WM_SLIDE_SIZE" val="960.331*418.806"/>
  <p:tag name="KSO_WM_SLIDE_POSITION" val="-0.330472*121.501"/>
  <p:tag name="KSO_WM_SLIDE_LAYOUT" val="a_l"/>
  <p:tag name="KSO_WM_SLIDE_LAYOUT_CNT" val="1_1"/>
  <p:tag name="KSO_WM_SPECIAL_SOURCE" val="bdnull"/>
  <p:tag name="KSO_WM_DIAGRAM_GROUP_CODE" val="l1-1"/>
  <p:tag name="KSO_WM_SLIDE_DIAGTYPE" val="l"/>
</p:tagLst>
</file>

<file path=ppt/tags/tag335.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3144_3*a*1"/>
  <p:tag name="KSO_WM_TEMPLATE_CATEGORY" val="diagram"/>
  <p:tag name="KSO_WM_TEMPLATE_INDEX" val="20233144"/>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3"/>
  <p:tag name="KSO_WM_UNIT_TEXT_FILL_TYPE" val="1"/>
  <p:tag name="KSO_WM_UNIT_USESOURCEFORMAT_APPLY" val="0"/>
</p:tagLst>
</file>

<file path=ppt/tags/tag336.xml><?xml version="1.0" encoding="utf-8"?>
<p:tagLst xmlns:p="http://schemas.openxmlformats.org/presentationml/2006/main">
  <p:tag name="KSO_WM_SLIDE_ID" val="diagram20233144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custom"/>
  <p:tag name="KSO_WM_TEMPLATE_INDEX" val="20230266"/>
  <p:tag name="KSO_WM_SLIDE_TYPE" val="text"/>
  <p:tag name="KSO_WM_SLIDE_SUBTYPE" val="diag"/>
  <p:tag name="KSO_WM_SLIDE_SIZE" val="850.1*366.5"/>
  <p:tag name="KSO_WM_SLIDE_POSITION" val="54.9*125.9"/>
  <p:tag name="KSO_WM_SLIDE_LAYOUT" val="a_l"/>
  <p:tag name="KSO_WM_SLIDE_LAYOUT_CNT" val="1_1"/>
  <p:tag name="KSO_WM_SPECIAL_SOURCE" val="bdnull"/>
  <p:tag name="KSO_WM_DIAGRAM_GROUP_CODE" val="l1-1"/>
  <p:tag name="KSO_WM_SLIDE_DIAGTYPE" val="l"/>
</p:tagLst>
</file>

<file path=ppt/tags/tag337.xml><?xml version="1.0" encoding="utf-8"?>
<p:tagLst xmlns:p="http://schemas.openxmlformats.org/presentationml/2006/main">
  <p:tag name="KSO_WM_BEAUTIFY_FLAG" val="#wm#"/>
  <p:tag name="KSO_WM_TEMPLATE_CATEGORY" val="custom"/>
  <p:tag name="KSO_WM_TEMPLATE_INDEX" val="20230266"/>
</p:tagLst>
</file>

<file path=ppt/tags/tag338.xml><?xml version="1.0" encoding="utf-8"?>
<p:tagLst xmlns:p="http://schemas.openxmlformats.org/presentationml/2006/main">
  <p:tag name="KSO_WM_BEAUTIFY_FLAG" val="#wm#"/>
  <p:tag name="KSO_WM_TEMPLATE_CATEGORY" val="custom"/>
  <p:tag name="KSO_WM_TEMPLATE_INDEX" val="20230266"/>
</p:tagLst>
</file>

<file path=ppt/tags/tag339.xml><?xml version="1.0" encoding="utf-8"?>
<p:tagLst xmlns:p="http://schemas.openxmlformats.org/presentationml/2006/main">
  <p:tag name="KSO_WM_BEAUTIFY_FLAG" val="#wm#"/>
  <p:tag name="KSO_WM_TEMPLATE_CATEGORY" val="custom"/>
  <p:tag name="KSO_WM_TEMPLATE_INDEX" val="20230266"/>
</p:tagLst>
</file>

<file path=ppt/tags/tag340.xml><?xml version="1.0" encoding="utf-8"?>
<p:tagLst xmlns:p="http://schemas.openxmlformats.org/presentationml/2006/main">
  <p:tag name="KSO_WM_BEAUTIFY_FLAG" val="#wm#"/>
  <p:tag name="KSO_WM_TEMPLATE_CATEGORY" val="custom"/>
  <p:tag name="KSO_WM_TEMPLATE_INDEX" val="20230266"/>
</p:tagLst>
</file>

<file path=ppt/tags/tag341.xml><?xml version="1.0" encoding="utf-8"?>
<p:tagLst xmlns:p="http://schemas.openxmlformats.org/presentationml/2006/main">
  <p:tag name="KSO_WM_BEAUTIFY_FLAG" val="#wm#"/>
  <p:tag name="KSO_WM_TEMPLATE_CATEGORY" val="custom"/>
  <p:tag name="KSO_WM_TEMPLATE_INDEX" val="20230266"/>
</p:tagLst>
</file>

<file path=ppt/tags/tag342.xml><?xml version="1.0" encoding="utf-8"?>
<p:tagLst xmlns:p="http://schemas.openxmlformats.org/presentationml/2006/main">
  <p:tag name="KSO_WM_BEAUTIFY_FLAG" val="#wm#"/>
  <p:tag name="KSO_WM_TEMPLATE_CATEGORY" val="custom"/>
  <p:tag name="KSO_WM_TEMPLATE_INDEX" val="20230266"/>
</p:tagLst>
</file>

<file path=ppt/tags/tag343.xml><?xml version="1.0" encoding="utf-8"?>
<p:tagLst xmlns:p="http://schemas.openxmlformats.org/presentationml/2006/main">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custom20230266_7*e*1"/>
  <p:tag name="KSO_WM_TEMPLATE_CATEGORY" val="custom"/>
  <p:tag name="KSO_WM_TEMPLATE_INDEX" val="20230266"/>
  <p:tag name="KSO_WM_UNIT_LAYERLEVEL" val="1"/>
  <p:tag name="KSO_WM_TAG_VERSION" val="3.0"/>
  <p:tag name="KSO_WM_BEAUTIFY_FLAG" val="#wm#"/>
  <p:tag name="KSO_WM_UNIT_CONTENT_GROUP_TYPE" val="contentchip"/>
</p:tagLst>
</file>

<file path=ppt/tags/tag34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66_7*a*1"/>
  <p:tag name="KSO_WM_TEMPLATE_CATEGORY" val="custom"/>
  <p:tag name="KSO_WM_TEMPLATE_INDEX" val="20230266"/>
  <p:tag name="KSO_WM_UNIT_LAYERLEVEL" val="1"/>
  <p:tag name="KSO_WM_TAG_VERSION" val="3.0"/>
  <p:tag name="KSO_WM_BEAUTIFY_FLAG" val="#wm#"/>
  <p:tag name="KSO_WM_UNIT_CONTENT_GROUP_TYPE" val="contentchip"/>
  <p:tag name="KSO_WM_UNIT_PRESET_TEXT" val="添加章节标题"/>
  <p:tag name="KSO_WM_UNIT_TEXT_TYPE" val="1"/>
</p:tagLst>
</file>

<file path=ppt/tags/tag345.xml><?xml version="1.0" encoding="utf-8"?>
<p:tagLst xmlns:p="http://schemas.openxmlformats.org/presentationml/2006/main">
  <p:tag name="KSO_WM_SLIDE_ID" val="custom20230266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0266"/>
  <p:tag name="KSO_WM_SLIDE_TYPE" val="sectionTitle"/>
  <p:tag name="KSO_WM_SLIDE_SUBTYPE" val="pureTxt"/>
  <p:tag name="KSO_WM_SLIDE_LAYOUT" val="a_e"/>
  <p:tag name="KSO_WM_SLIDE_LAYOUT_CNT" val="1_1"/>
  <p:tag name="KSO_WM_SPECIAL_SOURCE" val="bdnull"/>
  <p:tag name="KSO_WM_SLIDE_CONTENT_AREA" val="{&quot;left&quot;:&quot;48.9&quot;,&quot;top&quot;:&quot;272.1&quot;,&quot;width&quot;:&quot;514.45&quot;,&quot;height&quot;:&quot;209.2&quot;}"/>
</p:tagLst>
</file>

<file path=ppt/tags/tag34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UNIT_VALUE" val="30"/>
  <p:tag name="KSO_WM_TEMPLATE_INDEX" val="20231717"/>
  <p:tag name="KSO_WM_UNIT_ID" val="custom20231717_1*a*1"/>
  <p:tag name="KSO_WM_UNIT_PRESET_TEXT" val="单击此处添加标题"/>
  <p:tag name="KSO_WM_UNIT_TEXT_FILL_FORE_SCHEMECOLOR_INDEX" val="13"/>
  <p:tag name="KSO_WM_UNIT_TEXT_FILL_TYPE" val="1"/>
  <p:tag name="KSO_WM_UNIT_USESOURCEFORMAT_APPLY" val="0"/>
</p:tagLst>
</file>

<file path=ppt/tags/tag347.xml><?xml version="1.0" encoding="utf-8"?>
<p:tagLst xmlns:p="http://schemas.openxmlformats.org/presentationml/2006/main">
  <p:tag name="KSO_WM_BEAUTIFY_FLAG" val="#wm#"/>
  <p:tag name="KSO_WM_UNIT_VALUE" val="1289*910"/>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custom20231717_1*d*1"/>
  <p:tag name="KSO_WM_TEMPLATE_CATEGORY" val="custom"/>
  <p:tag name="KSO_WM_TEMPLATE_INDEX" val="20231717"/>
  <p:tag name="KSO_WM_UNIT_LAYERLEVEL" val="1"/>
  <p:tag name="KSO_WM_TAG_VERSION" val="3.0"/>
  <p:tag name="MH_PIC_SOURCE_TYPE" val="generate_slide_ai*VCG211359203267*ai_v1.7.4.241014_ONLINE*1730696277910_110.168_d6d1d5f3a443-slide-8"/>
  <p:tag name="KSO_WM_UNIT_LINE_FORE_SCHEMECOLOR_INDEX" val="5"/>
  <p:tag name="KSO_WM_UNIT_LINE_FILL_TYPE" val="2"/>
  <p:tag name="KSO_WM_UNIT_SHADOW_SCHEMECOLOR_INDEX" val="5"/>
  <p:tag name="KSO_WM_UNIT_USESOURCEFORMAT_APPLY" val="0"/>
</p:tagLst>
</file>

<file path=ppt/tags/tag348.xml><?xml version="1.0" encoding="utf-8"?>
<p:tagLst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1678_1*l_h_i*1_1_1"/>
  <p:tag name="KSO_WM_TEMPLATE_CATEGORY" val="diagram"/>
  <p:tag name="KSO_WM_TEMPLATE_INDEX" val="20231678"/>
  <p:tag name="KSO_WM_UNIT_LAYERLEVEL" val="1_1_1"/>
  <p:tag name="KSO_WM_TAG_VERSION" val="3.0"/>
  <p:tag name="KSO_WM_DIAGRAM_MAX_ITEMCNT" val="4"/>
  <p:tag name="KSO_WM_DIAGRAM_MIN_ITEMCNT" val="2"/>
  <p:tag name="KSO_WM_DIAGRAM_VIRTUALLY_FRAME" val="{&quot;height&quot;:365.65008544921875,&quot;width&quot;:558.4000854492188}"/>
  <p:tag name="KSO_WM_DIAGRAM_COLOR_MATCH_VALUE" val="{&quot;shape&quot;:{&quot;fill&quot;:{&quot;gradient&quot;:[{&quot;brightness&quot;:0.800000011920929,&quot;colorType&quot;:1,&quot;foreColorIndex&quot;:5,&quot;pos&quot;:0,&quot;transparency&quot;:1},{&quot;brightness&quot;:0.800000011920929,&quot;colorType&quot;:1,&quot;foreColorIndex&quot;:5,&quot;pos&quot;:1,&quot;transparency&quot;:0.5600000023841858}],&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0"/>
</p:tagLst>
</file>

<file path=ppt/tags/tag349.xml><?xml version="1.0" encoding="utf-8"?>
<p:tagLst xmlns:p="http://schemas.openxmlformats.org/presentationml/2006/main">
  <p:tag name="KSO_WM_BEAUTIFY_FLAG" val="#wm#"/>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INDEX" val="1_1_1"/>
  <p:tag name="KSO_WM_TEMPLATE_CATEGORY" val="diagram"/>
  <p:tag name="KSO_WM_TEMPLATE_INDEX" val="20231678"/>
  <p:tag name="KSO_WM_UNIT_LAYERLEVEL" val="1_1_1"/>
  <p:tag name="KSO_WM_TAG_VERSION" val="3.0"/>
  <p:tag name="KSO_WM_UNIT_VALUE" val="10"/>
  <p:tag name="KSO_WM_UNIT_TYPE" val="l_h_a"/>
  <p:tag name="KSO_WM_UNIT_ID" val="diagram20231678_1*l_h_a*1_1_1"/>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65008544921875,&quot;width&quot;:558.4000854492188}"/>
  <p:tag name="KSO_WM_DIAGRAM_COLOR_MATCH_VALUE" val="{&quot;shape&quot;:{&quot;fill&quot;:{&quot;solid&quot;:{&quot;brightness&quot;:0,&quot;colorType&quot;:1,&quot;foreColorIndex&quot;:5,&quot;transparency&quot;:0},&quot;type&quot;:1},&quot;glow&quot;:{&quot;colorType&quot;:0},&quot;line&quot;:{&quot;solidLine&quot;:{&quot;brightness&quot;:0.80000001192092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LINE_FORE_SCHEMECOLOR_INDEX" val="5"/>
  <p:tag name="KSO_WM_UNIT_TEXT_FILL_FORE_SCHEMECOLOR_INDEX" val="1"/>
  <p:tag name="KSO_WM_UNIT_TEXT_FILL_TYPE" val="1"/>
  <p:tag name="KSO_WM_UNIT_PRESET_TEXT" val="添加标题"/>
  <p:tag name="KSO_WM_UNIT_TEXT_TYPE" val="1"/>
  <p:tag name="KSO_WM_UNIT_LINE_FILL_TYPE" val="2"/>
  <p:tag name="KSO_WM_UNIT_USESOURCEFORMAT_APPLY" val="0"/>
</p:tagLst>
</file>

<file path=ppt/tags/tag350.xml><?xml version="1.0" encoding="utf-8"?>
<p:tagLst xmlns:p="http://schemas.openxmlformats.org/presentationml/2006/main">
  <p:tag name="KSO_WM_BEAUTIFY_FLAG" val="#wm#"/>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678_1*l_h_f*1_1_1"/>
  <p:tag name="KSO_WM_TEMPLATE_CATEGORY" val="diagram"/>
  <p:tag name="KSO_WM_TEMPLATE_INDEX" val="20231678"/>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65008544921875,&quot;width&quot;:558.40008544921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您的)智能图形项正文，文字是您思想的提炼，请尽量言简意赅的阐述观点，单击此处添加正文。"/>
  <p:tag name="KSO_WM_UNIT_TEXT_TYPE" val="1"/>
  <p:tag name="KSO_WM_UNIT_USESOURCEFORMAT_APPLY" val="0"/>
</p:tagLst>
</file>

<file path=ppt/tags/tag351.xml><?xml version="1.0" encoding="utf-8"?>
<p:tagLst xmlns:p="http://schemas.openxmlformats.org/presentationml/2006/main">
  <p:tag name="KSO_WM_BEAUTIFY_FLAG" val="#wm#"/>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1678_1*l_h_i*1_2_1"/>
  <p:tag name="KSO_WM_TEMPLATE_CATEGORY" val="diagram"/>
  <p:tag name="KSO_WM_TEMPLATE_INDEX" val="20231678"/>
  <p:tag name="KSO_WM_UNIT_LAYERLEVEL" val="1_1_1"/>
  <p:tag name="KSO_WM_TAG_VERSION" val="3.0"/>
  <p:tag name="KSO_WM_DIAGRAM_MAX_ITEMCNT" val="4"/>
  <p:tag name="KSO_WM_DIAGRAM_MIN_ITEMCNT" val="2"/>
  <p:tag name="KSO_WM_DIAGRAM_VIRTUALLY_FRAME" val="{&quot;height&quot;:365.65008544921875,&quot;width&quot;:558.4000854492188}"/>
  <p:tag name="KSO_WM_DIAGRAM_COLOR_MATCH_VALUE" val="{&quot;shape&quot;:{&quot;fill&quot;:{&quot;gradient&quot;:[{&quot;brightness&quot;:0.800000011920929,&quot;colorType&quot;:1,&quot;foreColorIndex&quot;:5,&quot;pos&quot;:0,&quot;transparency&quot;:1},{&quot;brightness&quot;:0.800000011920929,&quot;colorType&quot;:1,&quot;foreColorIndex&quot;:5,&quot;pos&quot;:1,&quot;transparency&quot;:0.5600000023841858}],&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TEXT_FILL_FORE_SCHEMECOLOR_INDEX" val="2"/>
  <p:tag name="KSO_WM_UNIT_TEXT_FILL_TYPE" val="1"/>
  <p:tag name="KSO_WM_UNIT_USESOURCEFORMAT_APPLY" val="0"/>
</p:tagLst>
</file>

<file path=ppt/tags/tag352.xml><?xml version="1.0" encoding="utf-8"?>
<p:tagLst xmlns:p="http://schemas.openxmlformats.org/presentationml/2006/main">
  <p:tag name="KSO_WM_BEAUTIFY_FLAG" val="#wm#"/>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678_1*l_h_a*1_2_1"/>
  <p:tag name="KSO_WM_TEMPLATE_CATEGORY" val="diagram"/>
  <p:tag name="KSO_WM_TEMPLATE_INDEX" val="20231678"/>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65008544921875,&quot;width&quot;:558.4000854492188}"/>
  <p:tag name="KSO_WM_DIAGRAM_COLOR_MATCH_VALUE" val="{&quot;shape&quot;:{&quot;fill&quot;:{&quot;solid&quot;:{&quot;brightness&quot;:0,&quot;colorType&quot;:1,&quot;foreColorIndex&quot;:5,&quot;transparency&quot;:0},&quot;type&quot;:1},&quot;glow&quot;:{&quot;colorType&quot;:0},&quot;line&quot;:{&quot;solidLine&quot;:{&quot;brightness&quot;:0.800000011920929,&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LINE_FORE_SCHEMECOLOR_INDEX" val="5"/>
  <p:tag name="KSO_WM_UNIT_TEXT_FILL_FORE_SCHEMECOLOR_INDEX" val="1"/>
  <p:tag name="KSO_WM_UNIT_TEXT_FILL_TYPE" val="1"/>
  <p:tag name="KSO_WM_UNIT_PRESET_TEXT" val="添加标题"/>
  <p:tag name="KSO_WM_UNIT_TEXT_TYPE" val="1"/>
  <p:tag name="KSO_WM_UNIT_LINE_FILL_TYPE" val="2"/>
  <p:tag name="KSO_WM_UNIT_USESOURCEFORMAT_APPLY" val="0"/>
</p:tagLst>
</file>

<file path=ppt/tags/tag353.xml><?xml version="1.0" encoding="utf-8"?>
<p:tagLst xmlns:p="http://schemas.openxmlformats.org/presentationml/2006/main">
  <p:tag name="KSO_WM_BEAUTIFY_FLAG" val="#wm#"/>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678_1*l_h_f*1_2_1"/>
  <p:tag name="KSO_WM_TEMPLATE_CATEGORY" val="diagram"/>
  <p:tag name="KSO_WM_TEMPLATE_INDEX" val="20231678"/>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365.65008544921875,&quot;width&quot;:558.40008544921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输入(您的)智能图形项正文，文字是您思想的提炼，请尽量言简意赅的阐述观点，单击此处添加正文。"/>
  <p:tag name="KSO_WM_UNIT_TEXT_TYPE" val="1"/>
  <p:tag name="KSO_WM_UNIT_USESOURCEFORMAT_APPLY" val="0"/>
</p:tagLst>
</file>

<file path=ppt/tags/tag354.xml><?xml version="1.0" encoding="utf-8"?>
<p:tagLst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529.861*365.65"/>
  <p:tag name="KSO_WM_SLIDE_POSITION" val="78.6387*106.981"/>
  <p:tag name="KSO_WM_SLIDE_LAYOUT" val="a_d_l"/>
  <p:tag name="KSO_WM_SLIDE_LAYOUT_CNT" val="1_1_1"/>
  <p:tag name="KSO_WM_SPECIAL_SOURCE" val="bdnull"/>
  <p:tag name="KSO_WM_DIAGRAM_GROUP_CODE" val="l1-1"/>
  <p:tag name="KSO_WM_SLIDE_DIAGTYPE" val="l"/>
  <p:tag name="KSO_WM_TEMPLATE_INDEX" val="20230266"/>
  <p:tag name="KSO_WM_TEMPLATE_SUBCATEGORY" val="0"/>
  <p:tag name="KSO_WM_SLIDE_INDEX" val="1"/>
  <p:tag name="KSO_WM_TAG_VERSION" val="3.0"/>
  <p:tag name="KSO_WM_SLIDE_ID" val="custom20231717_1"/>
  <p:tag name="KSO_WM_SLIDE_ITEM_CNT" val="4"/>
</p:tagLst>
</file>

<file path=ppt/tags/tag355.xml><?xml version="1.0" encoding="utf-8"?>
<p:tagLst xmlns:p="http://schemas.openxmlformats.org/presentationml/2006/main">
  <p:tag name="KSO_WM_UNIT_VALUE" val="1153*1153"/>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custom20233280_1*d*1"/>
  <p:tag name="KSO_WM_TEMPLATE_CATEGORY" val="custom"/>
  <p:tag name="KSO_WM_TEMPLATE_INDEX" val="20233280"/>
  <p:tag name="KSO_WM_UNIT_LAYERLEVEL" val="1"/>
  <p:tag name="KSO_WM_TAG_VERSION" val="3.0"/>
  <p:tag name="KSO_WM_BEAUTIFY_FLAG" val="#wm#"/>
  <p:tag name="KSO_WM_UNIT_LINE_FORE_SCHEMECOLOR_INDEX" val="1"/>
  <p:tag name="KSO_WM_UNIT_LINE_FILL_TYPE" val="2"/>
  <p:tag name="KSO_WM_UNIT_USESOURCEFORMAT_APPLY" val="0"/>
  <p:tag name="MH_PIC_SOURCE_TYPE" val="generate_slide_ai*VCG41N1157602389*ai_v1.7.4.241014_ONLINE*1730696277910_110.168_d6d1d5f3a443-slide-9"/>
</p:tagLst>
</file>

<file path=ppt/tags/tag35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UNIT_VALUE" val="29"/>
  <p:tag name="KSO_WM_UNIT_TEXT_FILL_FORE_SCHEMECOLOR_INDEX" val="13"/>
  <p:tag name="KSO_WM_UNIT_TEXT_FILL_TYPE" val="1"/>
  <p:tag name="KSO_WM_UNIT_USESOURCEFORMAT_APPLY" val="0"/>
  <p:tag name="KSO_WM_TEMPLATE_INDEX" val="20233280"/>
  <p:tag name="KSO_WM_UNIT_ID" val="custom20233280_1*a*1"/>
  <p:tag name="KSO_WM_UNIT_TEXT_TYPE" val="1"/>
  <p:tag name="KSO_WM_UNIT_PRESET_TEXT" val="单击此处添加标题内容"/>
</p:tagLst>
</file>

<file path=ppt/tags/tag35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0930_4*l_h_f*1_1_1"/>
  <p:tag name="KSO_WM_TEMPLATE_CATEGORY" val="diagram"/>
  <p:tag name="KSO_WM_TEMPLATE_INDEX" val="20230930"/>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UNIT_PRESET_TEXT" val="输入你的智能图形项正文，请尽量言简意赅的阐述观点。"/>
  <p:tag name="KSO_WM_DIAGRAM_MAX_ITEMCNT" val="6"/>
  <p:tag name="KSO_WM_DIAGRAM_MIN_ITEMCNT" val="2"/>
  <p:tag name="KSO_WM_DIAGRAM_VIRTUALLY_FRAME" val="{&quot;height&quot;:393.89788818359375,&quot;width&quot;:392.04827880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3"/>
  <p:tag name="KSO_WM_UNIT_TEXT_FILL_TYPE" val="1"/>
  <p:tag name="KSO_WM_UNIT_USESOURCEFORMAT_APPLY" val="0"/>
</p:tagLst>
</file>

<file path=ppt/tags/tag35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0930_4*l_h_a*1_1_1"/>
  <p:tag name="KSO_WM_TEMPLATE_CATEGORY" val="diagram"/>
  <p:tag name="KSO_WM_TEMPLATE_INDEX" val="20230930"/>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UNIT_PRESET_TEXT" val="添加项标题"/>
  <p:tag name="KSO_WM_UNIT_TEXT_FILL_FORE_SCHEMECOLOR_INDEX" val="5"/>
  <p:tag name="KSO_WM_DIAGRAM_MAX_ITEMCNT" val="6"/>
  <p:tag name="KSO_WM_DIAGRAM_MIN_ITEMCNT" val="2"/>
  <p:tag name="KSO_WM_DIAGRAM_VIRTUALLY_FRAME" val="{&quot;height&quot;:393.89788818359375,&quot;width&quot;:392.04827880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USESOURCEFORMAT_APPLY" val="0"/>
</p:tagLst>
</file>

<file path=ppt/tags/tag35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0930_4*l_h_f*1_2_1"/>
  <p:tag name="KSO_WM_TEMPLATE_CATEGORY" val="diagram"/>
  <p:tag name="KSO_WM_TEMPLATE_INDEX" val="20230930"/>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393.89788818359375,&quot;width&quot;:392.04827880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输入你的智能图形项正文，请尽量言简意赅的阐述观点。"/>
  <p:tag name="KSO_WM_UNIT_TEXT_FILL_FORE_SCHEMECOLOR_INDEX" val="13"/>
  <p:tag name="KSO_WM_UNIT_TEXT_FILL_TYPE" val="1"/>
  <p:tag name="KSO_WM_UNIT_USESOURCEFORMAT_APPLY" val="0"/>
</p:tagLst>
</file>

<file path=ppt/tags/tag36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0930_4*l_h_a*1_2_1"/>
  <p:tag name="KSO_WM_TEMPLATE_CATEGORY" val="diagram"/>
  <p:tag name="KSO_WM_TEMPLATE_INDEX" val="20230930"/>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UNIT_TEXT_FILL_FORE_SCHEMECOLOR_INDEX" val="5"/>
  <p:tag name="KSO_WM_DIAGRAM_MAX_ITEMCNT" val="6"/>
  <p:tag name="KSO_WM_DIAGRAM_MIN_ITEMCNT" val="2"/>
  <p:tag name="KSO_WM_DIAGRAM_VIRTUALLY_FRAME" val="{&quot;height&quot;:393.89788818359375,&quot;width&quot;:392.04827880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项标题"/>
  <p:tag name="KSO_WM_UNIT_TEXT_FILL_TYPE" val="1"/>
  <p:tag name="KSO_WM_UNIT_USESOURCEFORMAT_APPLY" val="0"/>
</p:tagLst>
</file>

<file path=ppt/tags/tag36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0930_4*l_h_f*1_3_1"/>
  <p:tag name="KSO_WM_TEMPLATE_CATEGORY" val="diagram"/>
  <p:tag name="KSO_WM_TEMPLATE_INDEX" val="20230930"/>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393.89788818359375,&quot;width&quot;:392.04827880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输入你的智能图形项正文，请尽量言简意赅的阐述观点。"/>
  <p:tag name="KSO_WM_UNIT_TEXT_FILL_FORE_SCHEMECOLOR_INDEX" val="13"/>
  <p:tag name="KSO_WM_UNIT_TEXT_FILL_TYPE" val="1"/>
  <p:tag name="KSO_WM_UNIT_USESOURCEFORMAT_APPLY" val="0"/>
</p:tagLst>
</file>

<file path=ppt/tags/tag36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0930_4*l_h_a*1_3_1"/>
  <p:tag name="KSO_WM_TEMPLATE_CATEGORY" val="diagram"/>
  <p:tag name="KSO_WM_TEMPLATE_INDEX" val="20230930"/>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UNIT_TEXT_FILL_FORE_SCHEMECOLOR_INDEX" val="5"/>
  <p:tag name="KSO_WM_DIAGRAM_MAX_ITEMCNT" val="6"/>
  <p:tag name="KSO_WM_DIAGRAM_MIN_ITEMCNT" val="2"/>
  <p:tag name="KSO_WM_DIAGRAM_VIRTUALLY_FRAME" val="{&quot;height&quot;:393.89788818359375,&quot;width&quot;:392.04827880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项标题"/>
  <p:tag name="KSO_WM_UNIT_TEXT_FILL_TYPE" val="1"/>
  <p:tag name="KSO_WM_UNIT_USESOURCEFORMAT_APPLY" val="0"/>
</p:tagLst>
</file>

<file path=ppt/tags/tag36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4_1"/>
  <p:tag name="KSO_WM_UNIT_ID" val="diagram20230930_4*l_h_f*1_4_1"/>
  <p:tag name="KSO_WM_TEMPLATE_CATEGORY" val="diagram"/>
  <p:tag name="KSO_WM_TEMPLATE_INDEX" val="20230930"/>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393.89788818359375,&quot;width&quot;:392.04827880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输入你的智能图形项正文，请尽量言简意赅的阐述观点。"/>
  <p:tag name="KSO_WM_UNIT_TEXT_FILL_FORE_SCHEMECOLOR_INDEX" val="13"/>
  <p:tag name="KSO_WM_UNIT_TEXT_FILL_TYPE" val="1"/>
  <p:tag name="KSO_WM_UNIT_USESOURCEFORMAT_APPLY" val="0"/>
</p:tagLst>
</file>

<file path=ppt/tags/tag36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diagram20230930_4*l_h_a*1_4_1"/>
  <p:tag name="KSO_WM_TEMPLATE_CATEGORY" val="diagram"/>
  <p:tag name="KSO_WM_TEMPLATE_INDEX" val="20230930"/>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UNIT_TEXT_FILL_FORE_SCHEMECOLOR_INDEX" val="5"/>
  <p:tag name="KSO_WM_DIAGRAM_MAX_ITEMCNT" val="6"/>
  <p:tag name="KSO_WM_DIAGRAM_MIN_ITEMCNT" val="2"/>
  <p:tag name="KSO_WM_DIAGRAM_VIRTUALLY_FRAME" val="{&quot;height&quot;:393.89788818359375,&quot;width&quot;:392.04827880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项标题"/>
  <p:tag name="KSO_WM_UNIT_TEXT_FILL_TYPE" val="1"/>
  <p:tag name="KSO_WM_UNIT_USESOURCEFORMAT_APPLY" val="0"/>
</p:tagLst>
</file>

<file path=ppt/tags/tag36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5_1"/>
  <p:tag name="KSO_WM_UNIT_ID" val="diagram20230930_4*l_h_f*1_5_1"/>
  <p:tag name="KSO_WM_TEMPLATE_CATEGORY" val="diagram"/>
  <p:tag name="KSO_WM_TEMPLATE_INDEX" val="20230930"/>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393.89788818359375,&quot;width&quot;:392.04827880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输入你的智能图形项正文，请尽量言简意赅的阐述观点。"/>
  <p:tag name="KSO_WM_UNIT_TEXT_FILL_FORE_SCHEMECOLOR_INDEX" val="13"/>
  <p:tag name="KSO_WM_UNIT_TEXT_FILL_TYPE" val="1"/>
  <p:tag name="KSO_WM_UNIT_USESOURCEFORMAT_APPLY" val="0"/>
</p:tagLst>
</file>

<file path=ppt/tags/tag36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5_1"/>
  <p:tag name="KSO_WM_UNIT_ID" val="diagram20230930_4*l_h_a*1_5_1"/>
  <p:tag name="KSO_WM_TEMPLATE_CATEGORY" val="diagram"/>
  <p:tag name="KSO_WM_TEMPLATE_INDEX" val="20230930"/>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UNIT_TEXT_FILL_FORE_SCHEMECOLOR_INDEX" val="5"/>
  <p:tag name="KSO_WM_DIAGRAM_MAX_ITEMCNT" val="6"/>
  <p:tag name="KSO_WM_DIAGRAM_MIN_ITEMCNT" val="2"/>
  <p:tag name="KSO_WM_DIAGRAM_VIRTUALLY_FRAME" val="{&quot;height&quot;:393.89788818359375,&quot;width&quot;:392.04827880859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项标题"/>
  <p:tag name="KSO_WM_UNIT_TEXT_FILL_TYPE" val="1"/>
  <p:tag name="KSO_WM_UNIT_USESOURCEFORMAT_APPLY" val="0"/>
</p:tagLst>
</file>

<file path=ppt/tags/tag367.xml><?xml version="1.0" encoding="utf-8"?>
<p:tagLst xmlns:p="http://schemas.openxmlformats.org/presentationml/2006/main">
  <p:tag name="KSO_WM_BEAUTIFY_FLAG" val="#wm#"/>
  <p:tag name="KSO_WM_TEMPLATE_CATEGORY" val="custom"/>
  <p:tag name="KSO_WM_TEMPLATE_MASTER_TYPE" val="0"/>
  <p:tag name="KSO_WM_TEMPLATE_COLOR_TYPE" val="0"/>
  <p:tag name="KSO_WM_SLIDE_TYPE" val="text"/>
  <p:tag name="KSO_WM_SLIDE_SUBTYPE" val="picTxt"/>
  <p:tag name="KSO_WM_SLIDE_SIZE" val="392*294.35"/>
  <p:tag name="KSO_WM_SLIDE_POSITION" val="481.164*175.9"/>
  <p:tag name="KSO_WM_DIAGRAM_GROUP_CODE" val="l1-1"/>
  <p:tag name="KSO_WM_SLIDE_DIAGTYPE" val="l"/>
  <p:tag name="KSO_WM_SLIDE_LAYOUT" val="a_d_l"/>
  <p:tag name="KSO_WM_SLIDE_LAYOUT_CNT" val="1_1_1"/>
  <p:tag name="KSO_WM_TEMPLATE_INDEX" val="20230266"/>
  <p:tag name="KSO_WM_TEMPLATE_SUBCATEGORY" val="0"/>
  <p:tag name="KSO_WM_SLIDE_INDEX" val="1"/>
  <p:tag name="KSO_WM_TAG_VERSION" val="3.0"/>
  <p:tag name="KSO_WM_SLIDE_ID" val="custom20233280_1"/>
  <p:tag name="KSO_WM_SLIDE_ITEM_CNT" val="3"/>
</p:tagLst>
</file>

<file path=ppt/tags/tag368.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3199_4*a*1"/>
  <p:tag name="KSO_WM_TEMPLATE_CATEGORY" val="diagram"/>
  <p:tag name="KSO_WM_TEMPLATE_INDEX" val="20233199"/>
  <p:tag name="KSO_WM_UNIT_LAYERLEVEL" val="1"/>
  <p:tag name="KSO_WM_TAG_VERSION" val="3.0"/>
  <p:tag name="KSO_WM_BEAUTIFY_FLAG" val="#wm#"/>
  <p:tag name="KSO_WM_DIAGRAM_GROUP_CODE" val="m1-1"/>
  <p:tag name="KSO_WM_UNIT_PRESET_TEXT" val="单击此处添加标题"/>
  <p:tag name="KSO_WM_UNIT_TEXT_TYPE" val="1"/>
  <p:tag name="KSO_WM_UNIT_TEXT_FILL_FORE_SCHEMECOLOR_INDEX" val="13"/>
  <p:tag name="KSO_WM_UNIT_TEXT_FILL_TYPE" val="1"/>
  <p:tag name="KSO_WM_UNIT_USESOURCEFORMAT_APPLY" val="0"/>
</p:tagLst>
</file>

<file path=ppt/tags/tag3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99_2*m_i*1_1"/>
  <p:tag name="KSO_WM_TEMPLATE_CATEGORY" val="diagram"/>
  <p:tag name="KSO_WM_TEMPLATE_INDEX" val="20233199"/>
  <p:tag name="KSO_WM_UNIT_LAYERLEVEL" val="1_1"/>
  <p:tag name="KSO_WM_TAG_VERSION" val="3.0"/>
  <p:tag name="KSO_WM_BEAUTIFY_FLAG" val="#wm#"/>
  <p:tag name="KSO_WM_UNIT_TYPE" val="m_i"/>
  <p:tag name="KSO_WM_UNIT_INDEX" val="1_1"/>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solidLine&quot;:{&quot;brightness&quot;:0,&quot;colorType&quot;:1,&quot;foreColorIndex&quot;:13,&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UNIT_LINE_FILL_TYPE" val="2"/>
  <p:tag name="KSO_WM_UNIT_USESOURCEFORMAT_APPLY" val="0"/>
</p:tagLst>
</file>

<file path=ppt/tags/tag37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1_1"/>
  <p:tag name="KSO_WM_UNIT_ID" val="diagram20233199_2*m_h_f*1_1_1"/>
  <p:tag name="KSO_WM_TEMPLATE_CATEGORY" val="diagram"/>
  <p:tag name="KSO_WM_TEMPLATE_INDEX" val="20233199"/>
  <p:tag name="KSO_WM_UNIT_LAYERLEVEL" val="1_1_1"/>
  <p:tag name="KSO_WM_TAG_VERSION" val="3.0"/>
  <p:tag name="KSO_WM_BEAUTIFY_FLAG" val="#wm#"/>
  <p:tag name="KSO_WM_UNIT_TEXT_FILL_FORE_SCHEMECOLOR_INDEX_BRIGHTNESS" val="0.15"/>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项正文，文字是思想的提炼，请尽量言简意赅的阐述观点。单击此处输入项正文，文字是思想的提炼，请尽量言简意赅的阐述观点。单击输入项正文，文字是思想的提炼"/>
  <p:tag name="KSO_WM_UNIT_TEXT_FILL_FORE_SCHEMECOLOR_INDEX" val="1"/>
  <p:tag name="KSO_WM_UNIT_TEXT_FILL_TYPE" val="1"/>
  <p:tag name="KSO_WM_UNIT_TEXT_TYPE" val="1"/>
  <p:tag name="KSO_WM_UNIT_USESOURCEFORMAT_APPLY" val="0"/>
</p:tagLst>
</file>

<file path=ppt/tags/tag37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1_1"/>
  <p:tag name="KSO_WM_UNIT_ID" val="diagram20233199_2*m_h_a*1_1_1"/>
  <p:tag name="KSO_WM_TEMPLATE_CATEGORY" val="diagram"/>
  <p:tag name="KSO_WM_TEMPLATE_INDEX" val="20233199"/>
  <p:tag name="KSO_WM_UNIT_LAYERLEVEL" val="1_1_1"/>
  <p:tag name="KSO_WM_TAG_VERSION" val="3.0"/>
  <p:tag name="KSO_WM_BEAUTIFY_FLAG" val="#wm#"/>
  <p:tag name="KSO_WM_UNIT_TEXT_FILL_FORE_SCHEMECOLOR_INDEX_BRIGHTNESS" val="0.15"/>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项标题"/>
  <p:tag name="KSO_WM_UNIT_TEXT_FILL_FORE_SCHEMECOLOR_INDEX" val="1"/>
  <p:tag name="KSO_WM_UNIT_TEXT_FILL_TYPE" val="1"/>
  <p:tag name="KSO_WM_UNIT_TEXT_TYPE" val="1"/>
  <p:tag name="KSO_WM_UNIT_USESOURCEFORMAT_APPLY" val="0"/>
</p:tagLst>
</file>

<file path=ppt/tags/tag3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99_2*m_h_x*1_1_1"/>
  <p:tag name="KSO_WM_TEMPLATE_CATEGORY" val="diagram"/>
  <p:tag name="KSO_WM_TEMPLATE_INDEX" val="20233199"/>
  <p:tag name="KSO_WM_UNIT_LAYERLEVEL" val="1_1_1"/>
  <p:tag name="KSO_WM_TAG_VERSION" val="3.0"/>
  <p:tag name="KSO_WM_BEAUTIFY_FLAG" val="#wm#"/>
  <p:tag name="KSO_WM_UNIT_VALUE" val="138*146"/>
  <p:tag name="KSO_WM_UNIT_TYPE" val="m_h_x"/>
  <p:tag name="KSO_WM_UNIT_INDEX" val="1_1_1"/>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UNIT_FILL_TYPE" val="1"/>
  <p:tag name="KSO_WM_UNIT_USESOURCEFORMAT_APPLY" val="0"/>
</p:tagLst>
</file>

<file path=ppt/tags/tag3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99_2*m_h_i*1_1_1"/>
  <p:tag name="KSO_WM_TEMPLATE_CATEGORY" val="diagram"/>
  <p:tag name="KSO_WM_TEMPLATE_INDEX" val="20233199"/>
  <p:tag name="KSO_WM_UNIT_LAYERLEVEL" val="1_1_1"/>
  <p:tag name="KSO_WM_TAG_VERSION" val="3.0"/>
  <p:tag name="KSO_WM_BEAUTIFY_FLAG" val="#wm#"/>
  <p:tag name="KSO_WM_UNIT_TYPE" val="m_h_i"/>
  <p:tag name="KSO_WM_UNIT_INDEX" val="1_1_1"/>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solidLine&quot;:{&quot;brightness&quot;:0,&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4"/>
  <p:tag name="KSO_WM_UNIT_FILL_FORE_SCHEMECOLOR_INDEX_BRIGHTNESS" val="0"/>
  <p:tag name="KSO_WM_UNIT_LINE_FORE_SCHEMECOLOR_INDEX" val="13"/>
  <p:tag name="KSO_WM_UNIT_LINE_FILL_TYPE" val="2"/>
  <p:tag name="KSO_WM_UNIT_TEXT_FILL_FORE_SCHEMECOLOR_INDEX" val="2"/>
  <p:tag name="KSO_WM_UNIT_TEXT_FILL_TYPE" val="1"/>
  <p:tag name="KSO_WM_UNIT_USESOURCEFORMAT_APPLY" val="0"/>
</p:tagLst>
</file>

<file path=ppt/tags/tag3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99_2*m_h_i*1_1_2"/>
  <p:tag name="KSO_WM_TEMPLATE_CATEGORY" val="diagram"/>
  <p:tag name="KSO_WM_TEMPLATE_INDEX" val="20233199"/>
  <p:tag name="KSO_WM_UNIT_LAYERLEVEL" val="1_1_1"/>
  <p:tag name="KSO_WM_TAG_VERSION" val="3.0"/>
  <p:tag name="KSO_WM_BEAUTIFY_FLAG" val="#wm#"/>
  <p:tag name="KSO_WM_UNIT_SUBTYPE" val="d"/>
  <p:tag name="KSO_WM_UNIT_TYPE" val="m_h_i"/>
  <p:tag name="KSO_WM_UNIT_INDEX" val="1_1_2"/>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solidLine&quot;:{&quot;brightness&quot;:0,&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4"/>
  <p:tag name="KSO_WM_UNIT_FILL_FORE_SCHEMECOLOR_INDEX_BRIGHTNESS" val="0"/>
  <p:tag name="KSO_WM_UNIT_LINE_FORE_SCHEMECOLOR_INDEX" val="13"/>
  <p:tag name="KSO_WM_UNIT_TEXT_FILL_FORE_SCHEMECOLOR_INDEX" val="1"/>
  <p:tag name="KSO_WM_UNIT_TEXT_FILL_TYPE" val="1"/>
  <p:tag name="KSO_WM_UNIT_LINE_FILL_TYPE" val="2"/>
  <p:tag name="KSO_WM_UNIT_USESOURCEFORMAT_APPLY" val="0"/>
</p:tagLst>
</file>

<file path=ppt/tags/tag37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2_1"/>
  <p:tag name="KSO_WM_UNIT_ID" val="diagram20233199_2*m_h_f*1_2_1"/>
  <p:tag name="KSO_WM_TEMPLATE_CATEGORY" val="diagram"/>
  <p:tag name="KSO_WM_TEMPLATE_INDEX" val="20233199"/>
  <p:tag name="KSO_WM_UNIT_LAYERLEVEL" val="1_1_1"/>
  <p:tag name="KSO_WM_TAG_VERSION" val="3.0"/>
  <p:tag name="KSO_WM_BEAUTIFY_FLAG" val="#wm#"/>
  <p:tag name="KSO_WM_UNIT_TEXT_FILL_FORE_SCHEMECOLOR_INDEX_BRIGHTNESS" val="0.15"/>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项正文，文字是思想的提炼，请尽量言简意赅的阐述观点。单击此处输入项正文，文字是思想的提炼，请尽量言简意赅的阐述观点。单击输入项正文，文字是思想的提炼"/>
  <p:tag name="KSO_WM_UNIT_TEXT_FILL_FORE_SCHEMECOLOR_INDEX" val="1"/>
  <p:tag name="KSO_WM_UNIT_TEXT_FILL_TYPE" val="1"/>
  <p:tag name="KSO_WM_UNIT_TEXT_TYPE" val="1"/>
  <p:tag name="KSO_WM_UNIT_USESOURCEFORMAT_APPLY" val="0"/>
</p:tagLst>
</file>

<file path=ppt/tags/tag37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2_1"/>
  <p:tag name="KSO_WM_UNIT_ID" val="diagram20233199_2*m_h_a*1_2_1"/>
  <p:tag name="KSO_WM_TEMPLATE_CATEGORY" val="diagram"/>
  <p:tag name="KSO_WM_TEMPLATE_INDEX" val="20233199"/>
  <p:tag name="KSO_WM_UNIT_LAYERLEVEL" val="1_1_1"/>
  <p:tag name="KSO_WM_TAG_VERSION" val="3.0"/>
  <p:tag name="KSO_WM_BEAUTIFY_FLAG" val="#wm#"/>
  <p:tag name="KSO_WM_UNIT_TEXT_FILL_FORE_SCHEMECOLOR_INDEX_BRIGHTNESS" val="0.15"/>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项标题"/>
  <p:tag name="KSO_WM_UNIT_TEXT_FILL_FORE_SCHEMECOLOR_INDEX" val="1"/>
  <p:tag name="KSO_WM_UNIT_TEXT_FILL_TYPE" val="1"/>
  <p:tag name="KSO_WM_UNIT_TEXT_TYPE" val="1"/>
  <p:tag name="KSO_WM_UNIT_USESOURCEFORMAT_APPLY" val="0"/>
</p:tagLst>
</file>

<file path=ppt/tags/tag3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99_2*m_h_i*1_2_1"/>
  <p:tag name="KSO_WM_TEMPLATE_CATEGORY" val="diagram"/>
  <p:tag name="KSO_WM_TEMPLATE_INDEX" val="20233199"/>
  <p:tag name="KSO_WM_UNIT_LAYERLEVEL" val="1_1_1"/>
  <p:tag name="KSO_WM_TAG_VERSION" val="3.0"/>
  <p:tag name="KSO_WM_BEAUTIFY_FLAG" val="#wm#"/>
  <p:tag name="KSO_WM_UNIT_TYPE" val="m_h_i"/>
  <p:tag name="KSO_WM_UNIT_INDEX" val="1_2_1"/>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solidLine&quot;:{&quot;brightness&quot;:0,&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4"/>
  <p:tag name="KSO_WM_UNIT_FILL_FORE_SCHEMECOLOR_INDEX_BRIGHTNESS" val="0"/>
  <p:tag name="KSO_WM_UNIT_LINE_FORE_SCHEMECOLOR_INDEX" val="13"/>
  <p:tag name="KSO_WM_UNIT_LINE_FILL_TYPE" val="2"/>
  <p:tag name="KSO_WM_UNIT_TEXT_FILL_FORE_SCHEMECOLOR_INDEX" val="2"/>
  <p:tag name="KSO_WM_UNIT_TEXT_FILL_TYPE" val="1"/>
  <p:tag name="KSO_WM_UNIT_USESOURCEFORMAT_APPLY" val="0"/>
</p:tagLst>
</file>

<file path=ppt/tags/tag3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99_2*m_h_i*1_2_2"/>
  <p:tag name="KSO_WM_TEMPLATE_CATEGORY" val="diagram"/>
  <p:tag name="KSO_WM_TEMPLATE_INDEX" val="20233199"/>
  <p:tag name="KSO_WM_UNIT_LAYERLEVEL" val="1_1_1"/>
  <p:tag name="KSO_WM_TAG_VERSION" val="3.0"/>
  <p:tag name="KSO_WM_BEAUTIFY_FLAG" val="#wm#"/>
  <p:tag name="KSO_WM_UNIT_SUBTYPE" val="d"/>
  <p:tag name="KSO_WM_UNIT_TYPE" val="m_h_i"/>
  <p:tag name="KSO_WM_UNIT_INDEX" val="1_2_2"/>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solidLine&quot;:{&quot;brightness&quot;:0,&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4"/>
  <p:tag name="KSO_WM_UNIT_FILL_FORE_SCHEMECOLOR_INDEX_BRIGHTNESS" val="0"/>
  <p:tag name="KSO_WM_UNIT_LINE_FORE_SCHEMECOLOR_INDEX" val="13"/>
  <p:tag name="KSO_WM_UNIT_TEXT_FILL_FORE_SCHEMECOLOR_INDEX" val="1"/>
  <p:tag name="KSO_WM_UNIT_TEXT_FILL_TYPE" val="1"/>
  <p:tag name="KSO_WM_UNIT_LINE_FILL_TYPE" val="2"/>
  <p:tag name="KSO_WM_UNIT_USESOURCEFORMAT_APPLY" val="0"/>
</p:tagLst>
</file>

<file path=ppt/tags/tag37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m_h_f"/>
  <p:tag name="KSO_WM_UNIT_INDEX" val="1_3_1"/>
  <p:tag name="KSO_WM_UNIT_ID" val="diagram20233199_2*m_h_f*1_3_1"/>
  <p:tag name="KSO_WM_TEMPLATE_CATEGORY" val="diagram"/>
  <p:tag name="KSO_WM_TEMPLATE_INDEX" val="20233199"/>
  <p:tag name="KSO_WM_UNIT_LAYERLEVEL" val="1_1_1"/>
  <p:tag name="KSO_WM_TAG_VERSION" val="3.0"/>
  <p:tag name="KSO_WM_BEAUTIFY_FLAG" val="#wm#"/>
  <p:tag name="KSO_WM_UNIT_TEXT_FILL_FORE_SCHEMECOLOR_INDEX_BRIGHTNESS" val="0.15"/>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项正文，文字是思想的提炼，请尽量言简意赅的阐述观点。单击此处输入项正文，文字是思想的提炼，请尽量言简意赅的阐述观点。单击输入项正文，文字是思想的提炼"/>
  <p:tag name="KSO_WM_UNIT_TEXT_FILL_FORE_SCHEMECOLOR_INDEX" val="1"/>
  <p:tag name="KSO_WM_UNIT_TEXT_FILL_TYPE" val="1"/>
  <p:tag name="KSO_WM_UNIT_TEXT_TYPE" val="1"/>
  <p:tag name="KSO_WM_UNIT_USESOURCEFORMAT_APPLY" val="0"/>
</p:tagLst>
</file>

<file path=ppt/tags/tag38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m_h_a"/>
  <p:tag name="KSO_WM_UNIT_INDEX" val="1_3_1"/>
  <p:tag name="KSO_WM_UNIT_ID" val="diagram20233199_2*m_h_a*1_3_1"/>
  <p:tag name="KSO_WM_TEMPLATE_CATEGORY" val="diagram"/>
  <p:tag name="KSO_WM_TEMPLATE_INDEX" val="20233199"/>
  <p:tag name="KSO_WM_UNIT_LAYERLEVEL" val="1_1_1"/>
  <p:tag name="KSO_WM_TAG_VERSION" val="3.0"/>
  <p:tag name="KSO_WM_BEAUTIFY_FLAG" val="#wm#"/>
  <p:tag name="KSO_WM_UNIT_TEXT_FILL_FORE_SCHEMECOLOR_INDEX_BRIGHTNESS" val="0.15"/>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项标题"/>
  <p:tag name="KSO_WM_UNIT_TEXT_FILL_FORE_SCHEMECOLOR_INDEX" val="1"/>
  <p:tag name="KSO_WM_UNIT_TEXT_FILL_TYPE" val="1"/>
  <p:tag name="KSO_WM_UNIT_TEXT_TYPE" val="1"/>
  <p:tag name="KSO_WM_UNIT_USESOURCEFORMAT_APPLY" val="0"/>
</p:tagLst>
</file>

<file path=ppt/tags/tag3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99_2*m_h_i*1_3_1"/>
  <p:tag name="KSO_WM_TEMPLATE_CATEGORY" val="diagram"/>
  <p:tag name="KSO_WM_TEMPLATE_INDEX" val="20233199"/>
  <p:tag name="KSO_WM_UNIT_LAYERLEVEL" val="1_1_1"/>
  <p:tag name="KSO_WM_TAG_VERSION" val="3.0"/>
  <p:tag name="KSO_WM_BEAUTIFY_FLAG" val="#wm#"/>
  <p:tag name="KSO_WM_UNIT_TYPE" val="m_h_i"/>
  <p:tag name="KSO_WM_UNIT_INDEX" val="1_3_1"/>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solidLine&quot;:{&quot;brightness&quot;:0,&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4"/>
  <p:tag name="KSO_WM_UNIT_FILL_FORE_SCHEMECOLOR_INDEX_BRIGHTNESS" val="0"/>
  <p:tag name="KSO_WM_UNIT_LINE_FORE_SCHEMECOLOR_INDEX" val="13"/>
  <p:tag name="KSO_WM_UNIT_LINE_FILL_TYPE" val="2"/>
  <p:tag name="KSO_WM_UNIT_TEXT_FILL_FORE_SCHEMECOLOR_INDEX" val="2"/>
  <p:tag name="KSO_WM_UNIT_TEXT_FILL_TYPE" val="1"/>
  <p:tag name="KSO_WM_UNIT_USESOURCEFORMAT_APPLY" val="0"/>
</p:tagLst>
</file>

<file path=ppt/tags/tag3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99_2*m_h_i*1_3_2"/>
  <p:tag name="KSO_WM_TEMPLATE_CATEGORY" val="diagram"/>
  <p:tag name="KSO_WM_TEMPLATE_INDEX" val="20233199"/>
  <p:tag name="KSO_WM_UNIT_LAYERLEVEL" val="1_1_1"/>
  <p:tag name="KSO_WM_TAG_VERSION" val="3.0"/>
  <p:tag name="KSO_WM_BEAUTIFY_FLAG" val="#wm#"/>
  <p:tag name="KSO_WM_UNIT_SUBTYPE" val="d"/>
  <p:tag name="KSO_WM_UNIT_TYPE" val="m_h_i"/>
  <p:tag name="KSO_WM_UNIT_INDEX" val="1_3_2"/>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solidLine&quot;:{&quot;brightness&quot;:0,&quot;colorType&quot;:1,&quot;foreColorIndex&quot;:13,&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4"/>
  <p:tag name="KSO_WM_UNIT_FILL_FORE_SCHEMECOLOR_INDEX_BRIGHTNESS" val="0"/>
  <p:tag name="KSO_WM_UNIT_LINE_FORE_SCHEMECOLOR_INDEX" val="13"/>
  <p:tag name="KSO_WM_UNIT_TEXT_FILL_FORE_SCHEMECOLOR_INDEX" val="1"/>
  <p:tag name="KSO_WM_UNIT_TEXT_FILL_TYPE" val="1"/>
  <p:tag name="KSO_WM_UNIT_LINE_FILL_TYPE" val="2"/>
  <p:tag name="KSO_WM_UNIT_USESOURCEFORMAT_APPLY" val="0"/>
</p:tagLst>
</file>

<file path=ppt/tags/tag3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99_2*m_h_x*1_3_1"/>
  <p:tag name="KSO_WM_TEMPLATE_CATEGORY" val="diagram"/>
  <p:tag name="KSO_WM_TEMPLATE_INDEX" val="20233199"/>
  <p:tag name="KSO_WM_UNIT_LAYERLEVEL" val="1_1_1"/>
  <p:tag name="KSO_WM_TAG_VERSION" val="3.0"/>
  <p:tag name="KSO_WM_BEAUTIFY_FLAG" val="#wm#"/>
  <p:tag name="KSO_WM_UNIT_VALUE" val="140*160"/>
  <p:tag name="KSO_WM_UNIT_TYPE" val="m_h_x"/>
  <p:tag name="KSO_WM_UNIT_INDEX" val="1_3_1"/>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UNIT_FILL_TYPE" val="1"/>
  <p:tag name="KSO_WM_UNIT_USESOURCEFORMAT_APPLY" val="0"/>
</p:tagLst>
</file>

<file path=ppt/tags/tag3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99_2*m_h_x*1_2_1"/>
  <p:tag name="KSO_WM_TEMPLATE_CATEGORY" val="diagram"/>
  <p:tag name="KSO_WM_TEMPLATE_INDEX" val="20233199"/>
  <p:tag name="KSO_WM_UNIT_LAYERLEVEL" val="1_1_1"/>
  <p:tag name="KSO_WM_TAG_VERSION" val="3.0"/>
  <p:tag name="KSO_WM_BEAUTIFY_FLAG" val="#wm#"/>
  <p:tag name="KSO_WM_UNIT_VALUE" val="160*161"/>
  <p:tag name="KSO_WM_UNIT_TYPE" val="m_h_x"/>
  <p:tag name="KSO_WM_UNIT_INDEX" val="1_2_1"/>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TYPE" val="1"/>
  <p:tag name="KSO_WM_UNIT_USESOURCEFORMAT_APPLY" val="0"/>
</p:tagLst>
</file>

<file path=ppt/tags/tag3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99_2*m_i*1_2"/>
  <p:tag name="KSO_WM_TEMPLATE_CATEGORY" val="diagram"/>
  <p:tag name="KSO_WM_TEMPLATE_INDEX" val="20233199"/>
  <p:tag name="KSO_WM_UNIT_LAYERLEVEL" val="1_1"/>
  <p:tag name="KSO_WM_TAG_VERSION" val="3.0"/>
  <p:tag name="KSO_WM_BEAUTIFY_FLAG" val="#wm#"/>
  <p:tag name="KSO_WM_UNIT_TYPE" val="m_i"/>
  <p:tag name="KSO_WM_UNIT_INDEX" val="1_2"/>
  <p:tag name="KSO_WM_DIAGRAM_GROUP_CODE" val="m1-1"/>
  <p:tag name="KSO_WM_DIAGRAM_VERSION" val="3"/>
  <p:tag name="KSO_WM_DIAGRAM_COLOR_TRICK" val="1"/>
  <p:tag name="KSO_WM_DIAGRAM_COLOR_TEXT_CAN_REMOVE" val="n"/>
  <p:tag name="KSO_WM_DIAGRAM_MAX_ITEMCNT" val="5"/>
  <p:tag name="KSO_WM_DIAGRAM_MIN_ITEMCNT" val="2"/>
  <p:tag name="KSO_WM_DIAGRAM_VIRTUALLY_FRAME" val="{&quot;height&quot;:388,&quot;width&quot;:850.64990234375}"/>
  <p:tag name="KSO_WM_DIAGRAM_COLOR_MATCH_VALUE" val="{&quot;shape&quot;:{&quot;fill&quot;:{&quot;type&quot;:0},&quot;glow&quot;:{&quot;colorType&quot;:0},&quot;line&quot;:{&quot;solidLine&quot;:{&quot;brightness&quot;:0,&quot;colorType&quot;:1,&quot;foreColorIndex&quot;:13,&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UNIT_LINE_FILL_TYPE" val="2"/>
  <p:tag name="KSO_WM_UNIT_USESOURCEFORMAT_APPLY" val="0"/>
</p:tagLst>
</file>

<file path=ppt/tags/tag386.xml><?xml version="1.0" encoding="utf-8"?>
<p:tagLst xmlns:p="http://schemas.openxmlformats.org/presentationml/2006/main">
  <p:tag name="KSO_WM_SLIDE_ID" val="diagram20233199_4"/>
  <p:tag name="KSO_WM_TEMPLATE_SUBCATEGORY" val="0"/>
  <p:tag name="KSO_WM_TEMPLATE_MASTER_TYPE" val="0"/>
  <p:tag name="KSO_WM_TEMPLATE_COLOR_TYPE" val="0"/>
  <p:tag name="KSO_WM_SLIDE_ITEM_CNT" val="5"/>
  <p:tag name="KSO_WM_SLIDE_INDEX" val="4"/>
  <p:tag name="KSO_WM_TAG_VERSION" val="3.0"/>
  <p:tag name="KSO_WM_BEAUTIFY_FLAG" val="#wm#"/>
  <p:tag name="KSO_WM_TEMPLATE_CATEGORY" val="custom"/>
  <p:tag name="KSO_WM_TEMPLATE_INDEX" val="20230266"/>
  <p:tag name="KSO_WM_SLIDE_TYPE" val="text"/>
  <p:tag name="KSO_WM_SLIDE_SUBTYPE" val="diag"/>
  <p:tag name="KSO_WM_SLIDE_SIZE" val="850.602*352.416"/>
  <p:tag name="KSO_WM_SLIDE_POSITION" val="54.8*138.464"/>
  <p:tag name="KSO_WM_SLIDE_LAYOUT" val="a_m"/>
  <p:tag name="KSO_WM_SLIDE_LAYOUT_CNT" val="1_1"/>
  <p:tag name="KSO_WM_SPECIAL_SOURCE" val="bdnull"/>
  <p:tag name="KSO_WM_DIAGRAM_GROUP_CODE" val="m1-1"/>
  <p:tag name="KSO_WM_SLIDE_DIAGTYPE" val="m"/>
</p:tagLst>
</file>

<file path=ppt/tags/tag387.xml><?xml version="1.0" encoding="utf-8"?>
<p:tagLst xmlns:p="http://schemas.openxmlformats.org/presentationml/2006/main">
  <p:tag name="KSO_WM_BEAUTIFY_FLAG" val="#wm#"/>
  <p:tag name="KSO_WM_TEMPLATE_CATEGORY" val="custom"/>
  <p:tag name="KSO_WM_TEMPLATE_INDEX" val="20230266"/>
</p:tagLst>
</file>

<file path=ppt/tags/tag388.xml><?xml version="1.0" encoding="utf-8"?>
<p:tagLst xmlns:p="http://schemas.openxmlformats.org/presentationml/2006/main">
  <p:tag name="KSO_WM_BEAUTIFY_FLAG" val="#wm#"/>
  <p:tag name="KSO_WM_TEMPLATE_CATEGORY" val="custom"/>
  <p:tag name="KSO_WM_TEMPLATE_INDEX" val="20230266"/>
</p:tagLst>
</file>

<file path=ppt/tags/tag389.xml><?xml version="1.0" encoding="utf-8"?>
<p:tagLst xmlns:p="http://schemas.openxmlformats.org/presentationml/2006/main">
  <p:tag name="KSO_WM_BEAUTIFY_FLAG" val="#wm#"/>
  <p:tag name="KSO_WM_TEMPLATE_CATEGORY" val="custom"/>
  <p:tag name="KSO_WM_TEMPLATE_INDEX" val="20230266"/>
</p:tagLst>
</file>

<file path=ppt/tags/tag390.xml><?xml version="1.0" encoding="utf-8"?>
<p:tagLst xmlns:p="http://schemas.openxmlformats.org/presentationml/2006/main">
  <p:tag name="KSO_WM_BEAUTIFY_FLAG" val="#wm#"/>
  <p:tag name="KSO_WM_TEMPLATE_CATEGORY" val="custom"/>
  <p:tag name="KSO_WM_TEMPLATE_INDEX" val="20230266"/>
</p:tagLst>
</file>

<file path=ppt/tags/tag391.xml><?xml version="1.0" encoding="utf-8"?>
<p:tagLst xmlns:p="http://schemas.openxmlformats.org/presentationml/2006/main">
  <p:tag name="KSO_WM_BEAUTIFY_FLAG" val="#wm#"/>
  <p:tag name="KSO_WM_TEMPLATE_CATEGORY" val="custom"/>
  <p:tag name="KSO_WM_TEMPLATE_INDEX" val="20230266"/>
</p:tagLst>
</file>

<file path=ppt/tags/tag392.xml><?xml version="1.0" encoding="utf-8"?>
<p:tagLst xmlns:p="http://schemas.openxmlformats.org/presentationml/2006/main">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custom20230266_7*e*1"/>
  <p:tag name="KSO_WM_TEMPLATE_CATEGORY" val="custom"/>
  <p:tag name="KSO_WM_TEMPLATE_INDEX" val="20230266"/>
  <p:tag name="KSO_WM_UNIT_LAYERLEVEL" val="1"/>
  <p:tag name="KSO_WM_TAG_VERSION" val="3.0"/>
  <p:tag name="KSO_WM_BEAUTIFY_FLAG" val="#wm#"/>
  <p:tag name="KSO_WM_UNIT_CONTENT_GROUP_TYPE" val="contentchip"/>
</p:tagLst>
</file>

<file path=ppt/tags/tag39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66_7*a*1"/>
  <p:tag name="KSO_WM_TEMPLATE_CATEGORY" val="custom"/>
  <p:tag name="KSO_WM_TEMPLATE_INDEX" val="20230266"/>
  <p:tag name="KSO_WM_UNIT_LAYERLEVEL" val="1"/>
  <p:tag name="KSO_WM_TAG_VERSION" val="3.0"/>
  <p:tag name="KSO_WM_BEAUTIFY_FLAG" val="#wm#"/>
  <p:tag name="KSO_WM_UNIT_CONTENT_GROUP_TYPE" val="contentchip"/>
  <p:tag name="KSO_WM_UNIT_PRESET_TEXT" val="添加章节标题"/>
  <p:tag name="KSO_WM_UNIT_TEXT_TYPE" val="1"/>
</p:tagLst>
</file>

<file path=ppt/tags/tag394.xml><?xml version="1.0" encoding="utf-8"?>
<p:tagLst xmlns:p="http://schemas.openxmlformats.org/presentationml/2006/main">
  <p:tag name="KSO_WM_SLIDE_ID" val="custom20230266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0266"/>
  <p:tag name="KSO_WM_SLIDE_TYPE" val="sectionTitle"/>
  <p:tag name="KSO_WM_SLIDE_SUBTYPE" val="pureTxt"/>
  <p:tag name="KSO_WM_SLIDE_LAYOUT" val="a_e"/>
  <p:tag name="KSO_WM_SLIDE_LAYOUT_CNT" val="1_1"/>
  <p:tag name="KSO_WM_SPECIAL_SOURCE" val="bdnull"/>
  <p:tag name="KSO_WM_SLIDE_CONTENT_AREA" val="{&quot;left&quot;:&quot;48.9&quot;,&quot;top&quot;:&quot;272.1&quot;,&quot;width&quot;:&quot;514.45&quot;,&quot;height&quot;:&quot;209.2&quot;}"/>
</p:tagLst>
</file>

<file path=ppt/tags/tag395.xml><?xml version="1.0" encoding="utf-8"?>
<p:tagLst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3128_1*a*1"/>
  <p:tag name="KSO_WM_TEMPLATE_CATEGORY" val="diagram"/>
  <p:tag name="KSO_WM_TEMPLATE_INDEX" val="20233128"/>
  <p:tag name="KSO_WM_UNIT_LAYERLEVEL" val="1"/>
  <p:tag name="KSO_WM_TAG_VERSION" val="3.0"/>
  <p:tag name="KSO_WM_BEAUTIFY_FLAG" val="#wm#"/>
  <p:tag name="KSO_WM_UNIT_PRESET_TEXT" val="单击此处添加标题"/>
  <p:tag name="KSO_WM_UNIT_TEXT_TYPE" val="1"/>
  <p:tag name="KSO_WM_UNIT_TEXT_FILL_FORE_SCHEMECOLOR_INDEX" val="13"/>
  <p:tag name="KSO_WM_UNIT_TEXT_FILL_TYPE" val="1"/>
  <p:tag name="KSO_WM_UNIT_USESOURCEFORMAT_APPLY" val="0"/>
</p:tagLst>
</file>

<file path=ppt/tags/tag3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28_3*l_h_i*1_1_1"/>
  <p:tag name="KSO_WM_TEMPLATE_CATEGORY" val="diagram"/>
  <p:tag name="KSO_WM_TEMPLATE_INDEX" val="20233128"/>
  <p:tag name="KSO_WM_UNIT_LAYERLEVEL" val="1_1_1"/>
  <p:tag name="KSO_WM_TAG_VERSION" val="3.0"/>
  <p:tag name="KSO_WM_BEAUTIFY_FLAG" val="#wm#"/>
  <p:tag name="KSO_WM_DIAGRAM_GROUP_CODE" val="l1-1"/>
  <p:tag name="KSO_WM_UNIT_TYPE" val="l_h_i"/>
  <p:tag name="KSO_WM_UNIT_INDEX" val="1_1_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solid&quot;:{&quot;brightness&quot;:0.8999999761581421,&quot;colorType&quot;:1,&quot;foreColorIndex&quot;:5,&quot;transparency&quot;:0},&quot;type&quot;:1},&quot;glow&quot;:{&quot;colorType&quot;:0},&quot;line&quot;:{&quot;type&quot;:0},&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9"/>
  <p:tag name="KSO_WM_UNIT_SHADOW_SCHEMECOLOR_INDEX" val="5"/>
  <p:tag name="KSO_WM_UNIT_TEXT_FILL_FORE_SCHEMECOLOR_INDEX" val="2"/>
  <p:tag name="KSO_WM_UNIT_TEXT_FILL_TYPE" val="1"/>
  <p:tag name="KSO_WM_UNIT_USESOURCEFORMAT_APPLY" val="0"/>
</p:tagLst>
</file>

<file path=ppt/tags/tag3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28_3*l_h_d*1_1_1"/>
  <p:tag name="KSO_WM_TEMPLATE_CATEGORY" val="diagram"/>
  <p:tag name="KSO_WM_TEMPLATE_INDEX" val="20233128"/>
  <p:tag name="KSO_WM_UNIT_LAYERLEVEL" val="1_1_1"/>
  <p:tag name="KSO_WM_TAG_VERSION" val="3.0"/>
  <p:tag name="KSO_WM_BEAUTIFY_FLAG" val="#wm#"/>
  <p:tag name="KSO_WM_UNIT_VALUE" val="501*727"/>
  <p:tag name="KSO_WM_DIAGRAM_GROUP_CODE" val="l1-1"/>
  <p:tag name="KSO_WM_UNIT_TYPE" val="l_h_d"/>
  <p:tag name="KSO_WM_UNIT_INDEX" val="1_1_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MH_PIC_SOURCE_TYPE" val="generate_slide_ai*VCG211239164330*ai_v1.7.4.241014_ONLINE*1730696277910_110.168_d6d1d5f3a443-slide-12"/>
  <p:tag name="KSO_WM_UNIT_LINE_FILL_TYPE" val="2"/>
  <p:tag name="KSO_WM_UNIT_USESOURCEFORMAT_APPLY" val="0"/>
</p:tagLst>
</file>

<file path=ppt/tags/tag39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3128_3*l_h_f*1_1_1"/>
  <p:tag name="KSO_WM_TEMPLATE_CATEGORY" val="diagram"/>
  <p:tag name="KSO_WM_TEMPLATE_INDEX" val="20233128"/>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单击此处输入您的项正文，文字是您思想的提炼，请尽量言简意赅的阐述观点"/>
  <p:tag name="KSO_WM_UNIT_TEXT_TYPE" val="1"/>
  <p:tag name="KSO_WM_UNIT_USESOURCEFORMAT_APPLY" val="0"/>
</p:tagLst>
</file>

<file path=ppt/tags/tag39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3128_3*l_h_a*1_1_1"/>
  <p:tag name="KSO_WM_TEMPLATE_CATEGORY" val="diagram"/>
  <p:tag name="KSO_WM_TEMPLATE_INDEX" val="20233128"/>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UNIT_TEXT_TYPE" val="1"/>
  <p:tag name="KSO_WM_UNIT_USESOURCEFORMAT_APPLY" val="0"/>
</p:tagLst>
</file>

<file path=ppt/tags/tag4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28_3*l_h_i*1_1_2"/>
  <p:tag name="KSO_WM_TEMPLATE_CATEGORY" val="diagram"/>
  <p:tag name="KSO_WM_TEMPLATE_INDEX" val="20233128"/>
  <p:tag name="KSO_WM_UNIT_LAYERLEVEL" val="1_1_1"/>
  <p:tag name="KSO_WM_TAG_VERSION" val="3.0"/>
  <p:tag name="KSO_WM_BEAUTIFY_FLAG" val="#wm#"/>
  <p:tag name="KSO_WM_DIAGRAM_GROUP_CODE" val="l1-1"/>
  <p:tag name="KSO_WM_UNIT_TYPE" val="l_h_i"/>
  <p:tag name="KSO_WM_UNIT_INDEX" val="1_1_2"/>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0"/>
</p:tagLst>
</file>

<file path=ppt/tags/tag4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28_3*l_h_i*1_3_1"/>
  <p:tag name="KSO_WM_TEMPLATE_CATEGORY" val="diagram"/>
  <p:tag name="KSO_WM_TEMPLATE_INDEX" val="20233128"/>
  <p:tag name="KSO_WM_UNIT_LAYERLEVEL" val="1_1_1"/>
  <p:tag name="KSO_WM_TAG_VERSION" val="3.0"/>
  <p:tag name="KSO_WM_BEAUTIFY_FLAG" val="#wm#"/>
  <p:tag name="KSO_WM_DIAGRAM_GROUP_CODE" val="l1-1"/>
  <p:tag name="KSO_WM_UNIT_TYPE" val="l_h_i"/>
  <p:tag name="KSO_WM_UNIT_INDEX" val="1_3_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solid&quot;:{&quot;brightness&quot;:0.8999999761581421,&quot;colorType&quot;:1,&quot;foreColorIndex&quot;:5,&quot;transparency&quot;:0},&quot;type&quot;:1},&quot;glow&quot;:{&quot;colorType&quot;:0},&quot;line&quot;:{&quot;type&quot;:0},&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9"/>
  <p:tag name="KSO_WM_UNIT_SHADOW_SCHEMECOLOR_INDEX" val="5"/>
  <p:tag name="KSO_WM_UNIT_TEXT_FILL_FORE_SCHEMECOLOR_INDEX" val="2"/>
  <p:tag name="KSO_WM_UNIT_TEXT_FILL_TYPE" val="1"/>
  <p:tag name="KSO_WM_UNIT_USESOURCEFORMAT_APPLY" val="0"/>
</p:tagLst>
</file>

<file path=ppt/tags/tag4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28_3*l_h_d*1_3_1"/>
  <p:tag name="KSO_WM_TEMPLATE_CATEGORY" val="diagram"/>
  <p:tag name="KSO_WM_TEMPLATE_INDEX" val="20233128"/>
  <p:tag name="KSO_WM_UNIT_LAYERLEVEL" val="1_1_1"/>
  <p:tag name="KSO_WM_TAG_VERSION" val="3.0"/>
  <p:tag name="KSO_WM_BEAUTIFY_FLAG" val="#wm#"/>
  <p:tag name="KSO_WM_UNIT_VALUE" val="501*727"/>
  <p:tag name="KSO_WM_DIAGRAM_GROUP_CODE" val="l1-1"/>
  <p:tag name="KSO_WM_UNIT_TYPE" val="l_h_d"/>
  <p:tag name="KSO_WM_UNIT_INDEX" val="1_3_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MH_PIC_SOURCE_TYPE" val="generate_slide_ai*VCG41N1005048280*ai_v1.7.4.241014_ONLINE*1730696277910_110.168_d6d1d5f3a443-slide-12"/>
  <p:tag name="KSO_WM_UNIT_LINE_FILL_TYPE" val="2"/>
  <p:tag name="KSO_WM_UNIT_USESOURCEFORMAT_APPLY" val="0"/>
</p:tagLst>
</file>

<file path=ppt/tags/tag40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3128_3*l_h_f*1_3_1"/>
  <p:tag name="KSO_WM_TEMPLATE_CATEGORY" val="diagram"/>
  <p:tag name="KSO_WM_TEMPLATE_INDEX" val="20233128"/>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单击此处输入您的项正文，文字是您思想的提炼，请尽量言简意赅的阐述观点"/>
  <p:tag name="KSO_WM_UNIT_TEXT_TYPE" val="1"/>
  <p:tag name="KSO_WM_UNIT_USESOURCEFORMAT_APPLY" val="0"/>
</p:tagLst>
</file>

<file path=ppt/tags/tag40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3128_3*l_h_a*1_3_1"/>
  <p:tag name="KSO_WM_TEMPLATE_CATEGORY" val="diagram"/>
  <p:tag name="KSO_WM_TEMPLATE_INDEX" val="20233128"/>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UNIT_TEXT_TYPE" val="1"/>
  <p:tag name="KSO_WM_UNIT_USESOURCEFORMAT_APPLY" val="0"/>
</p:tagLst>
</file>

<file path=ppt/tags/tag4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28_3*l_h_i*1_3_2"/>
  <p:tag name="KSO_WM_TEMPLATE_CATEGORY" val="diagram"/>
  <p:tag name="KSO_WM_TEMPLATE_INDEX" val="20233128"/>
  <p:tag name="KSO_WM_UNIT_LAYERLEVEL" val="1_1_1"/>
  <p:tag name="KSO_WM_TAG_VERSION" val="3.0"/>
  <p:tag name="KSO_WM_BEAUTIFY_FLAG" val="#wm#"/>
  <p:tag name="KSO_WM_DIAGRAM_GROUP_CODE" val="l1-1"/>
  <p:tag name="KSO_WM_UNIT_TYPE" val="l_h_i"/>
  <p:tag name="KSO_WM_UNIT_INDEX" val="1_3_2"/>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0"/>
</p:tagLst>
</file>

<file path=ppt/tags/tag4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28_3*l_h_i*1_2_1"/>
  <p:tag name="KSO_WM_TEMPLATE_CATEGORY" val="diagram"/>
  <p:tag name="KSO_WM_TEMPLATE_INDEX" val="20233128"/>
  <p:tag name="KSO_WM_UNIT_LAYERLEVEL" val="1_1_1"/>
  <p:tag name="KSO_WM_TAG_VERSION" val="3.0"/>
  <p:tag name="KSO_WM_BEAUTIFY_FLAG" val="#wm#"/>
  <p:tag name="KSO_WM_DIAGRAM_GROUP_CODE" val="l1-1"/>
  <p:tag name="KSO_WM_UNIT_TYPE" val="l_h_i"/>
  <p:tag name="KSO_WM_UNIT_INDEX" val="1_2_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solid&quot;:{&quot;brightness&quot;:0.8999999761581421,&quot;colorType&quot;:1,&quot;foreColorIndex&quot;:5,&quot;transparency&quot;:0},&quot;type&quot;:1},&quot;glow&quot;:{&quot;colorType&quot;:0},&quot;line&quot;:{&quot;type&quot;:0},&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9"/>
  <p:tag name="KSO_WM_UNIT_SHADOW_SCHEMECOLOR_INDEX" val="5"/>
  <p:tag name="KSO_WM_UNIT_TEXT_FILL_FORE_SCHEMECOLOR_INDEX" val="2"/>
  <p:tag name="KSO_WM_UNIT_TEXT_FILL_TYPE" val="1"/>
  <p:tag name="KSO_WM_UNIT_USESOURCEFORMAT_APPLY" val="0"/>
</p:tagLst>
</file>

<file path=ppt/tags/tag40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3128_3*l_h_f*1_2_1"/>
  <p:tag name="KSO_WM_TEMPLATE_CATEGORY" val="diagram"/>
  <p:tag name="KSO_WM_TEMPLATE_INDEX" val="20233128"/>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单击此处输入您的项正文，文字是您思想的提炼，请尽量言简意赅的阐述观点"/>
  <p:tag name="KSO_WM_UNIT_TEXT_TYPE" val="1"/>
  <p:tag name="KSO_WM_UNIT_USESOURCEFORMAT_APPLY" val="0"/>
</p:tagLst>
</file>

<file path=ppt/tags/tag40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3128_3*l_h_a*1_2_1"/>
  <p:tag name="KSO_WM_TEMPLATE_CATEGORY" val="diagram"/>
  <p:tag name="KSO_WM_TEMPLATE_INDEX" val="20233128"/>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UNIT_TEXT_TYPE" val="1"/>
  <p:tag name="KSO_WM_UNIT_USESOURCEFORMAT_APPLY" val="0"/>
</p:tagLst>
</file>

<file path=ppt/tags/tag4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28_3*l_h_i*1_2_2"/>
  <p:tag name="KSO_WM_TEMPLATE_CATEGORY" val="diagram"/>
  <p:tag name="KSO_WM_TEMPLATE_INDEX" val="20233128"/>
  <p:tag name="KSO_WM_UNIT_LAYERLEVEL" val="1_1_1"/>
  <p:tag name="KSO_WM_TAG_VERSION" val="3.0"/>
  <p:tag name="KSO_WM_BEAUTIFY_FLAG" val="#wm#"/>
  <p:tag name="KSO_WM_DIAGRAM_GROUP_CODE" val="l1-1"/>
  <p:tag name="KSO_WM_UNIT_TYPE" val="l_h_i"/>
  <p:tag name="KSO_WM_UNIT_INDEX" val="1_2_2"/>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0"/>
</p:tagLst>
</file>

<file path=ppt/tags/tag4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28_3*l_h_i*1_4_1"/>
  <p:tag name="KSO_WM_TEMPLATE_CATEGORY" val="diagram"/>
  <p:tag name="KSO_WM_TEMPLATE_INDEX" val="20233128"/>
  <p:tag name="KSO_WM_UNIT_LAYERLEVEL" val="1_1_1"/>
  <p:tag name="KSO_WM_TAG_VERSION" val="3.0"/>
  <p:tag name="KSO_WM_BEAUTIFY_FLAG" val="#wm#"/>
  <p:tag name="KSO_WM_DIAGRAM_GROUP_CODE" val="l1-1"/>
  <p:tag name="KSO_WM_UNIT_TYPE" val="l_h_i"/>
  <p:tag name="KSO_WM_UNIT_INDEX" val="1_4_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solid&quot;:{&quot;brightness&quot;:0.8999999761581421,&quot;colorType&quot;:1,&quot;foreColorIndex&quot;:5,&quot;transparency&quot;:0},&quot;type&quot;:1},&quot;glow&quot;:{&quot;colorType&quot;:0},&quot;line&quot;:{&quot;type&quot;:0},&quot;shadow&quot;:{&quot;brightness&quot;:0,&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9"/>
  <p:tag name="KSO_WM_UNIT_SHADOW_SCHEMECOLOR_INDEX" val="5"/>
  <p:tag name="KSO_WM_UNIT_TEXT_FILL_FORE_SCHEMECOLOR_INDEX" val="2"/>
  <p:tag name="KSO_WM_UNIT_TEXT_FILL_TYPE" val="1"/>
  <p:tag name="KSO_WM_UNIT_USESOURCEFORMAT_APPLY" val="0"/>
</p:tagLst>
</file>

<file path=ppt/tags/tag4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28_3*l_h_d*1_4_1"/>
  <p:tag name="KSO_WM_TEMPLATE_CATEGORY" val="diagram"/>
  <p:tag name="KSO_WM_TEMPLATE_INDEX" val="20233128"/>
  <p:tag name="KSO_WM_UNIT_LAYERLEVEL" val="1_1_1"/>
  <p:tag name="KSO_WM_TAG_VERSION" val="3.0"/>
  <p:tag name="KSO_WM_BEAUTIFY_FLAG" val="#wm#"/>
  <p:tag name="KSO_WM_UNIT_VALUE" val="501*727"/>
  <p:tag name="KSO_WM_DIAGRAM_GROUP_CODE" val="l1-1"/>
  <p:tag name="KSO_WM_UNIT_TYPE" val="l_h_d"/>
  <p:tag name="KSO_WM_UNIT_INDEX" val="1_4_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MH_PIC_SOURCE_TYPE" val="generate_slide_ai*VCG41N810782894*ai_v1.7.4.241014_ONLINE*1730696277910_110.168_d6d1d5f3a443-slide-12"/>
  <p:tag name="KSO_WM_UNIT_LINE_FILL_TYPE" val="2"/>
  <p:tag name="KSO_WM_UNIT_USESOURCEFORMAT_APPLY" val="0"/>
</p:tagLst>
</file>

<file path=ppt/tags/tag41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4_1"/>
  <p:tag name="KSO_WM_UNIT_ID" val="diagram20233128_3*l_h_f*1_4_1"/>
  <p:tag name="KSO_WM_TEMPLATE_CATEGORY" val="diagram"/>
  <p:tag name="KSO_WM_TEMPLATE_INDEX" val="20233128"/>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单击此处输入您的项正文，文字是您思想的提炼，请尽量言简意赅的阐述观点"/>
  <p:tag name="KSO_WM_UNIT_TEXT_TYPE" val="1"/>
  <p:tag name="KSO_WM_UNIT_USESOURCEFORMAT_APPLY" val="0"/>
</p:tagLst>
</file>

<file path=ppt/tags/tag41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diagram20233128_3*l_h_a*1_4_1"/>
  <p:tag name="KSO_WM_TEMPLATE_CATEGORY" val="diagram"/>
  <p:tag name="KSO_WM_TEMPLATE_INDEX" val="20233128"/>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UNIT_TEXT_TYPE" val="1"/>
  <p:tag name="KSO_WM_UNIT_USESOURCEFORMAT_APPLY" val="0"/>
</p:tagLst>
</file>

<file path=ppt/tags/tag4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28_3*l_h_i*1_4_2"/>
  <p:tag name="KSO_WM_TEMPLATE_CATEGORY" val="diagram"/>
  <p:tag name="KSO_WM_TEMPLATE_INDEX" val="20233128"/>
  <p:tag name="KSO_WM_UNIT_LAYERLEVEL" val="1_1_1"/>
  <p:tag name="KSO_WM_TAG_VERSION" val="3.0"/>
  <p:tag name="KSO_WM_BEAUTIFY_FLAG" val="#wm#"/>
  <p:tag name="KSO_WM_DIAGRAM_GROUP_CODE" val="l1-1"/>
  <p:tag name="KSO_WM_UNIT_TYPE" val="l_h_i"/>
  <p:tag name="KSO_WM_UNIT_INDEX" val="1_4_2"/>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0"/>
</p:tagLst>
</file>

<file path=ppt/tags/tag4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128_3*l_h_d*1_2_1"/>
  <p:tag name="KSO_WM_TEMPLATE_CATEGORY" val="diagram"/>
  <p:tag name="KSO_WM_TEMPLATE_INDEX" val="20233128"/>
  <p:tag name="KSO_WM_UNIT_LAYERLEVEL" val="1_1_1"/>
  <p:tag name="KSO_WM_TAG_VERSION" val="3.0"/>
  <p:tag name="KSO_WM_BEAUTIFY_FLAG" val="#wm#"/>
  <p:tag name="KSO_WM_DIAGRAM_GROUP_CODE" val="l1-1"/>
  <p:tag name="KSO_WM_UNIT_TYPE" val="l_h_d"/>
  <p:tag name="KSO_WM_UNIT_INDEX" val="1_2_1"/>
  <p:tag name="KSO_WM_DIAGRAM_VERSION" val="3"/>
  <p:tag name="KSO_WM_DIAGRAM_COLOR_TRICK" val="1"/>
  <p:tag name="KSO_WM_DIAGRAM_COLOR_TEXT_CAN_REMOVE" val="n"/>
  <p:tag name="KSO_WM_DIAGRAM_MAX_ITEMCNT" val="4"/>
  <p:tag name="KSO_WM_DIAGRAM_MIN_ITEMCNT" val="2"/>
  <p:tag name="KSO_WM_DIAGRAM_VIRTUALLY_FRAME" val="{&quot;height&quot;:295.48858642578125,&quot;width&quot;:850.4000244140625}"/>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VALUE" val="501*727"/>
  <p:tag name="KSO_WM_UNIT_LINE_FORE_SCHEMECOLOR_INDEX" val="13"/>
  <p:tag name="MH_PIC_SOURCE_TYPE" val="generate_slide_ai*VCG41N1338721505*ai_v1.7.4.241014_ONLINE*1730696277910_110.168_d6d1d5f3a443-slide-12"/>
  <p:tag name="KSO_WM_UNIT_LINE_FILL_TYPE" val="2"/>
  <p:tag name="KSO_WM_UNIT_USESOURCEFORMAT_APPLY" val="0"/>
</p:tagLst>
</file>

<file path=ppt/tags/tag416.xml><?xml version="1.0" encoding="utf-8"?>
<p:tagLst xmlns:p="http://schemas.openxmlformats.org/presentationml/2006/main">
  <p:tag name="KSO_WM_SLIDE_ID" val="diagram20233128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custom"/>
  <p:tag name="KSO_WM_TEMPLATE_INDEX" val="20230266"/>
  <p:tag name="KSO_WM_SLIDE_TYPE" val="text"/>
  <p:tag name="KSO_WM_SLIDE_SUBTYPE" val="diag"/>
  <p:tag name="KSO_WM_SLIDE_SIZE" val="850.4*282.359"/>
  <p:tag name="KSO_WM_SLIDE_POSITION" val="54.8*150.995"/>
  <p:tag name="KSO_WM_SLIDE_LAYOUT" val="a_l"/>
  <p:tag name="KSO_WM_SLIDE_LAYOUT_CNT" val="1_1"/>
  <p:tag name="KSO_WM_SPECIAL_SOURCE" val="bdnull"/>
  <p:tag name="KSO_WM_DIAGRAM_GROUP_CODE" val="l1-1"/>
  <p:tag name="KSO_WM_SLIDE_DIAGTYPE" val="l"/>
</p:tagLst>
</file>

<file path=ppt/tags/tag41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1967_3*a*1"/>
  <p:tag name="KSO_WM_TEMPLATE_CATEGORY" val="diagram"/>
  <p:tag name="KSO_WM_TEMPLATE_INDEX" val="20231967"/>
  <p:tag name="KSO_WM_UNIT_LAYERLEVEL" val="1"/>
  <p:tag name="KSO_WM_TAG_VERSION" val="3.0"/>
  <p:tag name="KSO_WM_BEAUTIFY_FLAG" val="#wm#"/>
  <p:tag name="KSO_WM_UNIT_PRESET_TEXT" val="单击此处添加标题"/>
  <p:tag name="KSO_WM_UNIT_TEXT_TYPE" val="1"/>
  <p:tag name="KSO_WM_UNIT_TEXT_FILL_FORE_SCHEMECOLOR_INDEX" val="13"/>
  <p:tag name="KSO_WM_UNIT_TEXT_FILL_TYPE" val="1"/>
  <p:tag name="KSO_WM_UNIT_USESOURCEFORMAT_APPLY" val="0"/>
</p:tagLst>
</file>

<file path=ppt/tags/tag418.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967_2*l_h_f*1_1_1"/>
  <p:tag name="KSO_WM_TEMPLATE_CATEGORY" val="diagram"/>
  <p:tag name="KSO_WM_TEMPLATE_INDEX" val="20231967"/>
  <p:tag name="KSO_WM_UNIT_LAYERLEVEL" val="1_1_1"/>
  <p:tag name="KSO_WM_TAG_VERSION" val="3.0"/>
  <p:tag name="KSO_WM_BEAUTIFY_FLAG" val="#wm#"/>
  <p:tag name="KSO_WM_UNIT_VALUE" val="132"/>
  <p:tag name="KSO_WM_DIAGRAM_MAX_ITEMCNT" val="4"/>
  <p:tag name="KSO_WM_DIAGRAM_MIN_ITEMCNT" val="2"/>
  <p:tag name="KSO_WM_DIAGRAM_VIRTUALLY_FRAME" val="{&quot;height&quot;:372.13134765625,&quot;left&quot;:97.73582677165355,&quot;top&quot;:116.22357814037896,&quot;width&quot;:780.272913385826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添加文本具体内容，简明扼要地阐述您的观点。根据需要可酌情增减文字，以便观者准确地理解您传达的思想。单击此处添加文本具体内容，简明扼要地阐述您的观点，根据需要可增减文字。"/>
  <p:tag name="KSO_WM_UNIT_TEXT_TYPE" val="1"/>
  <p:tag name="KSO_WM_UNIT_USESOURCEFORMAT_APPLY" val="0"/>
</p:tagLst>
</file>

<file path=ppt/tags/tag419.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1967_2*l_h_a*1_1_1"/>
  <p:tag name="KSO_WM_TEMPLATE_CATEGORY" val="diagram"/>
  <p:tag name="KSO_WM_TEMPLATE_INDEX" val="20231967"/>
  <p:tag name="KSO_WM_UNIT_LAYERLEVEL" val="1_1_1"/>
  <p:tag name="KSO_WM_TAG_VERSION" val="3.0"/>
  <p:tag name="KSO_WM_BEAUTIFY_FLAG" val="#wm#"/>
  <p:tag name="KSO_WM_UNIT_VALUE" val="39"/>
  <p:tag name="KSO_WM_DIAGRAM_MAX_ITEMCNT" val="4"/>
  <p:tag name="KSO_WM_DIAGRAM_MIN_ITEMCNT" val="2"/>
  <p:tag name="KSO_WM_DIAGRAM_VIRTUALLY_FRAME" val="{&quot;height&quot;:372.13134765625,&quot;left&quot;:97.73582677165355,&quot;top&quot;:116.22357814037896,&quot;width&quot;:780.272913385826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添加标题"/>
  <p:tag name="KSO_WM_UNIT_TEXT_TYPE" val="1"/>
  <p:tag name="KSO_WM_UNIT_USESOURCEFORMAT_APPLY" val="0"/>
</p:tagLst>
</file>

<file path=ppt/tags/tag42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1967_2*l_h_i*1_1_1"/>
  <p:tag name="KSO_WM_TEMPLATE_CATEGORY" val="diagram"/>
  <p:tag name="KSO_WM_TEMPLATE_INDEX" val="20231967"/>
  <p:tag name="KSO_WM_UNIT_LAYERLEVEL" val="1_1_1"/>
  <p:tag name="KSO_WM_TAG_VERSION" val="3.0"/>
  <p:tag name="KSO_WM_BEAUTIFY_FLAG" val="#wm#"/>
  <p:tag name="KSO_WM_DIAGRAM_MAX_ITEMCNT" val="4"/>
  <p:tag name="KSO_WM_DIAGRAM_MIN_ITEMCNT" val="2"/>
  <p:tag name="KSO_WM_DIAGRAM_VIRTUALLY_FRAME" val="{&quot;height&quot;:372.13134765625,&quot;left&quot;:97.73582677165355,&quot;top&quot;:116.22357814037896,&quot;width&quot;:780.2729133858268}"/>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421.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967_2*l_h_f*1_2_1"/>
  <p:tag name="KSO_WM_TEMPLATE_CATEGORY" val="diagram"/>
  <p:tag name="KSO_WM_TEMPLATE_INDEX" val="20231967"/>
  <p:tag name="KSO_WM_UNIT_LAYERLEVEL" val="1_1_1"/>
  <p:tag name="KSO_WM_TAG_VERSION" val="3.0"/>
  <p:tag name="KSO_WM_BEAUTIFY_FLAG" val="#wm#"/>
  <p:tag name="KSO_WM_UNIT_VALUE" val="132"/>
  <p:tag name="KSO_WM_DIAGRAM_MAX_ITEMCNT" val="4"/>
  <p:tag name="KSO_WM_DIAGRAM_MIN_ITEMCNT" val="2"/>
  <p:tag name="KSO_WM_DIAGRAM_VIRTUALLY_FRAME" val="{&quot;height&quot;:372.13134765625,&quot;left&quot;:97.73582677165355,&quot;top&quot;:116.22357814037896,&quot;width&quot;:780.272913385826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添加文本具体内容，简明扼要地阐述您的观点。根据需要可酌情增减文字，以便观者准确地理解您传达的思想。单击此处添加文本具体内容，简明扼要地阐述您的观点，根据需要可增减文字。"/>
  <p:tag name="KSO_WM_UNIT_TEXT_TYPE" val="1"/>
  <p:tag name="KSO_WM_UNIT_USESOURCEFORMAT_APPLY" val="0"/>
</p:tagLst>
</file>

<file path=ppt/tags/tag422.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1967_2*l_h_a*1_2_1"/>
  <p:tag name="KSO_WM_TEMPLATE_CATEGORY" val="diagram"/>
  <p:tag name="KSO_WM_TEMPLATE_INDEX" val="20231967"/>
  <p:tag name="KSO_WM_UNIT_LAYERLEVEL" val="1_1_1"/>
  <p:tag name="KSO_WM_TAG_VERSION" val="3.0"/>
  <p:tag name="KSO_WM_BEAUTIFY_FLAG" val="#wm#"/>
  <p:tag name="KSO_WM_UNIT_VALUE" val="39"/>
  <p:tag name="KSO_WM_DIAGRAM_MAX_ITEMCNT" val="4"/>
  <p:tag name="KSO_WM_DIAGRAM_MIN_ITEMCNT" val="2"/>
  <p:tag name="KSO_WM_DIAGRAM_VIRTUALLY_FRAME" val="{&quot;height&quot;:372.13134765625,&quot;left&quot;:97.73582677165355,&quot;top&quot;:116.22357814037896,&quot;width&quot;:780.272913385826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添加标题"/>
  <p:tag name="KSO_WM_UNIT_TEXT_TYPE" val="1"/>
  <p:tag name="KSO_WM_UNIT_USESOURCEFORMAT_APPLY" val="0"/>
</p:tagLst>
</file>

<file path=ppt/tags/tag42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1967_2*l_h_i*1_2_1"/>
  <p:tag name="KSO_WM_TEMPLATE_CATEGORY" val="diagram"/>
  <p:tag name="KSO_WM_TEMPLATE_INDEX" val="20231967"/>
  <p:tag name="KSO_WM_UNIT_LAYERLEVEL" val="1_1_1"/>
  <p:tag name="KSO_WM_TAG_VERSION" val="3.0"/>
  <p:tag name="KSO_WM_BEAUTIFY_FLAG" val="#wm#"/>
  <p:tag name="KSO_WM_DIAGRAM_MAX_ITEMCNT" val="4"/>
  <p:tag name="KSO_WM_DIAGRAM_MIN_ITEMCNT" val="2"/>
  <p:tag name="KSO_WM_DIAGRAM_VIRTUALLY_FRAME" val="{&quot;height&quot;:372.13134765625,&quot;left&quot;:97.73582677165355,&quot;top&quot;:116.22357814037896,&quot;width&quot;:780.2729133858268}"/>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424.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1967_2*l_h_f*1_3_1"/>
  <p:tag name="KSO_WM_TEMPLATE_CATEGORY" val="diagram"/>
  <p:tag name="KSO_WM_TEMPLATE_INDEX" val="20231967"/>
  <p:tag name="KSO_WM_UNIT_LAYERLEVEL" val="1_1_1"/>
  <p:tag name="KSO_WM_TAG_VERSION" val="3.0"/>
  <p:tag name="KSO_WM_BEAUTIFY_FLAG" val="#wm#"/>
  <p:tag name="KSO_WM_UNIT_VALUE" val="132"/>
  <p:tag name="KSO_WM_DIAGRAM_MAX_ITEMCNT" val="4"/>
  <p:tag name="KSO_WM_DIAGRAM_MIN_ITEMCNT" val="2"/>
  <p:tag name="KSO_WM_DIAGRAM_VIRTUALLY_FRAME" val="{&quot;height&quot;:372.13134765625,&quot;left&quot;:97.73582677165355,&quot;top&quot;:116.22357814037896,&quot;width&quot;:780.272913385826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添加文本具体内容，简明扼要地阐述您的观点。根据需要可酌情增减文字，以便观者准确地理解您传达的思想。单击此处添加文本具体内容，简明扼要地阐述您的观点，根据需要可增减文字。"/>
  <p:tag name="KSO_WM_UNIT_TEXT_TYPE" val="1"/>
  <p:tag name="KSO_WM_UNIT_USESOURCEFORMAT_APPLY" val="0"/>
</p:tagLst>
</file>

<file path=ppt/tags/tag425.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1967_2*l_h_a*1_3_1"/>
  <p:tag name="KSO_WM_TEMPLATE_CATEGORY" val="diagram"/>
  <p:tag name="KSO_WM_TEMPLATE_INDEX" val="20231967"/>
  <p:tag name="KSO_WM_UNIT_LAYERLEVEL" val="1_1_1"/>
  <p:tag name="KSO_WM_TAG_VERSION" val="3.0"/>
  <p:tag name="KSO_WM_BEAUTIFY_FLAG" val="#wm#"/>
  <p:tag name="KSO_WM_UNIT_VALUE" val="39"/>
  <p:tag name="KSO_WM_DIAGRAM_MAX_ITEMCNT" val="4"/>
  <p:tag name="KSO_WM_DIAGRAM_MIN_ITEMCNT" val="2"/>
  <p:tag name="KSO_WM_DIAGRAM_VIRTUALLY_FRAME" val="{&quot;height&quot;:372.13134765625,&quot;left&quot;:97.73582677165355,&quot;top&quot;:116.22357814037896,&quot;width&quot;:780.272913385826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添加标题"/>
  <p:tag name="KSO_WM_UNIT_TEXT_TYPE" val="1"/>
  <p:tag name="KSO_WM_UNIT_USESOURCEFORMAT_APPLY" val="0"/>
</p:tagLst>
</file>

<file path=ppt/tags/tag42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20231967_2*l_h_i*1_3_1"/>
  <p:tag name="KSO_WM_TEMPLATE_CATEGORY" val="diagram"/>
  <p:tag name="KSO_WM_TEMPLATE_INDEX" val="20231967"/>
  <p:tag name="KSO_WM_UNIT_LAYERLEVEL" val="1_1_1"/>
  <p:tag name="KSO_WM_TAG_VERSION" val="3.0"/>
  <p:tag name="KSO_WM_BEAUTIFY_FLAG" val="#wm#"/>
  <p:tag name="KSO_WM_DIAGRAM_MAX_ITEMCNT" val="4"/>
  <p:tag name="KSO_WM_DIAGRAM_MIN_ITEMCNT" val="2"/>
  <p:tag name="KSO_WM_DIAGRAM_VIRTUALLY_FRAME" val="{&quot;height&quot;:372.13134765625,&quot;left&quot;:97.73582677165355,&quot;top&quot;:116.22357814037896,&quot;width&quot;:780.2729133858268}"/>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427.xml><?xml version="1.0" encoding="utf-8"?>
<p:tagLst xmlns:p="http://schemas.openxmlformats.org/presentationml/2006/main">
  <p:tag name="KSO_WM_SLIDE_ID" val="diagram20231967_3"/>
  <p:tag name="KSO_WM_TEMPLATE_SUBCATEGORY" val="0"/>
  <p:tag name="KSO_WM_TEMPLATE_MASTER_TYPE" val="0"/>
  <p:tag name="KSO_WM_TEMPLATE_COLOR_TYPE" val="0"/>
  <p:tag name="KSO_WM_SLIDE_TYPE" val="text"/>
  <p:tag name="KSO_WM_SLIDE_SUBTYPE" val="diag"/>
  <p:tag name="KSO_WM_SLIDE_ITEM_CNT" val="4"/>
  <p:tag name="KSO_WM_SLIDE_INDEX" val="3"/>
  <p:tag name="KSO_WM_SLIDE_SIZE" val="780.211*359.439"/>
  <p:tag name="KSO_WM_SLIDE_POSITION" val="97.7358*125.161"/>
  <p:tag name="KSO_WM_DIAGRAM_GROUP_CODE" val="l1-1"/>
  <p:tag name="KSO_WM_SLIDE_DIAGTYPE" val="l"/>
  <p:tag name="KSO_WM_TAG_VERSION" val="3.0"/>
  <p:tag name="KSO_WM_BEAUTIFY_FLAG" val="#wm#"/>
  <p:tag name="KSO_WM_TEMPLATE_CATEGORY" val="custom"/>
  <p:tag name="KSO_WM_TEMPLATE_INDEX" val="20230266"/>
  <p:tag name="KSO_WM_SLIDE_LAYOUT" val="a_l"/>
  <p:tag name="KSO_WM_SLIDE_LAYOUT_CNT" val="1_1"/>
</p:tagLst>
</file>

<file path=ppt/tags/tag42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TEMPLATE_INDEX" val="20232481"/>
  <p:tag name="KSO_WM_UNIT_ID" val="custom20232481_1*a*1"/>
  <p:tag name="KSO_WM_UNIT_PRESET_TEXT" val="单击此处&#10;添加标题"/>
  <p:tag name="KSO_WM_UNIT_TEXT_FILL_FORE_SCHEMECOLOR_INDEX" val="13"/>
  <p:tag name="KSO_WM_UNIT_TEXT_FILL_TYPE" val="1"/>
  <p:tag name="KSO_WM_UNIT_USESOURCEFORMAT_APPLY" val="0"/>
</p:tagLst>
</file>

<file path=ppt/tags/tag42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965_2*l_h_d*1_2_1"/>
  <p:tag name="KSO_WM_TEMPLATE_CATEGORY" val="diagram"/>
  <p:tag name="KSO_WM_TEMPLATE_INDEX" val="20231965"/>
  <p:tag name="KSO_WM_UNIT_LAYERLEVEL" val="1_1_1"/>
  <p:tag name="KSO_WM_TAG_VERSION" val="3.0"/>
  <p:tag name="KSO_WM_BEAUTIFY_FLAG" val="#wm#"/>
  <p:tag name="KSO_WM_DIAGRAM_VERSION" val="3"/>
  <p:tag name="KSO_WM_DIAGRAM_COLOR_TRICK" val="1"/>
  <p:tag name="KSO_WM_DIAGRAM_COLOR_TEXT_CAN_REMOVE" val="n"/>
  <p:tag name="KSO_WM_UNIT_VALUE" val="721*692"/>
  <p:tag name="KSO_WM_UNIT_TYPE" val="l_h_d"/>
  <p:tag name="KSO_WM_UNIT_INDEX" val="1_2_1"/>
  <p:tag name="KSO_WM_DIAGRAM_MAX_ITEMCNT" val="4"/>
  <p:tag name="KSO_WM_DIAGRAM_MIN_ITEMCNT" val="2"/>
  <p:tag name="KSO_WM_DIAGRAM_VIRTUALLY_FRAME" val="{&quot;height&quot;:411.5415774560162,&quot;left&quot;:254.78228346456694,&quot;top&quot;:85.00842254398376,&quot;width&quot;:677.3177165354331}"/>
  <p:tag name="KSO_WM_DIAGRAM_COLOR_MATCH_VALUE" val="{&quot;shape&quot;:{&quot;fill&quot;:{&quot;solid&quot;:{&quot;brightness&quot;:0,&quot;colorType&quot;:2,&quot;rgb&quot;:&quot;#ededed&quot;,&quot;transparency&quot;:0},&quot;type&quot;:1},&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MH_PIC_SOURCE_TYPE" val="generate_slide_ai*VCG41N1453114790*ai_v1.7.4.241014_ONLINE*1730696277910_110.168_d6d1d5f3a443-slide-14"/>
  <p:tag name="KSO_WM_UNIT_LINE_FILL_TYPE" val="2"/>
  <p:tag name="KSO_WM_UNIT_USESOURCEFORMAT_APPLY" val="0"/>
</p:tagLst>
</file>

<file path=ppt/tags/tag43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965_2*l_h_d*1_1_1"/>
  <p:tag name="KSO_WM_TEMPLATE_CATEGORY" val="diagram"/>
  <p:tag name="KSO_WM_TEMPLATE_INDEX" val="20231965"/>
  <p:tag name="KSO_WM_UNIT_LAYERLEVEL" val="1_1_1"/>
  <p:tag name="KSO_WM_TAG_VERSION" val="3.0"/>
  <p:tag name="KSO_WM_BEAUTIFY_FLAG" val="#wm#"/>
  <p:tag name="KSO_WM_DIAGRAM_VERSION" val="3"/>
  <p:tag name="KSO_WM_DIAGRAM_COLOR_TRICK" val="1"/>
  <p:tag name="KSO_WM_DIAGRAM_COLOR_TEXT_CAN_REMOVE" val="n"/>
  <p:tag name="KSO_WM_UNIT_VALUE" val="721*692"/>
  <p:tag name="KSO_WM_UNIT_TYPE" val="l_h_d"/>
  <p:tag name="KSO_WM_UNIT_INDEX" val="1_1_1"/>
  <p:tag name="KSO_WM_DIAGRAM_MAX_ITEMCNT" val="4"/>
  <p:tag name="KSO_WM_DIAGRAM_MIN_ITEMCNT" val="2"/>
  <p:tag name="KSO_WM_DIAGRAM_VIRTUALLY_FRAME" val="{&quot;height&quot;:411.5415774560162,&quot;left&quot;:254.78228346456694,&quot;top&quot;:85.00842254398376,&quot;width&quot;:677.3177165354331}"/>
  <p:tag name="KSO_WM_DIAGRAM_COLOR_MATCH_VALUE" val="{&quot;shape&quot;:{&quot;fill&quot;:{&quot;solid&quot;:{&quot;brightness&quot;:0,&quot;colorType&quot;:2,&quot;rgb&quot;:&quot;#ededed&quot;,&quot;transparency&quot;:0},&quot;type&quot;:1},&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MH_PIC_SOURCE_TYPE" val="generate_slide_ai*VCG41N1293023456*ai_v1.7.4.241014_ONLINE*1730696277910_110.168_d6d1d5f3a443-slide-14"/>
  <p:tag name="KSO_WM_UNIT_LINE_FILL_TYPE" val="2"/>
  <p:tag name="KSO_WM_UNIT_USESOURCEFORMAT_APPLY" val="0"/>
</p:tagLst>
</file>

<file path=ppt/tags/tag43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965_2*l_h_d*1_3_1"/>
  <p:tag name="KSO_WM_TEMPLATE_CATEGORY" val="diagram"/>
  <p:tag name="KSO_WM_TEMPLATE_INDEX" val="20231965"/>
  <p:tag name="KSO_WM_UNIT_LAYERLEVEL" val="1_1_1"/>
  <p:tag name="KSO_WM_TAG_VERSION" val="3.0"/>
  <p:tag name="KSO_WM_BEAUTIFY_FLAG" val="#wm#"/>
  <p:tag name="KSO_WM_DIAGRAM_VERSION" val="3"/>
  <p:tag name="KSO_WM_DIAGRAM_COLOR_TRICK" val="1"/>
  <p:tag name="KSO_WM_DIAGRAM_COLOR_TEXT_CAN_REMOVE" val="n"/>
  <p:tag name="KSO_WM_UNIT_VALUE" val="719*692"/>
  <p:tag name="KSO_WM_UNIT_TYPE" val="l_h_d"/>
  <p:tag name="KSO_WM_UNIT_INDEX" val="1_3_1"/>
  <p:tag name="KSO_WM_DIAGRAM_MAX_ITEMCNT" val="4"/>
  <p:tag name="KSO_WM_DIAGRAM_MIN_ITEMCNT" val="2"/>
  <p:tag name="KSO_WM_DIAGRAM_VIRTUALLY_FRAME" val="{&quot;height&quot;:411.5415774560162,&quot;left&quot;:254.78228346456694,&quot;top&quot;:85.00842254398376,&quot;width&quot;:677.3177165354331}"/>
  <p:tag name="KSO_WM_DIAGRAM_COLOR_MATCH_VALUE" val="{&quot;shape&quot;:{&quot;fill&quot;:{&quot;solid&quot;:{&quot;brightness&quot;:0,&quot;colorType&quot;:2,&quot;rgb&quot;:&quot;#ededed&quot;,&quot;transparency&quot;:0},&quot;type&quot;:1},&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MH_PIC_SOURCE_TYPE" val="generate_slide_ai*VCG41N173152994*ai_v1.7.4.241014_ONLINE*1730696277910_110.168_d6d1d5f3a443-slide-14"/>
  <p:tag name="KSO_WM_UNIT_LINE_FILL_TYPE" val="2"/>
  <p:tag name="KSO_WM_UNIT_USESOURCEFORMAT_APPLY" val="0"/>
</p:tagLst>
</file>

<file path=ppt/tags/tag43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965_2*l_h_i*1_1_2"/>
  <p:tag name="KSO_WM_TEMPLATE_CATEGORY" val="diagram"/>
  <p:tag name="KSO_WM_TEMPLATE_INDEX" val="20231965"/>
  <p:tag name="KSO_WM_UNIT_LAYERLEVEL" val="1_1_1"/>
  <p:tag name="KSO_WM_TAG_VERSION" val="3.0"/>
  <p:tag name="KSO_WM_BEAUTIFY_FLAG" val="#wm#"/>
  <p:tag name="KSO_WM_DIAGRAM_MAX_ITEMCNT" val="4"/>
  <p:tag name="KSO_WM_DIAGRAM_MIN_ITEMCNT" val="2"/>
  <p:tag name="KSO_WM_DIAGRAM_VIRTUALLY_FRAME" val="{&quot;height&quot;:411.5415774560162,&quot;left&quot;:254.78228346456694,&quot;top&quot;:85.00842254398376,&quot;width&quot;:677.3177165354331}"/>
  <p:tag name="KSO_WM_DIAGRAM_COLOR_MATCH_VALUE" val="{&quot;shape&quot;:{&quot;fill&quot;:{&quot;solid&quot;:{&quot;brightness&quot;:0,&quot;colorType&quot;:1,&quot;foreColorIndex&quot;:2,&quot;transparency&quot;:0},&quot;type&quot;:1},&quot;glow&quot;:{&quot;colorType&quot;:0},&quot;line&quot;:{&quot;solidLine&quot;:{&quot;brightness&quot;:0,&quot;colorType&quot;:1,&quot;foreColorIndex&quot;:5,&quot;transparency&quot;:0.800000011920929},&quot;type&quot;:1},&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2"/>
  <p:tag name="KSO_WM_UNIT_FILL_FORE_SCHEMECOLOR_INDEX_BRIGHTNESS" val="0"/>
  <p:tag name="KSO_WM_UNIT_LINE_FORE_SCHEMECOLOR_INDEX" val="5"/>
  <p:tag name="KSO_WM_UNIT_LINE_FILL_TYPE" val="2"/>
  <p:tag name="KSO_WM_UNIT_SHADOW_SCHEMECOLOR_INDEX" val="5"/>
  <p:tag name="KSO_WM_UNIT_TEXT_FILL_FORE_SCHEMECOLOR_INDEX" val="13"/>
  <p:tag name="KSO_WM_UNIT_TEXT_FILL_TYPE" val="1"/>
  <p:tag name="KSO_WM_UNIT_USESOURCEFORMAT_APPLY" val="0"/>
</p:tagLst>
</file>

<file path=ppt/tags/tag4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20231965_2*l_h_i*1_1_1"/>
  <p:tag name="KSO_WM_TEMPLATE_CATEGORY" val="diagram"/>
  <p:tag name="KSO_WM_TEMPLATE_INDEX" val="20231965"/>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411.5415774560162,&quot;left&quot;:254.78228346456694,&quot;top&quot;:85.00842254398376,&quot;width&quot;:677.317716535433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USESOURCEFORMAT_APPLY" val="0"/>
</p:tagLst>
</file>

<file path=ppt/tags/tag43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965_2*l_h_f*1_1_1"/>
  <p:tag name="KSO_WM_TEMPLATE_CATEGORY" val="diagram"/>
  <p:tag name="KSO_WM_TEMPLATE_INDEX" val="20231965"/>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411.5415774560162,&quot;left&quot;:254.78228346456694,&quot;top&quot;:85.00842254398376,&quot;width&quot;:677.317716535433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输入项正文，文字是您思想的提炼，请尽量言简意赅的阐述您的观点，单击此处输入正文"/>
  <p:tag name="KSO_WM_UNIT_TEXT_FILL_FORE_SCHEMECOLOR_INDEX" val="1"/>
  <p:tag name="KSO_WM_UNIT_TEXT_FILL_TYPE" val="1"/>
  <p:tag name="KSO_WM_UNIT_USESOURCEFORMAT_APPLY" val="0"/>
</p:tagLst>
</file>

<file path=ppt/tags/tag43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965_2*l_h_a*1_1_1"/>
  <p:tag name="KSO_WM_TEMPLATE_CATEGORY" val="diagram"/>
  <p:tag name="KSO_WM_TEMPLATE_INDEX" val="20231965"/>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411.5415774560162,&quot;left&quot;:254.78228346456694,&quot;top&quot;:85.00842254398376,&quot;width&quot;:677.317716535433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项标题"/>
  <p:tag name="KSO_WM_UNIT_TEXT_FILL_FORE_SCHEMECOLOR_INDEX" val="1"/>
  <p:tag name="KSO_WM_UNIT_TEXT_FILL_TYPE" val="1"/>
  <p:tag name="KSO_WM_UNIT_USESOURCEFORMAT_APPLY" val="0"/>
</p:tagLst>
</file>

<file path=ppt/tags/tag43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1965_2*l_h_i*1_2_2"/>
  <p:tag name="KSO_WM_TEMPLATE_CATEGORY" val="diagram"/>
  <p:tag name="KSO_WM_TEMPLATE_INDEX" val="20231965"/>
  <p:tag name="KSO_WM_UNIT_LAYERLEVEL" val="1_1_1"/>
  <p:tag name="KSO_WM_TAG_VERSION" val="3.0"/>
  <p:tag name="KSO_WM_BEAUTIFY_FLAG" val="#wm#"/>
  <p:tag name="KSO_WM_DIAGRAM_MAX_ITEMCNT" val="4"/>
  <p:tag name="KSO_WM_DIAGRAM_MIN_ITEMCNT" val="2"/>
  <p:tag name="KSO_WM_DIAGRAM_VIRTUALLY_FRAME" val="{&quot;height&quot;:411.5415774560162,&quot;left&quot;:254.78228346456694,&quot;top&quot;:85.00842254398376,&quot;width&quot;:677.3177165354331}"/>
  <p:tag name="KSO_WM_DIAGRAM_COLOR_MATCH_VALUE" val="{&quot;shape&quot;:{&quot;fill&quot;:{&quot;solid&quot;:{&quot;brightness&quot;:0,&quot;colorType&quot;:1,&quot;foreColorIndex&quot;:2,&quot;transparency&quot;:0},&quot;type&quot;:1},&quot;glow&quot;:{&quot;colorType&quot;:0},&quot;line&quot;:{&quot;solidLine&quot;:{&quot;brightness&quot;:0,&quot;colorType&quot;:1,&quot;foreColorIndex&quot;:5,&quot;transparency&quot;:0.800000011920929},&quot;type&quot;:1},&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2"/>
  <p:tag name="KSO_WM_UNIT_FILL_FORE_SCHEMECOLOR_INDEX_BRIGHTNESS" val="0"/>
  <p:tag name="KSO_WM_UNIT_LINE_FORE_SCHEMECOLOR_INDEX" val="5"/>
  <p:tag name="KSO_WM_UNIT_LINE_FILL_TYPE" val="2"/>
  <p:tag name="KSO_WM_UNIT_SHADOW_SCHEMECOLOR_INDEX" val="5"/>
  <p:tag name="KSO_WM_UNIT_TEXT_FILL_FORE_SCHEMECOLOR_INDEX" val="13"/>
  <p:tag name="KSO_WM_UNIT_TEXT_FILL_TYPE" val="1"/>
  <p:tag name="KSO_WM_UNIT_USESOURCEFORMAT_APPLY" val="0"/>
</p:tagLst>
</file>

<file path=ppt/tags/tag4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diagram20231965_2*l_h_i*1_2_1"/>
  <p:tag name="KSO_WM_TEMPLATE_CATEGORY" val="diagram"/>
  <p:tag name="KSO_WM_TEMPLATE_INDEX" val="20231965"/>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411.5415774560162,&quot;left&quot;:254.78228346456694,&quot;top&quot;:85.00842254398376,&quot;width&quot;:677.317716535433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USESOURCEFORMAT_APPLY" val="0"/>
</p:tagLst>
</file>

<file path=ppt/tags/tag43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965_2*l_h_f*1_2_1"/>
  <p:tag name="KSO_WM_TEMPLATE_CATEGORY" val="diagram"/>
  <p:tag name="KSO_WM_TEMPLATE_INDEX" val="20231965"/>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411.5415774560162,&quot;left&quot;:254.78228346456694,&quot;top&quot;:85.00842254398376,&quot;width&quot;:677.317716535433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输入项正文，文字是您思想的提炼，请尽量言简意赅的阐述您的观点，单击此处输入正文"/>
  <p:tag name="KSO_WM_UNIT_TEXT_FILL_FORE_SCHEMECOLOR_INDEX" val="1"/>
  <p:tag name="KSO_WM_UNIT_TEXT_FILL_TYPE" val="1"/>
  <p:tag name="KSO_WM_UNIT_USESOURCEFORMAT_APPLY" val="0"/>
</p:tagLst>
</file>

<file path=ppt/tags/tag43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965_2*l_h_a*1_2_1"/>
  <p:tag name="KSO_WM_TEMPLATE_CATEGORY" val="diagram"/>
  <p:tag name="KSO_WM_TEMPLATE_INDEX" val="20231965"/>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411.5415774560162,&quot;left&quot;:254.78228346456694,&quot;top&quot;:85.00842254398376,&quot;width&quot;:677.317716535433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项标题"/>
  <p:tag name="KSO_WM_UNIT_TEXT_FILL_FORE_SCHEMECOLOR_INDEX" val="1"/>
  <p:tag name="KSO_WM_UNIT_TEXT_FILL_TYPE" val="1"/>
  <p:tag name="KSO_WM_UNIT_USESOURCEFORMAT_APPLY" val="0"/>
</p:tagLst>
</file>

<file path=ppt/tags/tag44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1965_2*l_h_i*1_3_2"/>
  <p:tag name="KSO_WM_TEMPLATE_CATEGORY" val="diagram"/>
  <p:tag name="KSO_WM_TEMPLATE_INDEX" val="20231965"/>
  <p:tag name="KSO_WM_UNIT_LAYERLEVEL" val="1_1_1"/>
  <p:tag name="KSO_WM_TAG_VERSION" val="3.0"/>
  <p:tag name="KSO_WM_BEAUTIFY_FLAG" val="#wm#"/>
  <p:tag name="KSO_WM_DIAGRAM_MAX_ITEMCNT" val="4"/>
  <p:tag name="KSO_WM_DIAGRAM_MIN_ITEMCNT" val="2"/>
  <p:tag name="KSO_WM_DIAGRAM_VIRTUALLY_FRAME" val="{&quot;height&quot;:411.5415774560162,&quot;left&quot;:254.78228346456694,&quot;top&quot;:85.00842254398376,&quot;width&quot;:677.3177165354331}"/>
  <p:tag name="KSO_WM_DIAGRAM_COLOR_MATCH_VALUE" val="{&quot;shape&quot;:{&quot;fill&quot;:{&quot;solid&quot;:{&quot;brightness&quot;:0,&quot;colorType&quot;:1,&quot;foreColorIndex&quot;:2,&quot;transparency&quot;:0},&quot;type&quot;:1},&quot;glow&quot;:{&quot;colorType&quot;:0},&quot;line&quot;:{&quot;solidLine&quot;:{&quot;brightness&quot;:0,&quot;colorType&quot;:1,&quot;foreColorIndex&quot;:5,&quot;transparency&quot;:0.800000011920929},&quot;type&quot;:1},&quot;shadow&quot;:{&quot;brightness&quot;:0,&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2"/>
  <p:tag name="KSO_WM_UNIT_FILL_FORE_SCHEMECOLOR_INDEX_BRIGHTNESS" val="0"/>
  <p:tag name="KSO_WM_UNIT_LINE_FORE_SCHEMECOLOR_INDEX" val="5"/>
  <p:tag name="KSO_WM_UNIT_LINE_FILL_TYPE" val="2"/>
  <p:tag name="KSO_WM_UNIT_SHADOW_SCHEMECOLOR_INDEX" val="5"/>
  <p:tag name="KSO_WM_UNIT_TEXT_FILL_FORE_SCHEMECOLOR_INDEX" val="13"/>
  <p:tag name="KSO_WM_UNIT_TEXT_FILL_TYPE" val="1"/>
  <p:tag name="KSO_WM_UNIT_USESOURCEFORMAT_APPLY" val="0"/>
</p:tagLst>
</file>

<file path=ppt/tags/tag4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diagram20231965_2*l_h_i*1_3_1"/>
  <p:tag name="KSO_WM_TEMPLATE_CATEGORY" val="diagram"/>
  <p:tag name="KSO_WM_TEMPLATE_INDEX" val="20231965"/>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411.5415774560162,&quot;left&quot;:254.78228346456694,&quot;top&quot;:85.00842254398376,&quot;width&quot;:677.317716535433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USESOURCEFORMAT_APPLY" val="0"/>
</p:tagLst>
</file>

<file path=ppt/tags/tag44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1965_2*l_h_f*1_3_1"/>
  <p:tag name="KSO_WM_TEMPLATE_CATEGORY" val="diagram"/>
  <p:tag name="KSO_WM_TEMPLATE_INDEX" val="20231965"/>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411.5415774560162,&quot;left&quot;:254.78228346456694,&quot;top&quot;:85.00842254398376,&quot;width&quot;:677.317716535433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输入项正文，文字是您思想的提炼，请尽量言简意赅的阐述您的观点，单击此处输入正文"/>
  <p:tag name="KSO_WM_UNIT_TEXT_FILL_FORE_SCHEMECOLOR_INDEX" val="1"/>
  <p:tag name="KSO_WM_UNIT_TEXT_FILL_TYPE" val="1"/>
  <p:tag name="KSO_WM_UNIT_USESOURCEFORMAT_APPLY" val="0"/>
</p:tagLst>
</file>

<file path=ppt/tags/tag44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1965_2*l_h_a*1_3_1"/>
  <p:tag name="KSO_WM_TEMPLATE_CATEGORY" val="diagram"/>
  <p:tag name="KSO_WM_TEMPLATE_INDEX" val="20231965"/>
  <p:tag name="KSO_WM_UNIT_LAYERLEVEL" val="1_1_1"/>
  <p:tag name="KSO_WM_TAG_VERSION" val="3.0"/>
  <p:tag name="KSO_WM_BEAUTIFY_FLAG" val="#wm#"/>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4"/>
  <p:tag name="KSO_WM_DIAGRAM_MIN_ITEMCNT" val="2"/>
  <p:tag name="KSO_WM_DIAGRAM_VIRTUALLY_FRAME" val="{&quot;height&quot;:411.5415774560162,&quot;left&quot;:254.78228346456694,&quot;top&quot;:85.00842254398376,&quot;width&quot;:677.317716535433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项标题"/>
  <p:tag name="KSO_WM_UNIT_TEXT_FILL_FORE_SCHEMECOLOR_INDEX" val="1"/>
  <p:tag name="KSO_WM_UNIT_TEXT_FILL_TYPE" val="1"/>
  <p:tag name="KSO_WM_UNIT_USESOURCEFORMAT_APPLY" val="0"/>
</p:tagLst>
</file>

<file path=ppt/tags/tag444.xml><?xml version="1.0" encoding="utf-8"?>
<p:tagLst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diag"/>
  <p:tag name="KSO_WM_SLIDE_SIZE" val="674.81*387.403"/>
  <p:tag name="KSO_WM_SLIDE_POSITION" val="256*85.0084"/>
  <p:tag name="KSO_WM_SLIDE_LAYOUT" val="a_l"/>
  <p:tag name="KSO_WM_SLIDE_LAYOUT_CNT" val="1_1"/>
  <p:tag name="KSO_WM_SPECIAL_SOURCE" val="bdnull"/>
  <p:tag name="KSO_WM_DIAGRAM_GROUP_CODE" val="l1-1"/>
  <p:tag name="KSO_WM_SLIDE_DIAGTYPE" val="l"/>
  <p:tag name="KSO_WM_TEMPLATE_INDEX" val="20230266"/>
  <p:tag name="KSO_WM_TEMPLATE_SUBCATEGORY" val="0"/>
  <p:tag name="KSO_WM_SLIDE_INDEX" val="1"/>
  <p:tag name="KSO_WM_TAG_VERSION" val="3.0"/>
  <p:tag name="KSO_WM_SLIDE_ID" val="custom20232481_1"/>
  <p:tag name="KSO_WM_SLIDE_ITEM_CNT" val="2"/>
</p:tagLst>
</file>

<file path=ppt/tags/tag445.xml><?xml version="1.0" encoding="utf-8"?>
<p:tagLst xmlns:p="http://schemas.openxmlformats.org/presentationml/2006/main">
  <p:tag name="KSO_WM_BEAUTIFY_FLAG" val="#wm#"/>
  <p:tag name="KSO_WM_TEMPLATE_CATEGORY" val="custom"/>
  <p:tag name="KSO_WM_TEMPLATE_INDEX" val="20230266"/>
</p:tagLst>
</file>

<file path=ppt/tags/tag446.xml><?xml version="1.0" encoding="utf-8"?>
<p:tagLst xmlns:p="http://schemas.openxmlformats.org/presentationml/2006/main">
  <p:tag name="KSO_WM_BEAUTIFY_FLAG" val="#wm#"/>
  <p:tag name="KSO_WM_TEMPLATE_CATEGORY" val="custom"/>
  <p:tag name="KSO_WM_TEMPLATE_INDEX" val="20230266"/>
</p:tagLst>
</file>

<file path=ppt/tags/tag447.xml><?xml version="1.0" encoding="utf-8"?>
<p:tagLst xmlns:p="http://schemas.openxmlformats.org/presentationml/2006/main">
  <p:tag name="KSO_WM_BEAUTIFY_FLAG" val="#wm#"/>
  <p:tag name="KSO_WM_TEMPLATE_CATEGORY" val="custom"/>
  <p:tag name="KSO_WM_TEMPLATE_INDEX" val="20230266"/>
</p:tagLst>
</file>

<file path=ppt/tags/tag448.xml><?xml version="1.0" encoding="utf-8"?>
<p:tagLst xmlns:p="http://schemas.openxmlformats.org/presentationml/2006/main">
  <p:tag name="KSO_WM_BEAUTIFY_FLAG" val="#wm#"/>
  <p:tag name="KSO_WM_TEMPLATE_CATEGORY" val="custom"/>
  <p:tag name="KSO_WM_TEMPLATE_INDEX" val="20230266"/>
</p:tagLst>
</file>

<file path=ppt/tags/tag449.xml><?xml version="1.0" encoding="utf-8"?>
<p:tagLst xmlns:p="http://schemas.openxmlformats.org/presentationml/2006/main">
  <p:tag name="KSO_WM_BEAUTIFY_FLAG" val="#wm#"/>
  <p:tag name="KSO_WM_TEMPLATE_CATEGORY" val="custom"/>
  <p:tag name="KSO_WM_TEMPLATE_INDEX" val="20230266"/>
</p:tagLst>
</file>

<file path=ppt/tags/tag450.xml><?xml version="1.0" encoding="utf-8"?>
<p:tagLst xmlns:p="http://schemas.openxmlformats.org/presentationml/2006/main">
  <p:tag name="KSO_WM_BEAUTIFY_FLAG" val="#wm#"/>
  <p:tag name="KSO_WM_TEMPLATE_CATEGORY" val="custom"/>
  <p:tag name="KSO_WM_TEMPLATE_INDEX" val="20230266"/>
</p:tagLst>
</file>

<file path=ppt/tags/tag451.xml><?xml version="1.0" encoding="utf-8"?>
<p:tagLst xmlns:p="http://schemas.openxmlformats.org/presentationml/2006/main">
  <p:tag name="KSO_WM_BEAUTIFY_FLAG" val="#wm#"/>
  <p:tag name="KSO_WM_TEMPLATE_CATEGORY" val="custom"/>
  <p:tag name="KSO_WM_TEMPLATE_INDEX" val="20230266"/>
</p:tagLst>
</file>

<file path=ppt/tags/tag452.xml><?xml version="1.0" encoding="utf-8"?>
<p:tagLst xmlns:p="http://schemas.openxmlformats.org/presentationml/2006/main">
  <p:tag name="KSO_WM_BEAUTIFY_FLAG" val="#wm#"/>
  <p:tag name="KSO_WM_TEMPLATE_CATEGORY" val="custom"/>
  <p:tag name="KSO_WM_TEMPLATE_INDEX" val="20230266"/>
</p:tagLst>
</file>

<file path=ppt/tags/tag453.xml><?xml version="1.0" encoding="utf-8"?>
<p:tagLst xmlns:p="http://schemas.openxmlformats.org/presentationml/2006/main">
  <p:tag name="KSO_WM_BEAUTIFY_FLAG" val="#wm#"/>
  <p:tag name="KSO_WM_TEMPLATE_CATEGORY" val="custom"/>
  <p:tag name="KSO_WM_TEMPLATE_INDEX" val="20230266"/>
</p:tagLst>
</file>

<file path=ppt/tags/tag454.xml><?xml version="1.0" encoding="utf-8"?>
<p:tagLst xmlns:p="http://schemas.openxmlformats.org/presentationml/2006/main">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custom20230266_7*e*1"/>
  <p:tag name="KSO_WM_TEMPLATE_CATEGORY" val="custom"/>
  <p:tag name="KSO_WM_TEMPLATE_INDEX" val="20230266"/>
  <p:tag name="KSO_WM_UNIT_LAYERLEVEL" val="1"/>
  <p:tag name="KSO_WM_TAG_VERSION" val="3.0"/>
  <p:tag name="KSO_WM_BEAUTIFY_FLAG" val="#wm#"/>
  <p:tag name="KSO_WM_UNIT_CONTENT_GROUP_TYPE" val="contentchip"/>
</p:tagLst>
</file>

<file path=ppt/tags/tag45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66_7*a*1"/>
  <p:tag name="KSO_WM_TEMPLATE_CATEGORY" val="custom"/>
  <p:tag name="KSO_WM_TEMPLATE_INDEX" val="20230266"/>
  <p:tag name="KSO_WM_UNIT_LAYERLEVEL" val="1"/>
  <p:tag name="KSO_WM_TAG_VERSION" val="3.0"/>
  <p:tag name="KSO_WM_BEAUTIFY_FLAG" val="#wm#"/>
  <p:tag name="KSO_WM_UNIT_CONTENT_GROUP_TYPE" val="contentchip"/>
  <p:tag name="KSO_WM_UNIT_PRESET_TEXT" val="添加章节标题"/>
  <p:tag name="KSO_WM_UNIT_TEXT_TYPE" val="1"/>
</p:tagLst>
</file>

<file path=ppt/tags/tag456.xml><?xml version="1.0" encoding="utf-8"?>
<p:tagLst xmlns:p="http://schemas.openxmlformats.org/presentationml/2006/main">
  <p:tag name="KSO_WM_SLIDE_ID" val="custom20230266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0266"/>
  <p:tag name="KSO_WM_SLIDE_TYPE" val="sectionTitle"/>
  <p:tag name="KSO_WM_SLIDE_SUBTYPE" val="pureTxt"/>
  <p:tag name="KSO_WM_SLIDE_LAYOUT" val="a_e"/>
  <p:tag name="KSO_WM_SLIDE_LAYOUT_CNT" val="1_1"/>
  <p:tag name="KSO_WM_SPECIAL_SOURCE" val="bdnull"/>
  <p:tag name="KSO_WM_SLIDE_CONTENT_AREA" val="{&quot;left&quot;:&quot;48.9&quot;,&quot;top&quot;:&quot;272.1&quot;,&quot;width&quot;:&quot;514.45&quot;,&quot;height&quot;:&quot;209.2&quot;}"/>
</p:tagLst>
</file>

<file path=ppt/tags/tag45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86_3*a*1"/>
  <p:tag name="KSO_WM_TEMPLATE_CATEGORY" val="diagram"/>
  <p:tag name="KSO_WM_TEMPLATE_INDEX" val="20233186"/>
  <p:tag name="KSO_WM_UNIT_LAYERLEVEL" val="1"/>
  <p:tag name="KSO_WM_TAG_VERSION" val="3.0"/>
  <p:tag name="KSO_WM_BEAUTIFY_FLAG" val="#wm#"/>
  <p:tag name="KSO_WM_UNIT_ISCONTENTSTITLE" val="0"/>
  <p:tag name="KSO_WM_UNIT_ISNUMDGMTITLE" val="0"/>
  <p:tag name="KSO_WM_UNIT_NOCLEAR" val="0"/>
  <p:tag name="KSO_WM_UNIT_VALUE" val="30"/>
  <p:tag name="KSO_WM_UNIT_TYPE" val="a"/>
  <p:tag name="KSO_WM_UNIT_INDEX" val="1"/>
  <p:tag name="KSO_WM_UNIT_PRESET_TEXT" val="单击此处添加标题内容"/>
  <p:tag name="KSO_WM_UNIT_TEXT_TYPE" val="1"/>
  <p:tag name="KSO_WM_UNIT_TEXT_FILL_FORE_SCHEMECOLOR_INDEX" val="13"/>
  <p:tag name="KSO_WM_UNIT_TEXT_FILL_TYPE" val="1"/>
  <p:tag name="KSO_WM_UNIT_USESOURCEFORMAT_APPLY" val="0"/>
</p:tagLst>
</file>

<file path=ppt/tags/tag458.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3186_2*l_h_f*1_1_1"/>
  <p:tag name="KSO_WM_TEMPLATE_CATEGORY" val="diagram"/>
  <p:tag name="KSO_WM_TEMPLATE_INDEX" val="20233186"/>
  <p:tag name="KSO_WM_UNIT_LAYERLEVEL" val="1_1_1"/>
  <p:tag name="KSO_WM_TAG_VERSION" val="3.0"/>
  <p:tag name="KSO_WM_BEAUTIFY_FLAG" val="#wm#"/>
  <p:tag name="KSO_WM_DIAGRAM_MAX_ITEMCNT" val="4"/>
  <p:tag name="KSO_WM_DIAGRAM_MIN_ITEMCNT" val="2"/>
  <p:tag name="KSO_WM_DIAGRAM_VIRTUALLY_FRAME" val="{&quot;height&quot;:348.25323486328125,&quot;width&quot;:850.393554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50"/>
  <p:tag name="KSO_WM_UNIT_PRESET_TEXT" val="单击添加文本具体内容，简明扼要地阐述您的观点。根据需要可酌情增减文字，以便观者准确地理解您传达的思想。"/>
  <p:tag name="KSO_WM_UNIT_TEXT_FILL_FORE_SCHEMECOLOR_INDEX" val="1"/>
  <p:tag name="KSO_WM_UNIT_TEXT_FILL_TYPE" val="1"/>
  <p:tag name="KSO_WM_UNIT_TEXT_TYPE" val="1"/>
  <p:tag name="KSO_WM_UNIT_USESOURCEFORMAT_APPLY" val="0"/>
</p:tagLst>
</file>

<file path=ppt/tags/tag459.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3186_2*l_h_a*1_1_1"/>
  <p:tag name="KSO_WM_TEMPLATE_CATEGORY" val="diagram"/>
  <p:tag name="KSO_WM_TEMPLATE_INDEX" val="20233186"/>
  <p:tag name="KSO_WM_UNIT_LAYERLEVEL" val="1_1_1"/>
  <p:tag name="KSO_WM_TAG_VERSION" val="3.0"/>
  <p:tag name="KSO_WM_BEAUTIFY_FLAG" val="#wm#"/>
  <p:tag name="KSO_WM_DIAGRAM_MAX_ITEMCNT" val="4"/>
  <p:tag name="KSO_WM_DIAGRAM_MIN_ITEMCNT" val="2"/>
  <p:tag name="KSO_WM_DIAGRAM_VIRTUALLY_FRAME" val="{&quot;height&quot;:348.25323486328125,&quot;width&quot;:850.393554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40"/>
  <p:tag name="KSO_WM_UNIT_PRESET_TEXT" val="此处添加项标题内容"/>
  <p:tag name="KSO_WM_UNIT_TEXT_FILL_FORE_SCHEMECOLOR_INDEX" val="1"/>
  <p:tag name="KSO_WM_UNIT_TEXT_FILL_TYPE" val="1"/>
  <p:tag name="KSO_WM_UNIT_TEXT_TYPE" val="1"/>
  <p:tag name="KSO_WM_UNIT_USESOURCEFORMAT_APPLY" val="0"/>
</p:tagLst>
</file>

<file path=ppt/tags/tag460.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3186_2*l_h_f*1_2_1"/>
  <p:tag name="KSO_WM_TEMPLATE_CATEGORY" val="diagram"/>
  <p:tag name="KSO_WM_TEMPLATE_INDEX" val="20233186"/>
  <p:tag name="KSO_WM_UNIT_LAYERLEVEL" val="1_1_1"/>
  <p:tag name="KSO_WM_TAG_VERSION" val="3.0"/>
  <p:tag name="KSO_WM_BEAUTIFY_FLAG" val="#wm#"/>
  <p:tag name="KSO_WM_DIAGRAM_MAX_ITEMCNT" val="4"/>
  <p:tag name="KSO_WM_DIAGRAM_MIN_ITEMCNT" val="2"/>
  <p:tag name="KSO_WM_DIAGRAM_VIRTUALLY_FRAME" val="{&quot;height&quot;:348.25323486328125,&quot;width&quot;:850.393554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50"/>
  <p:tag name="KSO_WM_UNIT_PRESET_TEXT" val="单击添加文本具体内容，简明扼要地阐述您的观点。根据需要可酌情增减文字，以便观者准确地理解您传达的思想。"/>
  <p:tag name="KSO_WM_UNIT_TEXT_FILL_FORE_SCHEMECOLOR_INDEX" val="1"/>
  <p:tag name="KSO_WM_UNIT_TEXT_FILL_TYPE" val="1"/>
  <p:tag name="KSO_WM_UNIT_TEXT_TYPE" val="1"/>
  <p:tag name="KSO_WM_UNIT_USESOURCEFORMAT_APPLY" val="0"/>
</p:tagLst>
</file>

<file path=ppt/tags/tag461.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3186_2*l_h_a*1_2_1"/>
  <p:tag name="KSO_WM_TEMPLATE_CATEGORY" val="diagram"/>
  <p:tag name="KSO_WM_TEMPLATE_INDEX" val="20233186"/>
  <p:tag name="KSO_WM_UNIT_LAYERLEVEL" val="1_1_1"/>
  <p:tag name="KSO_WM_TAG_VERSION" val="3.0"/>
  <p:tag name="KSO_WM_BEAUTIFY_FLAG" val="#wm#"/>
  <p:tag name="KSO_WM_DIAGRAM_MAX_ITEMCNT" val="4"/>
  <p:tag name="KSO_WM_DIAGRAM_MIN_ITEMCNT" val="2"/>
  <p:tag name="KSO_WM_DIAGRAM_VIRTUALLY_FRAME" val="{&quot;height&quot;:348.25323486328125,&quot;width&quot;:850.393554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40"/>
  <p:tag name="KSO_WM_UNIT_PRESET_TEXT" val="此处添加项标题内容"/>
  <p:tag name="KSO_WM_UNIT_TEXT_FILL_FORE_SCHEMECOLOR_INDEX" val="1"/>
  <p:tag name="KSO_WM_UNIT_TEXT_FILL_TYPE" val="1"/>
  <p:tag name="KSO_WM_UNIT_TEXT_TYPE" val="1"/>
  <p:tag name="KSO_WM_UNIT_USESOURCEFORMAT_APPLY" val="0"/>
</p:tagLst>
</file>

<file path=ppt/tags/tag462.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3186_2*l_h_f*1_3_1"/>
  <p:tag name="KSO_WM_TEMPLATE_CATEGORY" val="diagram"/>
  <p:tag name="KSO_WM_TEMPLATE_INDEX" val="20233186"/>
  <p:tag name="KSO_WM_UNIT_LAYERLEVEL" val="1_1_1"/>
  <p:tag name="KSO_WM_TAG_VERSION" val="3.0"/>
  <p:tag name="KSO_WM_BEAUTIFY_FLAG" val="#wm#"/>
  <p:tag name="KSO_WM_DIAGRAM_MAX_ITEMCNT" val="4"/>
  <p:tag name="KSO_WM_DIAGRAM_MIN_ITEMCNT" val="2"/>
  <p:tag name="KSO_WM_DIAGRAM_VIRTUALLY_FRAME" val="{&quot;height&quot;:348.25323486328125,&quot;width&quot;:850.393554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50"/>
  <p:tag name="KSO_WM_UNIT_PRESET_TEXT" val="单击添加文本具体内容，简明扼要地阐述您的观点。根据需要可酌情增减文字，以便观者准确地理解您传达的思想。"/>
  <p:tag name="KSO_WM_UNIT_TEXT_FILL_FORE_SCHEMECOLOR_INDEX" val="1"/>
  <p:tag name="KSO_WM_UNIT_TEXT_FILL_TYPE" val="1"/>
  <p:tag name="KSO_WM_UNIT_TEXT_TYPE" val="1"/>
  <p:tag name="KSO_WM_UNIT_USESOURCEFORMAT_APPLY" val="0"/>
</p:tagLst>
</file>

<file path=ppt/tags/tag463.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3186_2*l_h_a*1_3_1"/>
  <p:tag name="KSO_WM_TEMPLATE_CATEGORY" val="diagram"/>
  <p:tag name="KSO_WM_TEMPLATE_INDEX" val="20233186"/>
  <p:tag name="KSO_WM_UNIT_LAYERLEVEL" val="1_1_1"/>
  <p:tag name="KSO_WM_TAG_VERSION" val="3.0"/>
  <p:tag name="KSO_WM_BEAUTIFY_FLAG" val="#wm#"/>
  <p:tag name="KSO_WM_DIAGRAM_MAX_ITEMCNT" val="4"/>
  <p:tag name="KSO_WM_DIAGRAM_MIN_ITEMCNT" val="2"/>
  <p:tag name="KSO_WM_DIAGRAM_VIRTUALLY_FRAME" val="{&quot;height&quot;:348.25323486328125,&quot;width&quot;:850.3935546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40"/>
  <p:tag name="KSO_WM_UNIT_PRESET_TEXT" val="此处添加项标题内容"/>
  <p:tag name="KSO_WM_UNIT_TEXT_FILL_FORE_SCHEMECOLOR_INDEX" val="1"/>
  <p:tag name="KSO_WM_UNIT_TEXT_FILL_TYPE" val="1"/>
  <p:tag name="KSO_WM_UNIT_TEXT_TYPE" val="1"/>
  <p:tag name="KSO_WM_UNIT_USESOURCEFORMAT_APPLY" val="0"/>
</p:tagLst>
</file>

<file path=ppt/tags/tag46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86_2*l_h_i*1_1_1"/>
  <p:tag name="KSO_WM_TEMPLATE_CATEGORY" val="diagram"/>
  <p:tag name="KSO_WM_TEMPLATE_INDEX" val="20233186"/>
  <p:tag name="KSO_WM_UNIT_LAYERLEVEL" val="1_1_1"/>
  <p:tag name="KSO_WM_TAG_VERSION" val="3.0"/>
  <p:tag name="KSO_WM_BEAUTIFY_FLAG" val="#wm#"/>
  <p:tag name="KSO_WM_DIAGRAM_VERSION" val="3"/>
  <p:tag name="KSO_WM_DIAGRAM_COLOR_TRICK" val="1"/>
  <p:tag name="KSO_WM_DIAGRAM_COLOR_TEXT_CAN_REMOVE" val="n"/>
  <p:tag name="KSO_WM_UNIT_SUBTYPE" val="d"/>
  <p:tag name="KSO_WM_UNIT_TYPE" val="l_h_i"/>
  <p:tag name="KSO_WM_UNIT_INDEX" val="1_1_1"/>
  <p:tag name="KSO_WM_DIAGRAM_MAX_ITEMCNT" val="4"/>
  <p:tag name="KSO_WM_DIAGRAM_MIN_ITEMCNT" val="2"/>
  <p:tag name="KSO_WM_DIAGRAM_VIRTUALLY_FRAME" val="{&quot;height&quot;:348.25323486328125,&quot;width&quot;:850.39355468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46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86_2*l_h_i*1_2_1"/>
  <p:tag name="KSO_WM_TEMPLATE_CATEGORY" val="diagram"/>
  <p:tag name="KSO_WM_TEMPLATE_INDEX" val="20233186"/>
  <p:tag name="KSO_WM_UNIT_LAYERLEVEL" val="1_1_1"/>
  <p:tag name="KSO_WM_TAG_VERSION" val="3.0"/>
  <p:tag name="KSO_WM_BEAUTIFY_FLAG" val="#wm#"/>
  <p:tag name="KSO_WM_DIAGRAM_VERSION" val="3"/>
  <p:tag name="KSO_WM_DIAGRAM_COLOR_TRICK" val="1"/>
  <p:tag name="KSO_WM_DIAGRAM_COLOR_TEXT_CAN_REMOVE" val="n"/>
  <p:tag name="KSO_WM_UNIT_SUBTYPE" val="d"/>
  <p:tag name="KSO_WM_UNIT_TYPE" val="l_h_i"/>
  <p:tag name="KSO_WM_UNIT_INDEX" val="1_2_1"/>
  <p:tag name="KSO_WM_DIAGRAM_MAX_ITEMCNT" val="4"/>
  <p:tag name="KSO_WM_DIAGRAM_MIN_ITEMCNT" val="2"/>
  <p:tag name="KSO_WM_DIAGRAM_VIRTUALLY_FRAME" val="{&quot;height&quot;:348.25323486328125,&quot;width&quot;:850.39355468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46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86_2*l_h_i*1_3_1"/>
  <p:tag name="KSO_WM_TEMPLATE_CATEGORY" val="diagram"/>
  <p:tag name="KSO_WM_TEMPLATE_INDEX" val="20233186"/>
  <p:tag name="KSO_WM_UNIT_LAYERLEVEL" val="1_1_1"/>
  <p:tag name="KSO_WM_TAG_VERSION" val="3.0"/>
  <p:tag name="KSO_WM_BEAUTIFY_FLAG" val="#wm#"/>
  <p:tag name="KSO_WM_DIAGRAM_VERSION" val="3"/>
  <p:tag name="KSO_WM_DIAGRAM_COLOR_TRICK" val="1"/>
  <p:tag name="KSO_WM_DIAGRAM_COLOR_TEXT_CAN_REMOVE" val="n"/>
  <p:tag name="KSO_WM_UNIT_SUBTYPE" val="d"/>
  <p:tag name="KSO_WM_UNIT_TYPE" val="l_h_i"/>
  <p:tag name="KSO_WM_UNIT_INDEX" val="1_3_1"/>
  <p:tag name="KSO_WM_DIAGRAM_MAX_ITEMCNT" val="4"/>
  <p:tag name="KSO_WM_DIAGRAM_MIN_ITEMCNT" val="2"/>
  <p:tag name="KSO_WM_DIAGRAM_VIRTUALLY_FRAME" val="{&quot;height&quot;:348.25323486328125,&quot;width&quot;:850.39355468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467.xml><?xml version="1.0" encoding="utf-8"?>
<p:tagLst xmlns:p="http://schemas.openxmlformats.org/presentationml/2006/main">
  <p:tag name="KSO_WM_BEAUTIFY_FLAG" val="#wm#"/>
  <p:tag name="KSO_WM_TEMPLATE_CATEGORY" val="custom"/>
  <p:tag name="KSO_WM_TEMPLATE_INDEX" val="20230266"/>
  <p:tag name="KSO_WM_SLIDE_ID" val="diagram20233186_3"/>
  <p:tag name="KSO_WM_TEMPLATE_SUBCATEGORY" val="0"/>
  <p:tag name="KSO_WM_TEMPLATE_MASTER_TYPE" val="0"/>
  <p:tag name="KSO_WM_TEMPLATE_COLOR_TYPE" val="0"/>
  <p:tag name="KSO_WM_SLIDE_ITEM_CNT" val="4"/>
  <p:tag name="KSO_WM_SLIDE_INDEX" val="3"/>
  <p:tag name="KSO_WM_DIAGRAM_GROUP_CODE" val="l1-1"/>
  <p:tag name="KSO_WM_SLIDE_DIAGTYPE" val="l"/>
  <p:tag name="KSO_WM_TAG_VERSION" val="3.0"/>
  <p:tag name="KSO_WM_SLIDE_LAYOUT" val="a_l"/>
  <p:tag name="KSO_WM_SLIDE_LAYOUT_CNT" val="1_1"/>
  <p:tag name="KSO_WM_SLIDE_TYPE" val="text"/>
  <p:tag name="KSO_WM_SLIDE_SUBTYPE" val="diag"/>
  <p:tag name="KSO_WM_SLIDE_SIZE" val="850.394*348.253"/>
  <p:tag name="KSO_WM_SLIDE_POSITION" val="54.75*121.133"/>
</p:tagLst>
</file>

<file path=ppt/tags/tag468.xml><?xml version="1.0" encoding="utf-8"?>
<p:tagLst xmlns:p="http://schemas.openxmlformats.org/presentationml/2006/main">
  <p:tag name="KSO_WM_UNIT_SUBTYPE" val="b"/>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266_9*f*1"/>
  <p:tag name="KSO_WM_TEMPLATE_CATEGORY" val="custom"/>
  <p:tag name="KSO_WM_TEMPLATE_INDEX" val="20230266"/>
  <p:tag name="KSO_WM_UNIT_LAYERLEVEL" val="1"/>
  <p:tag name="KSO_WM_TAG_VERSION" val="3.0"/>
  <p:tag name="KSO_WM_BEAUTIFY_FLAG" val="#wm#"/>
  <p:tag name="KSO_WM_UNIT_CONTENT_GROUP_TYPE" val="contentchip"/>
</p:tagLst>
</file>

<file path=ppt/tags/tag46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266_9*a*1"/>
  <p:tag name="KSO_WM_TEMPLATE_CATEGORY" val="custom"/>
  <p:tag name="KSO_WM_TEMPLATE_INDEX" val="20230266"/>
  <p:tag name="KSO_WM_UNIT_LAYERLEVEL" val="1"/>
  <p:tag name="KSO_WM_TAG_VERSION" val="3.0"/>
  <p:tag name="KSO_WM_BEAUTIFY_FLAG" val="#wm#"/>
  <p:tag name="KSO_WM_UNIT_CONTENT_GROUP_TYPE" val="contentchip"/>
</p:tagLst>
</file>

<file path=ppt/tags/tag470.xml><?xml version="1.0" encoding="utf-8"?>
<p:tagLst xmlns:p="http://schemas.openxmlformats.org/presentationml/2006/main">
  <p:tag name="KSO_WM_SLIDE_ID" val="custom20230266_9"/>
  <p:tag name="KSO_WM_TEMPLATE_SUBCATEGORY" val="29"/>
  <p:tag name="KSO_WM_TEMPLATE_MASTER_TYPE" val="0"/>
  <p:tag name="KSO_WM_TEMPLATE_COLOR_TYPE" val="0"/>
  <p:tag name="KSO_WM_SLIDE_ITEM_CNT" val="0"/>
  <p:tag name="KSO_WM_SLIDE_INDEX" val="9"/>
  <p:tag name="KSO_WM_TAG_VERSION" val="3.0"/>
  <p:tag name="KSO_WM_BEAUTIFY_FLAG" val="#wm#"/>
  <p:tag name="KSO_WM_TEMPLATE_CATEGORY" val="custom"/>
  <p:tag name="KSO_WM_TEMPLATE_INDEX" val="20230266"/>
  <p:tag name="KSO_WM_SLIDE_TYPE" val="endPage"/>
  <p:tag name="KSO_WM_SLIDE_SUBTYPE" val="pureTxt"/>
  <p:tag name="KSO_WM_SLIDE_LAYOUT" val="a_f"/>
  <p:tag name="KSO_WM_SLIDE_LAYOUT_CNT" val="1_1"/>
  <p:tag name="KSO_WM_SPECIAL_SOURCE" val="bdnull"/>
  <p:tag name="KSO_WM_SLIDE_CONTENT_AREA" val="{&quot;left&quot;:&quot;70.15&quot;,&quot;top&quot;:&quot;137.55&quot;,&quot;width&quot;:&quot;465.9&quot;,&quot;height&quot;:&quot;256.5&quot;}"/>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14">
      <a:dk1>
        <a:sysClr val="windowText" lastClr="000000"/>
      </a:dk1>
      <a:lt1>
        <a:sysClr val="window" lastClr="FFFFFF"/>
      </a:lt1>
      <a:dk2>
        <a:srgbClr val="44546A"/>
      </a:dk2>
      <a:lt2>
        <a:srgbClr val="F3F5FB"/>
      </a:lt2>
      <a:accent1>
        <a:srgbClr val="0CA9F8"/>
      </a:accent1>
      <a:accent2>
        <a:srgbClr val="6DAAF9"/>
      </a:accent2>
      <a:accent3>
        <a:srgbClr val="8993F8"/>
      </a:accent3>
      <a:accent4>
        <a:srgbClr val="A67CF7"/>
      </a:accent4>
      <a:accent5>
        <a:srgbClr val="C265F6"/>
      </a:accent5>
      <a:accent6>
        <a:srgbClr val="DF4EF5"/>
      </a:accent6>
      <a:hlink>
        <a:srgbClr val="0563C1"/>
      </a:hlink>
      <a:folHlink>
        <a:srgbClr val="954F72"/>
      </a:folHlink>
    </a:clrScheme>
    <a:fontScheme name="自定义 23">
      <a:majorFont>
        <a:latin typeface="MiSans Heavy"/>
        <a:ea typeface="MiSans Heavy"/>
        <a:cs typeface=""/>
      </a:majorFont>
      <a:minorFont>
        <a:latin typeface="MiSans Normal"/>
        <a:ea typeface="MiSans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7756</Words>
  <Application>WPS 演示</Application>
  <PresentationFormat>宽屏</PresentationFormat>
  <Paragraphs>626</Paragraphs>
  <Slides>58</Slides>
  <Notes>4</Notes>
  <HiddenSlides>0</HiddenSlides>
  <MMClips>0</MMClips>
  <ScaleCrop>false</ScaleCrop>
  <HeadingPairs>
    <vt:vector size="8" baseType="variant">
      <vt:variant>
        <vt:lpstr>已用的字体</vt:lpstr>
      </vt:variant>
      <vt:variant>
        <vt:i4>12</vt:i4>
      </vt:variant>
      <vt:variant>
        <vt:lpstr>主题</vt:lpstr>
      </vt:variant>
      <vt:variant>
        <vt:i4>2</vt:i4>
      </vt:variant>
      <vt:variant>
        <vt:lpstr>嵌入 OLE 服务器</vt:lpstr>
      </vt:variant>
      <vt:variant>
        <vt:i4>5</vt:i4>
      </vt:variant>
      <vt:variant>
        <vt:lpstr>幻灯片标题</vt:lpstr>
      </vt:variant>
      <vt:variant>
        <vt:i4>58</vt:i4>
      </vt:variant>
    </vt:vector>
  </HeadingPairs>
  <TitlesOfParts>
    <vt:vector size="77" baseType="lpstr">
      <vt:lpstr>Arial</vt:lpstr>
      <vt:lpstr>宋体</vt:lpstr>
      <vt:lpstr>Wingdings</vt:lpstr>
      <vt:lpstr>Wingdings</vt:lpstr>
      <vt:lpstr>MiSans Normal</vt:lpstr>
      <vt:lpstr>+中文标题</vt:lpstr>
      <vt:lpstr>Segoe Print</vt:lpstr>
      <vt:lpstr>微软雅黑</vt:lpstr>
      <vt:lpstr>黑体</vt:lpstr>
      <vt:lpstr>MiSans Heavy</vt:lpstr>
      <vt:lpstr>Arial Unicode MS</vt:lpstr>
      <vt:lpstr>Calibri</vt:lpstr>
      <vt:lpstr>WPS</vt:lpstr>
      <vt:lpstr>Office 主题</vt:lpstr>
      <vt:lpstr>Equation.KSEE3</vt:lpstr>
      <vt:lpstr>Equation.KSEE3</vt:lpstr>
      <vt:lpstr>Equation.KSEE3</vt:lpstr>
      <vt:lpstr>Equation.KSEE3</vt:lpstr>
      <vt:lpstr>Equation.KSEE3</vt:lpstr>
      <vt:lpstr>运筹优化算法相关概念</vt:lpstr>
      <vt:lpstr>Contents</vt:lpstr>
      <vt:lpstr>数学规划模型</vt:lpstr>
      <vt:lpstr>常见数学规划模型</vt:lpstr>
      <vt:lpstr>线性规划</vt:lpstr>
      <vt:lpstr>PowerPoint 演示文稿</vt:lpstr>
      <vt:lpstr>混合整数规划</vt:lpstr>
      <vt:lpstr>PowerPoint 演示文稿</vt:lpstr>
      <vt:lpstr>二阶锥规划</vt:lpstr>
      <vt:lpstr>二阶锥规划实例分析</vt:lpstr>
      <vt:lpstr>凸集与极点</vt:lpstr>
      <vt:lpstr>凸集和极点概念</vt:lpstr>
      <vt:lpstr>多面体与超平面</vt:lpstr>
      <vt:lpstr>多面体概念</vt:lpstr>
      <vt:lpstr>超平面定义</vt:lpstr>
      <vt:lpstr>半空间概念</vt:lpstr>
      <vt:lpstr>凸组合与凸包</vt:lpstr>
      <vt:lpstr>凸组合定义</vt:lpstr>
      <vt:lpstr>凸包求解</vt:lpstr>
      <vt:lpstr>应用场景</vt:lpstr>
      <vt:lpstr>谢谢！</vt:lpstr>
      <vt:lpstr>运筹优化经典问题数学模型</vt:lpstr>
      <vt:lpstr>Contents</vt:lpstr>
      <vt:lpstr>指派问题数学模型</vt:lpstr>
      <vt:lpstr>模型定义与特性</vt:lpstr>
      <vt:lpstr>模型建立方法</vt:lpstr>
      <vt:lpstr>实例分析应用</vt:lpstr>
      <vt:lpstr>PowerPoint 演示文稿</vt:lpstr>
      <vt:lpstr>PowerPoint 演示文稿</vt:lpstr>
      <vt:lpstr>PowerPoint 演示文稿</vt:lpstr>
      <vt:lpstr>PowerPoint 演示文稿</vt:lpstr>
      <vt:lpstr>PowerPoint 演示文稿</vt:lpstr>
      <vt:lpstr> </vt:lpstr>
      <vt:lpstr>最短路径问题数学模型</vt:lpstr>
      <vt:lpstr>模型基本概念</vt:lpstr>
      <vt:lpstr>算法原理与分类</vt:lpstr>
      <vt:lpstr>应用场景与案例</vt:lpstr>
      <vt:lpstr>PowerPoint 演示文稿</vt:lpstr>
      <vt:lpstr>PowerPoint 演示文稿</vt:lpstr>
      <vt:lpstr>PowerPoint 演示文稿</vt:lpstr>
      <vt:lpstr>PowerPoint 演示文稿</vt:lpstr>
      <vt:lpstr>import heapq # 定义无向图，用邻接表形式表示，键为节点，值为包含（邻居节点，边权重）的列表 graph = {     'A': [('B', 6), ('C', 3)],     'B': [('A', 6), ('C', 2), ('D', 5)],     'C': [('A', 3), ('B', 2), ('D', 3), ('E',4)],     'D': [('B', 5), ('C', 3), ('E',2), ('F',3)],     'E': [('C',4), ('D',2), ('F',5)],     'F': [('D',3), ('E',5)] }  # Dijkstra算法实现 def dijkstra(graph, start, end):     distances = {node: float('inf') for node in graph}     distances[start] = 0     predecessors = {node: None for node in graph}     pq = [(0, start)]     </vt:lpstr>
      <vt:lpstr>最大流问题数学模型</vt:lpstr>
      <vt:lpstr>流网络与流定义</vt:lpstr>
      <vt:lpstr>最大流算法原理</vt:lpstr>
      <vt:lpstr>实际问题中的应用</vt:lpstr>
      <vt:lpstr>PowerPoint 演示文稿</vt:lpstr>
      <vt:lpstr>最大流算法</vt:lpstr>
      <vt:lpstr>增广路径</vt:lpstr>
      <vt:lpstr>沿增广路径增广</vt:lpstr>
      <vt:lpstr>PowerPoint 演示文稿</vt:lpstr>
      <vt:lpstr>PowerPoint 演示文稿</vt:lpstr>
      <vt:lpstr>PowerPoint 演示文稿</vt:lpstr>
      <vt:lpstr>PowerPoint 演示文稿</vt:lpstr>
      <vt:lpstr>PowerPoint 演示文稿</vt:lpstr>
      <vt:lpstr>模型优化策略</vt:lpstr>
      <vt:lpstr>算法效率提升</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东东</cp:lastModifiedBy>
  <cp:revision>166</cp:revision>
  <dcterms:created xsi:type="dcterms:W3CDTF">2019-06-19T02:08:00Z</dcterms:created>
  <dcterms:modified xsi:type="dcterms:W3CDTF">2024-11-26T06:49:32Z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2052-12.1.0.18912</vt:lpwstr>
  </property>
  <property fmtid="{D5CDD505-2E9C-101B-9397-08002B2CF9AE}" pid="3" name="ICV">
    <vt:lpwstr>8AF226092F6B4B54936859F3298F9805_11</vt:lpwstr>
  </property>
</Properties>
</file>